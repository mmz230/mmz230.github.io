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63"/>
  </p:notesMasterIdLst>
  <p:sldIdLst>
    <p:sldId id="257" r:id="rId5"/>
    <p:sldId id="258" r:id="rId6"/>
    <p:sldId id="290" r:id="rId7"/>
    <p:sldId id="291" r:id="rId8"/>
    <p:sldId id="292" r:id="rId9"/>
    <p:sldId id="330" r:id="rId10"/>
    <p:sldId id="262" r:id="rId11"/>
    <p:sldId id="263" r:id="rId12"/>
    <p:sldId id="264" r:id="rId13"/>
    <p:sldId id="265" r:id="rId14"/>
    <p:sldId id="266" r:id="rId15"/>
    <p:sldId id="267" r:id="rId16"/>
    <p:sldId id="268" r:id="rId17"/>
    <p:sldId id="269" r:id="rId18"/>
    <p:sldId id="308" r:id="rId19"/>
    <p:sldId id="322" r:id="rId20"/>
    <p:sldId id="309" r:id="rId21"/>
    <p:sldId id="270" r:id="rId22"/>
    <p:sldId id="271" r:id="rId23"/>
    <p:sldId id="272" r:id="rId24"/>
    <p:sldId id="293" r:id="rId25"/>
    <p:sldId id="323" r:id="rId26"/>
    <p:sldId id="307" r:id="rId27"/>
    <p:sldId id="306" r:id="rId28"/>
    <p:sldId id="329" r:id="rId29"/>
    <p:sldId id="305" r:id="rId30"/>
    <p:sldId id="304" r:id="rId31"/>
    <p:sldId id="303" r:id="rId32"/>
    <p:sldId id="301" r:id="rId33"/>
    <p:sldId id="300" r:id="rId34"/>
    <p:sldId id="299" r:id="rId35"/>
    <p:sldId id="273" r:id="rId36"/>
    <p:sldId id="324" r:id="rId37"/>
    <p:sldId id="274" r:id="rId38"/>
    <p:sldId id="276" r:id="rId39"/>
    <p:sldId id="310" r:id="rId40"/>
    <p:sldId id="325" r:id="rId41"/>
    <p:sldId id="311" r:id="rId42"/>
    <p:sldId id="312" r:id="rId43"/>
    <p:sldId id="313" r:id="rId44"/>
    <p:sldId id="314" r:id="rId45"/>
    <p:sldId id="315" r:id="rId46"/>
    <p:sldId id="277" r:id="rId47"/>
    <p:sldId id="279" r:id="rId48"/>
    <p:sldId id="280" r:id="rId49"/>
    <p:sldId id="281" r:id="rId50"/>
    <p:sldId id="282" r:id="rId51"/>
    <p:sldId id="283" r:id="rId52"/>
    <p:sldId id="327" r:id="rId53"/>
    <p:sldId id="284" r:id="rId54"/>
    <p:sldId id="328" r:id="rId55"/>
    <p:sldId id="285" r:id="rId56"/>
    <p:sldId id="286" r:id="rId57"/>
    <p:sldId id="319" r:id="rId58"/>
    <p:sldId id="320" r:id="rId59"/>
    <p:sldId id="321" r:id="rId60"/>
    <p:sldId id="317" r:id="rId61"/>
    <p:sldId id="288" r:id="rId62"/>
  </p:sldIdLst>
  <p:sldSz cx="12192000" cy="6858000"/>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06542D1-55B0-4206-BB70-C943FF9F59EC}" v="9" dt="2022-08-24T12:11:59.052"/>
    <p1510:client id="{E45EC384-2059-456A-A54D-6DEB5B351A88}" v="177" vWet="179" dt="2022-08-24T12:11:40.90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2" d="100"/>
          <a:sy n="62" d="100"/>
        </p:scale>
        <p:origin x="80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notesMaster" Target="notesMasters/notesMaster1.xml"/><Relationship Id="rId68"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theme" Target="theme/theme1.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6.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3177" tIns="46589" rIns="93177" bIns="46589" rtlCol="0"/>
          <a:lstStyle>
            <a:lvl1pPr algn="r">
              <a:defRPr sz="1200"/>
            </a:lvl1pPr>
          </a:lstStyle>
          <a:p>
            <a:fld id="{FBCB3745-6C41-40A4-BEC9-6BEB218A0859}" type="datetimeFigureOut">
              <a:rPr lang="en-US" smtClean="0"/>
              <a:t>9/6/2022</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77" tIns="46589" rIns="93177" bIns="46589"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1E003C43-1C0C-47D7-96F1-DE4B1C87DAE9}" type="slidenum">
              <a:rPr lang="en-US" smtClean="0"/>
              <a:t>‹#›</a:t>
            </a:fld>
            <a:endParaRPr lang="en-US"/>
          </a:p>
        </p:txBody>
      </p:sp>
    </p:spTree>
    <p:extLst>
      <p:ext uri="{BB962C8B-B14F-4D97-AF65-F5344CB8AC3E}">
        <p14:creationId xmlns:p14="http://schemas.microsoft.com/office/powerpoint/2010/main" val="4595328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7" name="Rectangle 6"/>
          <p:cNvSpPr/>
          <p:nvPr/>
        </p:nvSpPr>
        <p:spPr>
          <a:xfrm>
            <a:off x="3177" y="6400800"/>
            <a:ext cx="12188825" cy="457200"/>
          </a:xfrm>
          <a:prstGeom prst="rect">
            <a:avLst/>
          </a:prstGeom>
          <a:solidFill>
            <a:srgbClr val="006600">
              <a:alpha val="70588"/>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7" y="6334316"/>
            <a:ext cx="12188825" cy="6400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 name="Date Placeholder 3"/>
          <p:cNvSpPr>
            <a:spLocks noGrp="1"/>
          </p:cNvSpPr>
          <p:nvPr>
            <p:ph type="dt" sz="half" idx="10"/>
          </p:nvPr>
        </p:nvSpPr>
        <p:spPr/>
        <p:txBody>
          <a:bodyPr/>
          <a:lstStyle>
            <a:lvl1pPr>
              <a:defRPr sz="1600">
                <a:solidFill>
                  <a:schemeClr val="bg1"/>
                </a:solidFill>
              </a:defRPr>
            </a:lvl1pPr>
          </a:lstStyle>
          <a:p>
            <a:endParaRPr lang="en-US"/>
          </a:p>
        </p:txBody>
      </p:sp>
      <p:sp>
        <p:nvSpPr>
          <p:cNvPr id="5" name="Footer Placeholder 4"/>
          <p:cNvSpPr>
            <a:spLocks noGrp="1"/>
          </p:cNvSpPr>
          <p:nvPr>
            <p:ph type="ftr" sz="quarter" idx="11"/>
          </p:nvPr>
        </p:nvSpPr>
        <p:spPr/>
        <p:txBody>
          <a:bodyPr/>
          <a:lstStyle>
            <a:lvl1pPr>
              <a:defRPr sz="1600">
                <a:solidFill>
                  <a:schemeClr val="bg1"/>
                </a:solidFill>
              </a:defRPr>
            </a:lvl1pPr>
          </a:lstStyle>
          <a:p>
            <a:r>
              <a:rPr lang="en-US"/>
              <a:t>COE 292- Introduction to AI</a:t>
            </a:r>
          </a:p>
        </p:txBody>
      </p:sp>
      <p:sp>
        <p:nvSpPr>
          <p:cNvPr id="6" name="Slide Number Placeholder 5"/>
          <p:cNvSpPr>
            <a:spLocks noGrp="1"/>
          </p:cNvSpPr>
          <p:nvPr>
            <p:ph type="sldNum" sz="quarter" idx="12"/>
          </p:nvPr>
        </p:nvSpPr>
        <p:spPr/>
        <p:txBody>
          <a:bodyPr/>
          <a:lstStyle>
            <a:lvl1pPr>
              <a:defRPr sz="1600">
                <a:solidFill>
                  <a:schemeClr val="bg1"/>
                </a:solidFill>
              </a:defRPr>
            </a:lvl1pPr>
          </a:lstStyle>
          <a:p>
            <a:fld id="{B7884E68-CE57-44C0-BE0F-84C629DF22D5}" type="slidenum">
              <a:rPr lang="en-US" smtClean="0"/>
              <a:t>‹#›</a:t>
            </a:fld>
            <a:endParaRPr lang="en-US"/>
          </a:p>
        </p:txBody>
      </p:sp>
      <p:sp>
        <p:nvSpPr>
          <p:cNvPr id="15" name="Text Placeholder 14"/>
          <p:cNvSpPr>
            <a:spLocks noGrp="1"/>
          </p:cNvSpPr>
          <p:nvPr>
            <p:ph type="body" sz="quarter" idx="13"/>
          </p:nvPr>
        </p:nvSpPr>
        <p:spPr>
          <a:xfrm>
            <a:off x="624572" y="4749800"/>
            <a:ext cx="11277600" cy="914400"/>
          </a:xfrm>
        </p:spPr>
        <p:txBody>
          <a:bodyPr>
            <a:noAutofit/>
          </a:bodyPr>
          <a:lstStyle>
            <a:lvl4pPr marL="156629" indent="0" algn="ctr">
              <a:buNone/>
              <a:defRPr sz="4267" baseline="0"/>
            </a:lvl4pPr>
          </a:lstStyle>
          <a:p>
            <a:pPr lvl="0"/>
            <a:r>
              <a:rPr lang="en-US"/>
              <a:t>Edit Master text styles</a:t>
            </a:r>
          </a:p>
        </p:txBody>
      </p:sp>
      <p:sp>
        <p:nvSpPr>
          <p:cNvPr id="17" name="TextBox 16"/>
          <p:cNvSpPr txBox="1"/>
          <p:nvPr/>
        </p:nvSpPr>
        <p:spPr>
          <a:xfrm>
            <a:off x="609600" y="548799"/>
            <a:ext cx="11277600" cy="1528752"/>
          </a:xfrm>
          <a:prstGeom prst="rect">
            <a:avLst/>
          </a:prstGeom>
          <a:noFill/>
        </p:spPr>
        <p:txBody>
          <a:bodyPr wrap="square" lIns="0" rIns="0" rtlCol="0">
            <a:spAutoFit/>
          </a:bodyPr>
          <a:lstStyle/>
          <a:p>
            <a:pPr algn="ctr"/>
            <a:r>
              <a:rPr lang="en-US" sz="4667">
                <a:solidFill>
                  <a:srgbClr val="008000"/>
                </a:solidFill>
              </a:rPr>
              <a:t>COE 292</a:t>
            </a:r>
          </a:p>
          <a:p>
            <a:pPr algn="ctr"/>
            <a:r>
              <a:rPr lang="en-US" sz="4667">
                <a:solidFill>
                  <a:srgbClr val="008000"/>
                </a:solidFill>
              </a:rPr>
              <a:t> Introduction to Artificial Intelligence</a:t>
            </a:r>
          </a:p>
        </p:txBody>
      </p:sp>
      <p:grpSp>
        <p:nvGrpSpPr>
          <p:cNvPr id="13" name="Group 12">
            <a:extLst>
              <a:ext uri="{FF2B5EF4-FFF2-40B4-BE49-F238E27FC236}">
                <a16:creationId xmlns:a16="http://schemas.microsoft.com/office/drawing/2014/main" id="{FBBAFCE8-2EF7-4D77-AE15-DC2F91554DC0}"/>
              </a:ext>
            </a:extLst>
          </p:cNvPr>
          <p:cNvGrpSpPr/>
          <p:nvPr/>
        </p:nvGrpSpPr>
        <p:grpSpPr>
          <a:xfrm>
            <a:off x="4106513" y="2173992"/>
            <a:ext cx="4313719" cy="2474208"/>
            <a:chOff x="1" y="1"/>
            <a:chExt cx="9155896" cy="5173261"/>
          </a:xfrm>
        </p:grpSpPr>
        <p:sp>
          <p:nvSpPr>
            <p:cNvPr id="14" name="Rectangle 13">
              <a:extLst>
                <a:ext uri="{FF2B5EF4-FFF2-40B4-BE49-F238E27FC236}">
                  <a16:creationId xmlns:a16="http://schemas.microsoft.com/office/drawing/2014/main" id="{965C01A5-4EF1-4D2D-931F-790FAC34A3DC}"/>
                </a:ext>
              </a:extLst>
            </p:cNvPr>
            <p:cNvSpPr>
              <a:spLocks noChangeArrowheads="1"/>
            </p:cNvSpPr>
            <p:nvPr/>
          </p:nvSpPr>
          <p:spPr bwMode="auto">
            <a:xfrm>
              <a:off x="2756297" y="1479947"/>
              <a:ext cx="3649266" cy="2215754"/>
            </a:xfrm>
            <a:prstGeom prst="rect">
              <a:avLst/>
            </a:prstGeom>
            <a:noFill/>
            <a:ln w="60325" cap="flat">
              <a:solidFill>
                <a:srgbClr val="00A64E"/>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norm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grpSp>
          <p:nvGrpSpPr>
            <p:cNvPr id="18" name="Group 17"/>
            <p:cNvGrpSpPr/>
            <p:nvPr/>
          </p:nvGrpSpPr>
          <p:grpSpPr>
            <a:xfrm>
              <a:off x="1" y="1"/>
              <a:ext cx="9155896" cy="5173261"/>
              <a:chOff x="0" y="0"/>
              <a:chExt cx="12207875" cy="6897688"/>
            </a:xfrm>
          </p:grpSpPr>
          <p:sp>
            <p:nvSpPr>
              <p:cNvPr id="21" name="Freeform 20">
                <a:extLst>
                  <a:ext uri="{FF2B5EF4-FFF2-40B4-BE49-F238E27FC236}">
                    <a16:creationId xmlns:a16="http://schemas.microsoft.com/office/drawing/2014/main" id="{B0E1781B-2A28-4946-82E3-F0738AF0F2DA}"/>
                  </a:ext>
                </a:extLst>
              </p:cNvPr>
              <p:cNvSpPr>
                <a:spLocks noEditPoints="1"/>
              </p:cNvSpPr>
              <p:nvPr/>
            </p:nvSpPr>
            <p:spPr bwMode="auto">
              <a:xfrm>
                <a:off x="330200" y="2344738"/>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19"/>
                      <a:pt x="20" y="0"/>
                      <a:pt x="44" y="0"/>
                    </a:cubicBezTo>
                    <a:cubicBezTo>
                      <a:pt x="68" y="0"/>
                      <a:pt x="88" y="19"/>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22" name="Freeform 21">
                <a:extLst>
                  <a:ext uri="{FF2B5EF4-FFF2-40B4-BE49-F238E27FC236}">
                    <a16:creationId xmlns:a16="http://schemas.microsoft.com/office/drawing/2014/main" id="{FF33298A-962D-4868-9F85-4F813DCFD817}"/>
                  </a:ext>
                </a:extLst>
              </p:cNvPr>
              <p:cNvSpPr>
                <a:spLocks/>
              </p:cNvSpPr>
              <p:nvPr/>
            </p:nvSpPr>
            <p:spPr bwMode="auto">
              <a:xfrm>
                <a:off x="5611813" y="5299075"/>
                <a:ext cx="514350" cy="461963"/>
              </a:xfrm>
              <a:custGeom>
                <a:avLst/>
                <a:gdLst>
                  <a:gd name="T0" fmla="*/ 324 w 324"/>
                  <a:gd name="T1" fmla="*/ 291 h 291"/>
                  <a:gd name="T2" fmla="*/ 0 w 324"/>
                  <a:gd name="T3" fmla="*/ 291 h 291"/>
                  <a:gd name="T4" fmla="*/ 0 w 324"/>
                  <a:gd name="T5" fmla="*/ 0 h 291"/>
                  <a:gd name="T6" fmla="*/ 57 w 324"/>
                  <a:gd name="T7" fmla="*/ 0 h 291"/>
                  <a:gd name="T8" fmla="*/ 57 w 324"/>
                  <a:gd name="T9" fmla="*/ 233 h 291"/>
                  <a:gd name="T10" fmla="*/ 267 w 324"/>
                  <a:gd name="T11" fmla="*/ 233 h 291"/>
                  <a:gd name="T12" fmla="*/ 267 w 324"/>
                  <a:gd name="T13" fmla="*/ 0 h 291"/>
                  <a:gd name="T14" fmla="*/ 324 w 324"/>
                  <a:gd name="T15" fmla="*/ 0 h 291"/>
                  <a:gd name="T16" fmla="*/ 324 w 324"/>
                  <a:gd name="T17" fmla="*/ 291 h 2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4" h="291">
                    <a:moveTo>
                      <a:pt x="324" y="291"/>
                    </a:moveTo>
                    <a:lnTo>
                      <a:pt x="0" y="291"/>
                    </a:lnTo>
                    <a:lnTo>
                      <a:pt x="0" y="0"/>
                    </a:lnTo>
                    <a:lnTo>
                      <a:pt x="57" y="0"/>
                    </a:lnTo>
                    <a:lnTo>
                      <a:pt x="57" y="233"/>
                    </a:lnTo>
                    <a:lnTo>
                      <a:pt x="267" y="233"/>
                    </a:lnTo>
                    <a:lnTo>
                      <a:pt x="267" y="0"/>
                    </a:lnTo>
                    <a:lnTo>
                      <a:pt x="324" y="0"/>
                    </a:lnTo>
                    <a:lnTo>
                      <a:pt x="324" y="291"/>
                    </a:ln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23" name="Freeform 22">
                <a:extLst>
                  <a:ext uri="{FF2B5EF4-FFF2-40B4-BE49-F238E27FC236}">
                    <a16:creationId xmlns:a16="http://schemas.microsoft.com/office/drawing/2014/main" id="{60D3C279-BB5B-4DAC-A416-F7E9D5EFD71F}"/>
                  </a:ext>
                </a:extLst>
              </p:cNvPr>
              <p:cNvSpPr>
                <a:spLocks/>
              </p:cNvSpPr>
              <p:nvPr/>
            </p:nvSpPr>
            <p:spPr bwMode="auto">
              <a:xfrm>
                <a:off x="3890963" y="5299074"/>
                <a:ext cx="1395413" cy="1558925"/>
              </a:xfrm>
              <a:custGeom>
                <a:avLst/>
                <a:gdLst>
                  <a:gd name="T0" fmla="*/ 58 w 879"/>
                  <a:gd name="T1" fmla="*/ 877 h 877"/>
                  <a:gd name="T2" fmla="*/ 0 w 879"/>
                  <a:gd name="T3" fmla="*/ 877 h 877"/>
                  <a:gd name="T4" fmla="*/ 0 w 879"/>
                  <a:gd name="T5" fmla="*/ 615 h 877"/>
                  <a:gd name="T6" fmla="*/ 821 w 879"/>
                  <a:gd name="T7" fmla="*/ 615 h 877"/>
                  <a:gd name="T8" fmla="*/ 821 w 879"/>
                  <a:gd name="T9" fmla="*/ 0 h 877"/>
                  <a:gd name="T10" fmla="*/ 879 w 879"/>
                  <a:gd name="T11" fmla="*/ 0 h 877"/>
                  <a:gd name="T12" fmla="*/ 879 w 879"/>
                  <a:gd name="T13" fmla="*/ 672 h 877"/>
                  <a:gd name="T14" fmla="*/ 58 w 879"/>
                  <a:gd name="T15" fmla="*/ 672 h 877"/>
                  <a:gd name="T16" fmla="*/ 58 w 879"/>
                  <a:gd name="T17" fmla="*/ 877 h 8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79" h="877">
                    <a:moveTo>
                      <a:pt x="58" y="877"/>
                    </a:moveTo>
                    <a:lnTo>
                      <a:pt x="0" y="877"/>
                    </a:lnTo>
                    <a:lnTo>
                      <a:pt x="0" y="615"/>
                    </a:lnTo>
                    <a:lnTo>
                      <a:pt x="821" y="615"/>
                    </a:lnTo>
                    <a:lnTo>
                      <a:pt x="821" y="0"/>
                    </a:lnTo>
                    <a:lnTo>
                      <a:pt x="879" y="0"/>
                    </a:lnTo>
                    <a:lnTo>
                      <a:pt x="879" y="672"/>
                    </a:lnTo>
                    <a:lnTo>
                      <a:pt x="58" y="672"/>
                    </a:lnTo>
                    <a:lnTo>
                      <a:pt x="58" y="877"/>
                    </a:ln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24" name="Freeform 23">
                <a:extLst>
                  <a:ext uri="{FF2B5EF4-FFF2-40B4-BE49-F238E27FC236}">
                    <a16:creationId xmlns:a16="http://schemas.microsoft.com/office/drawing/2014/main" id="{9ABD3A90-6B58-459F-9E4F-9BF49BDA97CA}"/>
                  </a:ext>
                </a:extLst>
              </p:cNvPr>
              <p:cNvSpPr>
                <a:spLocks/>
              </p:cNvSpPr>
              <p:nvPr/>
            </p:nvSpPr>
            <p:spPr bwMode="auto">
              <a:xfrm>
                <a:off x="1363663" y="5253038"/>
                <a:ext cx="3057525" cy="803275"/>
              </a:xfrm>
              <a:custGeom>
                <a:avLst/>
                <a:gdLst>
                  <a:gd name="T0" fmla="*/ 1270 w 1926"/>
                  <a:gd name="T1" fmla="*/ 506 h 506"/>
                  <a:gd name="T2" fmla="*/ 0 w 1926"/>
                  <a:gd name="T3" fmla="*/ 506 h 506"/>
                  <a:gd name="T4" fmla="*/ 0 w 1926"/>
                  <a:gd name="T5" fmla="*/ 448 h 506"/>
                  <a:gd name="T6" fmla="*/ 1251 w 1926"/>
                  <a:gd name="T7" fmla="*/ 448 h 506"/>
                  <a:gd name="T8" fmla="*/ 1893 w 1926"/>
                  <a:gd name="T9" fmla="*/ 0 h 506"/>
                  <a:gd name="T10" fmla="*/ 1926 w 1926"/>
                  <a:gd name="T11" fmla="*/ 45 h 506"/>
                  <a:gd name="T12" fmla="*/ 1270 w 1926"/>
                  <a:gd name="T13" fmla="*/ 506 h 506"/>
                </a:gdLst>
                <a:ahLst/>
                <a:cxnLst>
                  <a:cxn ang="0">
                    <a:pos x="T0" y="T1"/>
                  </a:cxn>
                  <a:cxn ang="0">
                    <a:pos x="T2" y="T3"/>
                  </a:cxn>
                  <a:cxn ang="0">
                    <a:pos x="T4" y="T5"/>
                  </a:cxn>
                  <a:cxn ang="0">
                    <a:pos x="T6" y="T7"/>
                  </a:cxn>
                  <a:cxn ang="0">
                    <a:pos x="T8" y="T9"/>
                  </a:cxn>
                  <a:cxn ang="0">
                    <a:pos x="T10" y="T11"/>
                  </a:cxn>
                  <a:cxn ang="0">
                    <a:pos x="T12" y="T13"/>
                  </a:cxn>
                </a:cxnLst>
                <a:rect l="0" t="0" r="r" b="b"/>
                <a:pathLst>
                  <a:path w="1926" h="506">
                    <a:moveTo>
                      <a:pt x="1270" y="506"/>
                    </a:moveTo>
                    <a:lnTo>
                      <a:pt x="0" y="506"/>
                    </a:lnTo>
                    <a:lnTo>
                      <a:pt x="0" y="448"/>
                    </a:lnTo>
                    <a:lnTo>
                      <a:pt x="1251" y="448"/>
                    </a:lnTo>
                    <a:lnTo>
                      <a:pt x="1893" y="0"/>
                    </a:lnTo>
                    <a:lnTo>
                      <a:pt x="1926" y="45"/>
                    </a:lnTo>
                    <a:lnTo>
                      <a:pt x="1270" y="506"/>
                    </a:ln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25" name="Freeform 24">
                <a:extLst>
                  <a:ext uri="{FF2B5EF4-FFF2-40B4-BE49-F238E27FC236}">
                    <a16:creationId xmlns:a16="http://schemas.microsoft.com/office/drawing/2014/main" id="{49882A93-2455-4BE3-A203-B5A7C2A1C477}"/>
                  </a:ext>
                </a:extLst>
              </p:cNvPr>
              <p:cNvSpPr>
                <a:spLocks noEditPoints="1"/>
              </p:cNvSpPr>
              <p:nvPr/>
            </p:nvSpPr>
            <p:spPr bwMode="auto">
              <a:xfrm>
                <a:off x="947738" y="5310188"/>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20"/>
                      <a:pt x="20" y="0"/>
                      <a:pt x="44" y="0"/>
                    </a:cubicBezTo>
                    <a:cubicBezTo>
                      <a:pt x="68" y="0"/>
                      <a:pt x="88" y="20"/>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26" name="Freeform 25">
                <a:extLst>
                  <a:ext uri="{FF2B5EF4-FFF2-40B4-BE49-F238E27FC236}">
                    <a16:creationId xmlns:a16="http://schemas.microsoft.com/office/drawing/2014/main" id="{35DFB328-1E5F-418E-A936-CB01C3AA709B}"/>
                  </a:ext>
                </a:extLst>
              </p:cNvPr>
              <p:cNvSpPr>
                <a:spLocks noEditPoints="1"/>
              </p:cNvSpPr>
              <p:nvPr/>
            </p:nvSpPr>
            <p:spPr bwMode="auto">
              <a:xfrm>
                <a:off x="1106488" y="5843588"/>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20"/>
                      <a:pt x="20" y="0"/>
                      <a:pt x="44" y="0"/>
                    </a:cubicBezTo>
                    <a:cubicBezTo>
                      <a:pt x="68" y="0"/>
                      <a:pt x="88" y="20"/>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27" name="Freeform 26">
                <a:extLst>
                  <a:ext uri="{FF2B5EF4-FFF2-40B4-BE49-F238E27FC236}">
                    <a16:creationId xmlns:a16="http://schemas.microsoft.com/office/drawing/2014/main" id="{95D8B28B-BCAA-44F1-AD44-3672123F35E0}"/>
                  </a:ext>
                </a:extLst>
              </p:cNvPr>
              <p:cNvSpPr>
                <a:spLocks noEditPoints="1"/>
              </p:cNvSpPr>
              <p:nvPr/>
            </p:nvSpPr>
            <p:spPr bwMode="auto">
              <a:xfrm>
                <a:off x="488950" y="5843588"/>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20"/>
                      <a:pt x="20" y="0"/>
                      <a:pt x="44" y="0"/>
                    </a:cubicBezTo>
                    <a:cubicBezTo>
                      <a:pt x="68" y="0"/>
                      <a:pt x="88" y="20"/>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28" name="Freeform 27">
                <a:extLst>
                  <a:ext uri="{FF2B5EF4-FFF2-40B4-BE49-F238E27FC236}">
                    <a16:creationId xmlns:a16="http://schemas.microsoft.com/office/drawing/2014/main" id="{1F6A1139-BE1A-4B03-AA8C-7F2B97B761A2}"/>
                  </a:ext>
                </a:extLst>
              </p:cNvPr>
              <p:cNvSpPr>
                <a:spLocks noEditPoints="1"/>
              </p:cNvSpPr>
              <p:nvPr/>
            </p:nvSpPr>
            <p:spPr bwMode="auto">
              <a:xfrm>
                <a:off x="207963" y="5310188"/>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20"/>
                      <a:pt x="20" y="0"/>
                      <a:pt x="44" y="0"/>
                    </a:cubicBezTo>
                    <a:cubicBezTo>
                      <a:pt x="68" y="0"/>
                      <a:pt x="88" y="20"/>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29" name="Freeform 28">
                <a:extLst>
                  <a:ext uri="{FF2B5EF4-FFF2-40B4-BE49-F238E27FC236}">
                    <a16:creationId xmlns:a16="http://schemas.microsoft.com/office/drawing/2014/main" id="{4E287759-C4C4-4DEE-98A8-665AF5456666}"/>
                  </a:ext>
                </a:extLst>
              </p:cNvPr>
              <p:cNvSpPr>
                <a:spLocks noEditPoints="1"/>
              </p:cNvSpPr>
              <p:nvPr/>
            </p:nvSpPr>
            <p:spPr bwMode="auto">
              <a:xfrm>
                <a:off x="795338" y="4060825"/>
                <a:ext cx="333375" cy="331788"/>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20"/>
                      <a:pt x="20" y="0"/>
                      <a:pt x="44" y="0"/>
                    </a:cubicBezTo>
                    <a:cubicBezTo>
                      <a:pt x="68" y="0"/>
                      <a:pt x="88" y="20"/>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30" name="Freeform 29">
                <a:extLst>
                  <a:ext uri="{FF2B5EF4-FFF2-40B4-BE49-F238E27FC236}">
                    <a16:creationId xmlns:a16="http://schemas.microsoft.com/office/drawing/2014/main" id="{2A155A82-29DD-449B-AD04-F49B115E905C}"/>
                  </a:ext>
                </a:extLst>
              </p:cNvPr>
              <p:cNvSpPr>
                <a:spLocks noEditPoints="1"/>
              </p:cNvSpPr>
              <p:nvPr/>
            </p:nvSpPr>
            <p:spPr bwMode="auto">
              <a:xfrm>
                <a:off x="215900" y="3708400"/>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19"/>
                      <a:pt x="20" y="0"/>
                      <a:pt x="44" y="0"/>
                    </a:cubicBezTo>
                    <a:cubicBezTo>
                      <a:pt x="68" y="0"/>
                      <a:pt x="88" y="19"/>
                      <a:pt x="88" y="44"/>
                    </a:cubicBezTo>
                    <a:cubicBezTo>
                      <a:pt x="88" y="68"/>
                      <a:pt x="68" y="88"/>
                      <a:pt x="44" y="88"/>
                    </a:cubicBezTo>
                    <a:close/>
                    <a:moveTo>
                      <a:pt x="44" y="24"/>
                    </a:moveTo>
                    <a:cubicBezTo>
                      <a:pt x="33" y="24"/>
                      <a:pt x="24" y="32"/>
                      <a:pt x="24" y="44"/>
                    </a:cubicBezTo>
                    <a:cubicBezTo>
                      <a:pt x="24" y="55"/>
                      <a:pt x="33" y="64"/>
                      <a:pt x="44" y="64"/>
                    </a:cubicBezTo>
                    <a:cubicBezTo>
                      <a:pt x="55" y="64"/>
                      <a:pt x="64" y="55"/>
                      <a:pt x="64" y="44"/>
                    </a:cubicBezTo>
                    <a:cubicBezTo>
                      <a:pt x="64" y="32"/>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31" name="Freeform 30">
                <a:extLst>
                  <a:ext uri="{FF2B5EF4-FFF2-40B4-BE49-F238E27FC236}">
                    <a16:creationId xmlns:a16="http://schemas.microsoft.com/office/drawing/2014/main" id="{F2D8B5A2-0D89-4949-97BC-3DE1F189530B}"/>
                  </a:ext>
                </a:extLst>
              </p:cNvPr>
              <p:cNvSpPr>
                <a:spLocks noEditPoints="1"/>
              </p:cNvSpPr>
              <p:nvPr/>
            </p:nvSpPr>
            <p:spPr bwMode="auto">
              <a:xfrm>
                <a:off x="5702300" y="5884863"/>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20"/>
                      <a:pt x="20" y="0"/>
                      <a:pt x="44" y="0"/>
                    </a:cubicBezTo>
                    <a:cubicBezTo>
                      <a:pt x="68" y="0"/>
                      <a:pt x="88" y="20"/>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32" name="Freeform 31">
                <a:extLst>
                  <a:ext uri="{FF2B5EF4-FFF2-40B4-BE49-F238E27FC236}">
                    <a16:creationId xmlns:a16="http://schemas.microsoft.com/office/drawing/2014/main" id="{2CBAABB5-83DD-4C08-B1E9-A2BB23824662}"/>
                  </a:ext>
                </a:extLst>
              </p:cNvPr>
              <p:cNvSpPr>
                <a:spLocks noEditPoints="1"/>
              </p:cNvSpPr>
              <p:nvPr/>
            </p:nvSpPr>
            <p:spPr bwMode="auto">
              <a:xfrm>
                <a:off x="4641850" y="5764213"/>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20"/>
                      <a:pt x="20" y="0"/>
                      <a:pt x="44" y="0"/>
                    </a:cubicBezTo>
                    <a:cubicBezTo>
                      <a:pt x="69" y="0"/>
                      <a:pt x="88" y="20"/>
                      <a:pt x="88" y="44"/>
                    </a:cubicBezTo>
                    <a:cubicBezTo>
                      <a:pt x="88" y="68"/>
                      <a:pt x="69"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33" name="Rectangle 32">
                <a:extLst>
                  <a:ext uri="{FF2B5EF4-FFF2-40B4-BE49-F238E27FC236}">
                    <a16:creationId xmlns:a16="http://schemas.microsoft.com/office/drawing/2014/main" id="{43FF8BDC-3425-4474-AFB3-B276B1798C37}"/>
                  </a:ext>
                </a:extLst>
              </p:cNvPr>
              <p:cNvSpPr>
                <a:spLocks noChangeArrowheads="1"/>
              </p:cNvSpPr>
              <p:nvPr/>
            </p:nvSpPr>
            <p:spPr bwMode="auto">
              <a:xfrm>
                <a:off x="6461125" y="5299074"/>
                <a:ext cx="90488" cy="1558925"/>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34" name="Freeform 33">
                <a:extLst>
                  <a:ext uri="{FF2B5EF4-FFF2-40B4-BE49-F238E27FC236}">
                    <a16:creationId xmlns:a16="http://schemas.microsoft.com/office/drawing/2014/main" id="{C2E6FEB6-D1EE-4D9E-B90D-68B902C4B803}"/>
                  </a:ext>
                </a:extLst>
              </p:cNvPr>
              <p:cNvSpPr>
                <a:spLocks/>
              </p:cNvSpPr>
              <p:nvPr/>
            </p:nvSpPr>
            <p:spPr bwMode="auto">
              <a:xfrm>
                <a:off x="6884988" y="5299074"/>
                <a:ext cx="1481138" cy="1558925"/>
              </a:xfrm>
              <a:custGeom>
                <a:avLst/>
                <a:gdLst>
                  <a:gd name="T0" fmla="*/ 933 w 933"/>
                  <a:gd name="T1" fmla="*/ 877 h 877"/>
                  <a:gd name="T2" fmla="*/ 876 w 933"/>
                  <a:gd name="T3" fmla="*/ 877 h 877"/>
                  <a:gd name="T4" fmla="*/ 876 w 933"/>
                  <a:gd name="T5" fmla="*/ 467 h 877"/>
                  <a:gd name="T6" fmla="*/ 0 w 933"/>
                  <a:gd name="T7" fmla="*/ 467 h 877"/>
                  <a:gd name="T8" fmla="*/ 0 w 933"/>
                  <a:gd name="T9" fmla="*/ 0 h 877"/>
                  <a:gd name="T10" fmla="*/ 57 w 933"/>
                  <a:gd name="T11" fmla="*/ 0 h 877"/>
                  <a:gd name="T12" fmla="*/ 57 w 933"/>
                  <a:gd name="T13" fmla="*/ 410 h 877"/>
                  <a:gd name="T14" fmla="*/ 933 w 933"/>
                  <a:gd name="T15" fmla="*/ 410 h 877"/>
                  <a:gd name="T16" fmla="*/ 933 w 933"/>
                  <a:gd name="T17" fmla="*/ 877 h 8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3" h="877">
                    <a:moveTo>
                      <a:pt x="933" y="877"/>
                    </a:moveTo>
                    <a:lnTo>
                      <a:pt x="876" y="877"/>
                    </a:lnTo>
                    <a:lnTo>
                      <a:pt x="876" y="467"/>
                    </a:lnTo>
                    <a:lnTo>
                      <a:pt x="0" y="467"/>
                    </a:lnTo>
                    <a:lnTo>
                      <a:pt x="0" y="0"/>
                    </a:lnTo>
                    <a:lnTo>
                      <a:pt x="57" y="0"/>
                    </a:lnTo>
                    <a:lnTo>
                      <a:pt x="57" y="410"/>
                    </a:lnTo>
                    <a:lnTo>
                      <a:pt x="933" y="410"/>
                    </a:lnTo>
                    <a:lnTo>
                      <a:pt x="933" y="877"/>
                    </a:ln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35" name="Freeform 34">
                <a:extLst>
                  <a:ext uri="{FF2B5EF4-FFF2-40B4-BE49-F238E27FC236}">
                    <a16:creationId xmlns:a16="http://schemas.microsoft.com/office/drawing/2014/main" id="{7E7AFE70-76AA-46DB-A091-97BB05C35744}"/>
                  </a:ext>
                </a:extLst>
              </p:cNvPr>
              <p:cNvSpPr>
                <a:spLocks/>
              </p:cNvSpPr>
              <p:nvPr/>
            </p:nvSpPr>
            <p:spPr bwMode="auto">
              <a:xfrm>
                <a:off x="7308850" y="5299074"/>
                <a:ext cx="1481138" cy="1558925"/>
              </a:xfrm>
              <a:custGeom>
                <a:avLst/>
                <a:gdLst>
                  <a:gd name="T0" fmla="*/ 933 w 933"/>
                  <a:gd name="T1" fmla="*/ 877 h 877"/>
                  <a:gd name="T2" fmla="*/ 876 w 933"/>
                  <a:gd name="T3" fmla="*/ 877 h 877"/>
                  <a:gd name="T4" fmla="*/ 876 w 933"/>
                  <a:gd name="T5" fmla="*/ 314 h 877"/>
                  <a:gd name="T6" fmla="*/ 0 w 933"/>
                  <a:gd name="T7" fmla="*/ 314 h 877"/>
                  <a:gd name="T8" fmla="*/ 0 w 933"/>
                  <a:gd name="T9" fmla="*/ 0 h 877"/>
                  <a:gd name="T10" fmla="*/ 57 w 933"/>
                  <a:gd name="T11" fmla="*/ 0 h 877"/>
                  <a:gd name="T12" fmla="*/ 57 w 933"/>
                  <a:gd name="T13" fmla="*/ 257 h 877"/>
                  <a:gd name="T14" fmla="*/ 933 w 933"/>
                  <a:gd name="T15" fmla="*/ 257 h 877"/>
                  <a:gd name="T16" fmla="*/ 933 w 933"/>
                  <a:gd name="T17" fmla="*/ 877 h 8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3" h="877">
                    <a:moveTo>
                      <a:pt x="933" y="877"/>
                    </a:moveTo>
                    <a:lnTo>
                      <a:pt x="876" y="877"/>
                    </a:lnTo>
                    <a:lnTo>
                      <a:pt x="876" y="314"/>
                    </a:lnTo>
                    <a:lnTo>
                      <a:pt x="0" y="314"/>
                    </a:lnTo>
                    <a:lnTo>
                      <a:pt x="0" y="0"/>
                    </a:lnTo>
                    <a:lnTo>
                      <a:pt x="57" y="0"/>
                    </a:lnTo>
                    <a:lnTo>
                      <a:pt x="57" y="257"/>
                    </a:lnTo>
                    <a:lnTo>
                      <a:pt x="933" y="257"/>
                    </a:lnTo>
                    <a:lnTo>
                      <a:pt x="933" y="877"/>
                    </a:ln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36" name="Rectangle 35">
                <a:extLst>
                  <a:ext uri="{FF2B5EF4-FFF2-40B4-BE49-F238E27FC236}">
                    <a16:creationId xmlns:a16="http://schemas.microsoft.com/office/drawing/2014/main" id="{EF39BA17-4B01-4639-9BCF-7638759CA2C9}"/>
                  </a:ext>
                </a:extLst>
              </p:cNvPr>
              <p:cNvSpPr>
                <a:spLocks noChangeArrowheads="1"/>
              </p:cNvSpPr>
              <p:nvPr/>
            </p:nvSpPr>
            <p:spPr bwMode="auto">
              <a:xfrm>
                <a:off x="5824538" y="6173788"/>
                <a:ext cx="90488" cy="684212"/>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37" name="Freeform 36">
                <a:extLst>
                  <a:ext uri="{FF2B5EF4-FFF2-40B4-BE49-F238E27FC236}">
                    <a16:creationId xmlns:a16="http://schemas.microsoft.com/office/drawing/2014/main" id="{E1BAEDAA-B346-4E93-859E-74FEDB940F9C}"/>
                  </a:ext>
                </a:extLst>
              </p:cNvPr>
              <p:cNvSpPr>
                <a:spLocks noEditPoints="1"/>
              </p:cNvSpPr>
              <p:nvPr/>
            </p:nvSpPr>
            <p:spPr bwMode="auto">
              <a:xfrm>
                <a:off x="10150475" y="6049963"/>
                <a:ext cx="333375" cy="331788"/>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19"/>
                      <a:pt x="20" y="0"/>
                      <a:pt x="44" y="0"/>
                    </a:cubicBezTo>
                    <a:cubicBezTo>
                      <a:pt x="68" y="0"/>
                      <a:pt x="88" y="19"/>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38" name="Freeform 37">
                <a:extLst>
                  <a:ext uri="{FF2B5EF4-FFF2-40B4-BE49-F238E27FC236}">
                    <a16:creationId xmlns:a16="http://schemas.microsoft.com/office/drawing/2014/main" id="{4496FB95-FF48-44C5-8A84-EA25F0DE2BAE}"/>
                  </a:ext>
                </a:extLst>
              </p:cNvPr>
              <p:cNvSpPr>
                <a:spLocks noEditPoints="1"/>
              </p:cNvSpPr>
              <p:nvPr/>
            </p:nvSpPr>
            <p:spPr bwMode="auto">
              <a:xfrm>
                <a:off x="10150475" y="4219575"/>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20"/>
                      <a:pt x="20" y="0"/>
                      <a:pt x="44" y="0"/>
                    </a:cubicBezTo>
                    <a:cubicBezTo>
                      <a:pt x="68" y="0"/>
                      <a:pt x="88" y="20"/>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39" name="Freeform 38">
                <a:extLst>
                  <a:ext uri="{FF2B5EF4-FFF2-40B4-BE49-F238E27FC236}">
                    <a16:creationId xmlns:a16="http://schemas.microsoft.com/office/drawing/2014/main" id="{276B9B64-9131-4AAE-B9FF-E412E55817B0}"/>
                  </a:ext>
                </a:extLst>
              </p:cNvPr>
              <p:cNvSpPr>
                <a:spLocks noEditPoints="1"/>
              </p:cNvSpPr>
              <p:nvPr/>
            </p:nvSpPr>
            <p:spPr bwMode="auto">
              <a:xfrm>
                <a:off x="10150475" y="4886325"/>
                <a:ext cx="333375" cy="331788"/>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19"/>
                      <a:pt x="20" y="0"/>
                      <a:pt x="44" y="0"/>
                    </a:cubicBezTo>
                    <a:cubicBezTo>
                      <a:pt x="68" y="0"/>
                      <a:pt x="88" y="19"/>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40" name="Freeform 39">
                <a:extLst>
                  <a:ext uri="{FF2B5EF4-FFF2-40B4-BE49-F238E27FC236}">
                    <a16:creationId xmlns:a16="http://schemas.microsoft.com/office/drawing/2014/main" id="{7581C431-7708-454E-A880-F28093B6CF47}"/>
                  </a:ext>
                </a:extLst>
              </p:cNvPr>
              <p:cNvSpPr>
                <a:spLocks noEditPoints="1"/>
              </p:cNvSpPr>
              <p:nvPr/>
            </p:nvSpPr>
            <p:spPr bwMode="auto">
              <a:xfrm>
                <a:off x="10150475" y="3148013"/>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19"/>
                      <a:pt x="20" y="0"/>
                      <a:pt x="44" y="0"/>
                    </a:cubicBezTo>
                    <a:cubicBezTo>
                      <a:pt x="68" y="0"/>
                      <a:pt x="88" y="19"/>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41" name="Rectangle 40">
                <a:extLst>
                  <a:ext uri="{FF2B5EF4-FFF2-40B4-BE49-F238E27FC236}">
                    <a16:creationId xmlns:a16="http://schemas.microsoft.com/office/drawing/2014/main" id="{D2E8318B-BB50-4792-855D-70AAF9E01B88}"/>
                  </a:ext>
                </a:extLst>
              </p:cNvPr>
              <p:cNvSpPr>
                <a:spLocks noChangeArrowheads="1"/>
              </p:cNvSpPr>
              <p:nvPr/>
            </p:nvSpPr>
            <p:spPr bwMode="auto">
              <a:xfrm>
                <a:off x="10272713" y="6337300"/>
                <a:ext cx="90488" cy="520700"/>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42" name="Freeform 41">
                <a:extLst>
                  <a:ext uri="{FF2B5EF4-FFF2-40B4-BE49-F238E27FC236}">
                    <a16:creationId xmlns:a16="http://schemas.microsoft.com/office/drawing/2014/main" id="{A6E29741-B7FB-4378-9F65-6B22B6393FD8}"/>
                  </a:ext>
                </a:extLst>
              </p:cNvPr>
              <p:cNvSpPr>
                <a:spLocks noEditPoints="1"/>
              </p:cNvSpPr>
              <p:nvPr/>
            </p:nvSpPr>
            <p:spPr bwMode="auto">
              <a:xfrm>
                <a:off x="10533063" y="6564313"/>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9"/>
                      <a:pt x="0" y="44"/>
                    </a:cubicBezTo>
                    <a:cubicBezTo>
                      <a:pt x="0" y="20"/>
                      <a:pt x="20" y="0"/>
                      <a:pt x="44" y="0"/>
                    </a:cubicBezTo>
                    <a:cubicBezTo>
                      <a:pt x="68" y="0"/>
                      <a:pt x="88" y="20"/>
                      <a:pt x="88" y="44"/>
                    </a:cubicBezTo>
                    <a:cubicBezTo>
                      <a:pt x="88" y="69"/>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43" name="Rectangle 42">
                <a:extLst>
                  <a:ext uri="{FF2B5EF4-FFF2-40B4-BE49-F238E27FC236}">
                    <a16:creationId xmlns:a16="http://schemas.microsoft.com/office/drawing/2014/main" id="{C5CF7F24-F480-4687-9E3F-9F527758D8AD}"/>
                  </a:ext>
                </a:extLst>
              </p:cNvPr>
              <p:cNvSpPr>
                <a:spLocks noChangeArrowheads="1"/>
              </p:cNvSpPr>
              <p:nvPr/>
            </p:nvSpPr>
            <p:spPr bwMode="auto">
              <a:xfrm>
                <a:off x="10655300" y="5784850"/>
                <a:ext cx="90488" cy="825500"/>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44" name="Rectangle 43">
                <a:extLst>
                  <a:ext uri="{FF2B5EF4-FFF2-40B4-BE49-F238E27FC236}">
                    <a16:creationId xmlns:a16="http://schemas.microsoft.com/office/drawing/2014/main" id="{5301977F-C754-47C5-AA24-960811674C8A}"/>
                  </a:ext>
                </a:extLst>
              </p:cNvPr>
              <p:cNvSpPr>
                <a:spLocks noChangeArrowheads="1"/>
              </p:cNvSpPr>
              <p:nvPr/>
            </p:nvSpPr>
            <p:spPr bwMode="auto">
              <a:xfrm>
                <a:off x="4762500" y="5299075"/>
                <a:ext cx="90488" cy="536575"/>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45" name="Rectangle 44">
                <a:extLst>
                  <a:ext uri="{FF2B5EF4-FFF2-40B4-BE49-F238E27FC236}">
                    <a16:creationId xmlns:a16="http://schemas.microsoft.com/office/drawing/2014/main" id="{D00554FD-DAB0-46D1-A428-30427AF02EEE}"/>
                  </a:ext>
                </a:extLst>
              </p:cNvPr>
              <p:cNvSpPr>
                <a:spLocks noChangeArrowheads="1"/>
              </p:cNvSpPr>
              <p:nvPr/>
            </p:nvSpPr>
            <p:spPr bwMode="auto">
              <a:xfrm>
                <a:off x="10272713" y="3386138"/>
                <a:ext cx="90488" cy="877888"/>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46" name="Freeform 45">
                <a:extLst>
                  <a:ext uri="{FF2B5EF4-FFF2-40B4-BE49-F238E27FC236}">
                    <a16:creationId xmlns:a16="http://schemas.microsoft.com/office/drawing/2014/main" id="{ED93F65E-E922-4B58-9CCF-C7BABEDDAEA9}"/>
                  </a:ext>
                </a:extLst>
              </p:cNvPr>
              <p:cNvSpPr>
                <a:spLocks noEditPoints="1"/>
              </p:cNvSpPr>
              <p:nvPr/>
            </p:nvSpPr>
            <p:spPr bwMode="auto">
              <a:xfrm>
                <a:off x="10150475" y="2571750"/>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9"/>
                      <a:pt x="0" y="44"/>
                    </a:cubicBezTo>
                    <a:cubicBezTo>
                      <a:pt x="0" y="20"/>
                      <a:pt x="20" y="0"/>
                      <a:pt x="44" y="0"/>
                    </a:cubicBezTo>
                    <a:cubicBezTo>
                      <a:pt x="68" y="0"/>
                      <a:pt x="88" y="20"/>
                      <a:pt x="88" y="44"/>
                    </a:cubicBezTo>
                    <a:cubicBezTo>
                      <a:pt x="88" y="69"/>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47" name="Freeform 46">
                <a:extLst>
                  <a:ext uri="{FF2B5EF4-FFF2-40B4-BE49-F238E27FC236}">
                    <a16:creationId xmlns:a16="http://schemas.microsoft.com/office/drawing/2014/main" id="{8D7DC1AB-0DE0-4711-88EB-94F03254755D}"/>
                  </a:ext>
                </a:extLst>
              </p:cNvPr>
              <p:cNvSpPr>
                <a:spLocks noEditPoints="1"/>
              </p:cNvSpPr>
              <p:nvPr/>
            </p:nvSpPr>
            <p:spPr bwMode="auto">
              <a:xfrm>
                <a:off x="10150475" y="1500188"/>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20"/>
                      <a:pt x="20" y="0"/>
                      <a:pt x="44" y="0"/>
                    </a:cubicBezTo>
                    <a:cubicBezTo>
                      <a:pt x="68" y="0"/>
                      <a:pt x="88" y="20"/>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48" name="Freeform 47">
                <a:extLst>
                  <a:ext uri="{FF2B5EF4-FFF2-40B4-BE49-F238E27FC236}">
                    <a16:creationId xmlns:a16="http://schemas.microsoft.com/office/drawing/2014/main" id="{059E3498-692E-4B0D-A35B-ACFF56981E00}"/>
                  </a:ext>
                </a:extLst>
              </p:cNvPr>
              <p:cNvSpPr>
                <a:spLocks noEditPoints="1"/>
              </p:cNvSpPr>
              <p:nvPr/>
            </p:nvSpPr>
            <p:spPr bwMode="auto">
              <a:xfrm>
                <a:off x="4217988" y="493713"/>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19"/>
                      <a:pt x="20" y="0"/>
                      <a:pt x="44" y="0"/>
                    </a:cubicBezTo>
                    <a:cubicBezTo>
                      <a:pt x="69" y="0"/>
                      <a:pt x="88" y="19"/>
                      <a:pt x="88" y="44"/>
                    </a:cubicBezTo>
                    <a:cubicBezTo>
                      <a:pt x="88" y="68"/>
                      <a:pt x="69"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49" name="Freeform 48">
                <a:extLst>
                  <a:ext uri="{FF2B5EF4-FFF2-40B4-BE49-F238E27FC236}">
                    <a16:creationId xmlns:a16="http://schemas.microsoft.com/office/drawing/2014/main" id="{78E17970-4FF5-4BF7-8202-CAFF63919C45}"/>
                  </a:ext>
                </a:extLst>
              </p:cNvPr>
              <p:cNvSpPr>
                <a:spLocks noEditPoints="1"/>
              </p:cNvSpPr>
              <p:nvPr/>
            </p:nvSpPr>
            <p:spPr bwMode="auto">
              <a:xfrm>
                <a:off x="1489075" y="1928813"/>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19" y="88"/>
                      <a:pt x="0" y="68"/>
                      <a:pt x="0" y="44"/>
                    </a:cubicBezTo>
                    <a:cubicBezTo>
                      <a:pt x="0" y="20"/>
                      <a:pt x="19" y="0"/>
                      <a:pt x="44" y="0"/>
                    </a:cubicBezTo>
                    <a:cubicBezTo>
                      <a:pt x="68" y="0"/>
                      <a:pt x="88" y="20"/>
                      <a:pt x="88" y="44"/>
                    </a:cubicBezTo>
                    <a:cubicBezTo>
                      <a:pt x="88" y="68"/>
                      <a:pt x="68" y="88"/>
                      <a:pt x="44" y="88"/>
                    </a:cubicBezTo>
                    <a:close/>
                    <a:moveTo>
                      <a:pt x="44" y="24"/>
                    </a:moveTo>
                    <a:cubicBezTo>
                      <a:pt x="32" y="24"/>
                      <a:pt x="24" y="33"/>
                      <a:pt x="24" y="44"/>
                    </a:cubicBezTo>
                    <a:cubicBezTo>
                      <a:pt x="24" y="55"/>
                      <a:pt x="32"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50" name="Freeform 49">
                <a:extLst>
                  <a:ext uri="{FF2B5EF4-FFF2-40B4-BE49-F238E27FC236}">
                    <a16:creationId xmlns:a16="http://schemas.microsoft.com/office/drawing/2014/main" id="{249D29B8-38D6-4376-B97F-22469EB14898}"/>
                  </a:ext>
                </a:extLst>
              </p:cNvPr>
              <p:cNvSpPr>
                <a:spLocks noEditPoints="1"/>
              </p:cNvSpPr>
              <p:nvPr/>
            </p:nvSpPr>
            <p:spPr bwMode="auto">
              <a:xfrm>
                <a:off x="10393363" y="508000"/>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19"/>
                      <a:pt x="20" y="0"/>
                      <a:pt x="44" y="0"/>
                    </a:cubicBezTo>
                    <a:cubicBezTo>
                      <a:pt x="68" y="0"/>
                      <a:pt x="88" y="19"/>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51" name="Rectangle 50">
                <a:extLst>
                  <a:ext uri="{FF2B5EF4-FFF2-40B4-BE49-F238E27FC236}">
                    <a16:creationId xmlns:a16="http://schemas.microsoft.com/office/drawing/2014/main" id="{08DA4A68-B020-46A0-9DAC-0026F78A529F}"/>
                  </a:ext>
                </a:extLst>
              </p:cNvPr>
              <p:cNvSpPr>
                <a:spLocks noChangeArrowheads="1"/>
              </p:cNvSpPr>
              <p:nvPr/>
            </p:nvSpPr>
            <p:spPr bwMode="auto">
              <a:xfrm>
                <a:off x="10272713" y="1743075"/>
                <a:ext cx="90488" cy="874713"/>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52" name="Freeform 51">
                <a:extLst>
                  <a:ext uri="{FF2B5EF4-FFF2-40B4-BE49-F238E27FC236}">
                    <a16:creationId xmlns:a16="http://schemas.microsoft.com/office/drawing/2014/main" id="{D38154DF-11ED-44D4-97EC-5F1C2DE7876D}"/>
                  </a:ext>
                </a:extLst>
              </p:cNvPr>
              <p:cNvSpPr>
                <a:spLocks noEditPoints="1"/>
              </p:cNvSpPr>
              <p:nvPr/>
            </p:nvSpPr>
            <p:spPr bwMode="auto">
              <a:xfrm>
                <a:off x="3508375" y="781050"/>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19"/>
                      <a:pt x="20" y="0"/>
                      <a:pt x="44" y="0"/>
                    </a:cubicBezTo>
                    <a:cubicBezTo>
                      <a:pt x="68" y="0"/>
                      <a:pt x="88" y="19"/>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53" name="Rectangle 52">
                <a:extLst>
                  <a:ext uri="{FF2B5EF4-FFF2-40B4-BE49-F238E27FC236}">
                    <a16:creationId xmlns:a16="http://schemas.microsoft.com/office/drawing/2014/main" id="{15B6BD74-0BD5-463F-B5FA-E61B17F97C3C}"/>
                  </a:ext>
                </a:extLst>
              </p:cNvPr>
              <p:cNvSpPr>
                <a:spLocks noChangeArrowheads="1"/>
              </p:cNvSpPr>
              <p:nvPr/>
            </p:nvSpPr>
            <p:spPr bwMode="auto">
              <a:xfrm>
                <a:off x="3630613" y="0"/>
                <a:ext cx="90488" cy="827087"/>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54" name="Freeform 53">
                <a:extLst>
                  <a:ext uri="{FF2B5EF4-FFF2-40B4-BE49-F238E27FC236}">
                    <a16:creationId xmlns:a16="http://schemas.microsoft.com/office/drawing/2014/main" id="{C8347EAE-1694-4A39-947E-57064CC46AB2}"/>
                  </a:ext>
                </a:extLst>
              </p:cNvPr>
              <p:cNvSpPr>
                <a:spLocks noEditPoints="1"/>
              </p:cNvSpPr>
              <p:nvPr/>
            </p:nvSpPr>
            <p:spPr bwMode="auto">
              <a:xfrm>
                <a:off x="330200" y="2344738"/>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19"/>
                      <a:pt x="20" y="0"/>
                      <a:pt x="44" y="0"/>
                    </a:cubicBezTo>
                    <a:cubicBezTo>
                      <a:pt x="68" y="0"/>
                      <a:pt x="88" y="19"/>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55" name="Freeform 54">
                <a:extLst>
                  <a:ext uri="{FF2B5EF4-FFF2-40B4-BE49-F238E27FC236}">
                    <a16:creationId xmlns:a16="http://schemas.microsoft.com/office/drawing/2014/main" id="{175C7674-BCFC-4CEA-928B-19E69913E7A0}"/>
                  </a:ext>
                </a:extLst>
              </p:cNvPr>
              <p:cNvSpPr>
                <a:spLocks noEditPoints="1"/>
              </p:cNvSpPr>
              <p:nvPr/>
            </p:nvSpPr>
            <p:spPr bwMode="auto">
              <a:xfrm>
                <a:off x="330200" y="1270000"/>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20"/>
                      <a:pt x="20" y="0"/>
                      <a:pt x="44" y="0"/>
                    </a:cubicBezTo>
                    <a:cubicBezTo>
                      <a:pt x="68" y="0"/>
                      <a:pt x="88" y="20"/>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56" name="Rectangle 55">
                <a:extLst>
                  <a:ext uri="{FF2B5EF4-FFF2-40B4-BE49-F238E27FC236}">
                    <a16:creationId xmlns:a16="http://schemas.microsoft.com/office/drawing/2014/main" id="{62024AD6-50A7-4F40-AEEB-08E26FBE666A}"/>
                  </a:ext>
                </a:extLst>
              </p:cNvPr>
              <p:cNvSpPr>
                <a:spLocks noChangeArrowheads="1"/>
              </p:cNvSpPr>
              <p:nvPr/>
            </p:nvSpPr>
            <p:spPr bwMode="auto">
              <a:xfrm>
                <a:off x="450850" y="1511300"/>
                <a:ext cx="90488" cy="879475"/>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57" name="Freeform 56">
                <a:extLst>
                  <a:ext uri="{FF2B5EF4-FFF2-40B4-BE49-F238E27FC236}">
                    <a16:creationId xmlns:a16="http://schemas.microsoft.com/office/drawing/2014/main" id="{DB4EF13E-DBD0-4744-9529-B52EBFCF454A}"/>
                  </a:ext>
                </a:extLst>
              </p:cNvPr>
              <p:cNvSpPr>
                <a:spLocks noEditPoints="1"/>
              </p:cNvSpPr>
              <p:nvPr/>
            </p:nvSpPr>
            <p:spPr bwMode="auto">
              <a:xfrm>
                <a:off x="330200" y="576263"/>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9"/>
                      <a:pt x="0" y="44"/>
                    </a:cubicBezTo>
                    <a:cubicBezTo>
                      <a:pt x="0" y="20"/>
                      <a:pt x="20" y="0"/>
                      <a:pt x="44" y="0"/>
                    </a:cubicBezTo>
                    <a:cubicBezTo>
                      <a:pt x="68" y="0"/>
                      <a:pt x="88" y="20"/>
                      <a:pt x="88" y="44"/>
                    </a:cubicBezTo>
                    <a:cubicBezTo>
                      <a:pt x="88" y="69"/>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58" name="Rectangle 57">
                <a:extLst>
                  <a:ext uri="{FF2B5EF4-FFF2-40B4-BE49-F238E27FC236}">
                    <a16:creationId xmlns:a16="http://schemas.microsoft.com/office/drawing/2014/main" id="{696600C0-B38A-45E4-87AA-35E515E14E26}"/>
                  </a:ext>
                </a:extLst>
              </p:cNvPr>
              <p:cNvSpPr>
                <a:spLocks noChangeArrowheads="1"/>
              </p:cNvSpPr>
              <p:nvPr/>
            </p:nvSpPr>
            <p:spPr bwMode="auto">
              <a:xfrm>
                <a:off x="450850" y="0"/>
                <a:ext cx="90488" cy="622300"/>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59" name="Freeform 58">
                <a:extLst>
                  <a:ext uri="{FF2B5EF4-FFF2-40B4-BE49-F238E27FC236}">
                    <a16:creationId xmlns:a16="http://schemas.microsoft.com/office/drawing/2014/main" id="{D1363D1B-4325-437A-9EA4-AD21040F329A}"/>
                  </a:ext>
                </a:extLst>
              </p:cNvPr>
              <p:cNvSpPr>
                <a:spLocks noEditPoints="1"/>
              </p:cNvSpPr>
              <p:nvPr/>
            </p:nvSpPr>
            <p:spPr bwMode="auto">
              <a:xfrm>
                <a:off x="11199813" y="2519363"/>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19"/>
                      <a:pt x="20" y="0"/>
                      <a:pt x="44" y="0"/>
                    </a:cubicBezTo>
                    <a:cubicBezTo>
                      <a:pt x="68" y="0"/>
                      <a:pt x="88" y="19"/>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60" name="Rectangle 59">
                <a:extLst>
                  <a:ext uri="{FF2B5EF4-FFF2-40B4-BE49-F238E27FC236}">
                    <a16:creationId xmlns:a16="http://schemas.microsoft.com/office/drawing/2014/main" id="{EA069C20-9137-45BC-8E8B-76DE88571DAD}"/>
                  </a:ext>
                </a:extLst>
              </p:cNvPr>
              <p:cNvSpPr>
                <a:spLocks noChangeArrowheads="1"/>
              </p:cNvSpPr>
              <p:nvPr/>
            </p:nvSpPr>
            <p:spPr bwMode="auto">
              <a:xfrm>
                <a:off x="11322050" y="2806700"/>
                <a:ext cx="90488" cy="1866900"/>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61" name="Freeform 60">
                <a:extLst>
                  <a:ext uri="{FF2B5EF4-FFF2-40B4-BE49-F238E27FC236}">
                    <a16:creationId xmlns:a16="http://schemas.microsoft.com/office/drawing/2014/main" id="{0BD43229-65BD-4B2F-A95A-558BA028993B}"/>
                  </a:ext>
                </a:extLst>
              </p:cNvPr>
              <p:cNvSpPr>
                <a:spLocks/>
              </p:cNvSpPr>
              <p:nvPr/>
            </p:nvSpPr>
            <p:spPr bwMode="auto">
              <a:xfrm>
                <a:off x="10612438" y="679450"/>
                <a:ext cx="1579562" cy="415925"/>
              </a:xfrm>
              <a:custGeom>
                <a:avLst/>
                <a:gdLst>
                  <a:gd name="T0" fmla="*/ 934 w 934"/>
                  <a:gd name="T1" fmla="*/ 262 h 262"/>
                  <a:gd name="T2" fmla="*/ 308 w 934"/>
                  <a:gd name="T3" fmla="*/ 262 h 262"/>
                  <a:gd name="T4" fmla="*/ 0 w 934"/>
                  <a:gd name="T5" fmla="*/ 47 h 262"/>
                  <a:gd name="T6" fmla="*/ 34 w 934"/>
                  <a:gd name="T7" fmla="*/ 0 h 262"/>
                  <a:gd name="T8" fmla="*/ 325 w 934"/>
                  <a:gd name="T9" fmla="*/ 205 h 262"/>
                  <a:gd name="T10" fmla="*/ 934 w 934"/>
                  <a:gd name="T11" fmla="*/ 205 h 262"/>
                  <a:gd name="T12" fmla="*/ 934 w 934"/>
                  <a:gd name="T13" fmla="*/ 262 h 262"/>
                </a:gdLst>
                <a:ahLst/>
                <a:cxnLst>
                  <a:cxn ang="0">
                    <a:pos x="T0" y="T1"/>
                  </a:cxn>
                  <a:cxn ang="0">
                    <a:pos x="T2" y="T3"/>
                  </a:cxn>
                  <a:cxn ang="0">
                    <a:pos x="T4" y="T5"/>
                  </a:cxn>
                  <a:cxn ang="0">
                    <a:pos x="T6" y="T7"/>
                  </a:cxn>
                  <a:cxn ang="0">
                    <a:pos x="T8" y="T9"/>
                  </a:cxn>
                  <a:cxn ang="0">
                    <a:pos x="T10" y="T11"/>
                  </a:cxn>
                  <a:cxn ang="0">
                    <a:pos x="T12" y="T13"/>
                  </a:cxn>
                </a:cxnLst>
                <a:rect l="0" t="0" r="r" b="b"/>
                <a:pathLst>
                  <a:path w="934" h="262">
                    <a:moveTo>
                      <a:pt x="934" y="262"/>
                    </a:moveTo>
                    <a:lnTo>
                      <a:pt x="308" y="262"/>
                    </a:lnTo>
                    <a:lnTo>
                      <a:pt x="0" y="47"/>
                    </a:lnTo>
                    <a:lnTo>
                      <a:pt x="34" y="0"/>
                    </a:lnTo>
                    <a:lnTo>
                      <a:pt x="325" y="205"/>
                    </a:lnTo>
                    <a:lnTo>
                      <a:pt x="934" y="205"/>
                    </a:lnTo>
                    <a:lnTo>
                      <a:pt x="934" y="262"/>
                    </a:ln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62" name="Freeform 61">
                <a:extLst>
                  <a:ext uri="{FF2B5EF4-FFF2-40B4-BE49-F238E27FC236}">
                    <a16:creationId xmlns:a16="http://schemas.microsoft.com/office/drawing/2014/main" id="{95146E0B-94B0-4131-99A1-E3B0B1C70388}"/>
                  </a:ext>
                </a:extLst>
              </p:cNvPr>
              <p:cNvSpPr>
                <a:spLocks noEditPoints="1"/>
              </p:cNvSpPr>
              <p:nvPr/>
            </p:nvSpPr>
            <p:spPr bwMode="auto">
              <a:xfrm>
                <a:off x="10988675" y="1885950"/>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20"/>
                      <a:pt x="20" y="0"/>
                      <a:pt x="44" y="0"/>
                    </a:cubicBezTo>
                    <a:cubicBezTo>
                      <a:pt x="68" y="0"/>
                      <a:pt x="88" y="20"/>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63" name="Freeform 62">
                <a:extLst>
                  <a:ext uri="{FF2B5EF4-FFF2-40B4-BE49-F238E27FC236}">
                    <a16:creationId xmlns:a16="http://schemas.microsoft.com/office/drawing/2014/main" id="{3948B8C7-6DAE-4078-AF75-A61FB92A022F}"/>
                  </a:ext>
                </a:extLst>
              </p:cNvPr>
              <p:cNvSpPr>
                <a:spLocks/>
              </p:cNvSpPr>
              <p:nvPr/>
            </p:nvSpPr>
            <p:spPr bwMode="auto">
              <a:xfrm>
                <a:off x="11207750" y="2057400"/>
                <a:ext cx="1000125" cy="2082800"/>
              </a:xfrm>
              <a:custGeom>
                <a:avLst/>
                <a:gdLst>
                  <a:gd name="T0" fmla="*/ 599 w 630"/>
                  <a:gd name="T1" fmla="*/ 1312 h 1312"/>
                  <a:gd name="T2" fmla="*/ 287 w 630"/>
                  <a:gd name="T3" fmla="*/ 1092 h 1312"/>
                  <a:gd name="T4" fmla="*/ 287 w 630"/>
                  <a:gd name="T5" fmla="*/ 627 h 1312"/>
                  <a:gd name="T6" fmla="*/ 289 w 630"/>
                  <a:gd name="T7" fmla="*/ 627 h 1312"/>
                  <a:gd name="T8" fmla="*/ 289 w 630"/>
                  <a:gd name="T9" fmla="*/ 248 h 1312"/>
                  <a:gd name="T10" fmla="*/ 0 w 630"/>
                  <a:gd name="T11" fmla="*/ 47 h 1312"/>
                  <a:gd name="T12" fmla="*/ 34 w 630"/>
                  <a:gd name="T13" fmla="*/ 0 h 1312"/>
                  <a:gd name="T14" fmla="*/ 346 w 630"/>
                  <a:gd name="T15" fmla="*/ 219 h 1312"/>
                  <a:gd name="T16" fmla="*/ 346 w 630"/>
                  <a:gd name="T17" fmla="*/ 684 h 1312"/>
                  <a:gd name="T18" fmla="*/ 344 w 630"/>
                  <a:gd name="T19" fmla="*/ 684 h 1312"/>
                  <a:gd name="T20" fmla="*/ 344 w 630"/>
                  <a:gd name="T21" fmla="*/ 1064 h 1312"/>
                  <a:gd name="T22" fmla="*/ 630 w 630"/>
                  <a:gd name="T23" fmla="*/ 1264 h 1312"/>
                  <a:gd name="T24" fmla="*/ 599 w 630"/>
                  <a:gd name="T25" fmla="*/ 1312 h 1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30" h="1312">
                    <a:moveTo>
                      <a:pt x="599" y="1312"/>
                    </a:moveTo>
                    <a:lnTo>
                      <a:pt x="287" y="1092"/>
                    </a:lnTo>
                    <a:lnTo>
                      <a:pt x="287" y="627"/>
                    </a:lnTo>
                    <a:lnTo>
                      <a:pt x="289" y="627"/>
                    </a:lnTo>
                    <a:lnTo>
                      <a:pt x="289" y="248"/>
                    </a:lnTo>
                    <a:lnTo>
                      <a:pt x="0" y="47"/>
                    </a:lnTo>
                    <a:lnTo>
                      <a:pt x="34" y="0"/>
                    </a:lnTo>
                    <a:lnTo>
                      <a:pt x="346" y="219"/>
                    </a:lnTo>
                    <a:lnTo>
                      <a:pt x="346" y="684"/>
                    </a:lnTo>
                    <a:lnTo>
                      <a:pt x="344" y="684"/>
                    </a:lnTo>
                    <a:lnTo>
                      <a:pt x="344" y="1064"/>
                    </a:lnTo>
                    <a:lnTo>
                      <a:pt x="630" y="1264"/>
                    </a:lnTo>
                    <a:lnTo>
                      <a:pt x="599" y="1312"/>
                    </a:ln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64" name="Freeform 63">
                <a:extLst>
                  <a:ext uri="{FF2B5EF4-FFF2-40B4-BE49-F238E27FC236}">
                    <a16:creationId xmlns:a16="http://schemas.microsoft.com/office/drawing/2014/main" id="{C37C1290-C35E-4FF3-8738-2A5095FBE7FF}"/>
                  </a:ext>
                </a:extLst>
              </p:cNvPr>
              <p:cNvSpPr>
                <a:spLocks noEditPoints="1"/>
              </p:cNvSpPr>
              <p:nvPr/>
            </p:nvSpPr>
            <p:spPr bwMode="auto">
              <a:xfrm>
                <a:off x="11322050" y="4886325"/>
                <a:ext cx="333375" cy="331788"/>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19"/>
                      <a:pt x="20" y="0"/>
                      <a:pt x="44" y="0"/>
                    </a:cubicBezTo>
                    <a:cubicBezTo>
                      <a:pt x="68" y="0"/>
                      <a:pt x="88" y="19"/>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65" name="Freeform 64">
                <a:extLst>
                  <a:ext uri="{FF2B5EF4-FFF2-40B4-BE49-F238E27FC236}">
                    <a16:creationId xmlns:a16="http://schemas.microsoft.com/office/drawing/2014/main" id="{7129FBFD-E0AF-47A6-A6AC-4E4EC37889DA}"/>
                  </a:ext>
                </a:extLst>
              </p:cNvPr>
              <p:cNvSpPr>
                <a:spLocks noEditPoints="1"/>
              </p:cNvSpPr>
              <p:nvPr/>
            </p:nvSpPr>
            <p:spPr bwMode="auto">
              <a:xfrm>
                <a:off x="10814050" y="4165600"/>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20"/>
                      <a:pt x="20" y="0"/>
                      <a:pt x="44" y="0"/>
                    </a:cubicBezTo>
                    <a:cubicBezTo>
                      <a:pt x="68" y="0"/>
                      <a:pt x="88" y="20"/>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66" name="Freeform 65">
                <a:extLst>
                  <a:ext uri="{FF2B5EF4-FFF2-40B4-BE49-F238E27FC236}">
                    <a16:creationId xmlns:a16="http://schemas.microsoft.com/office/drawing/2014/main" id="{98139BEA-E093-4187-9E74-ED925AA442BA}"/>
                  </a:ext>
                </a:extLst>
              </p:cNvPr>
              <p:cNvSpPr>
                <a:spLocks/>
              </p:cNvSpPr>
              <p:nvPr/>
            </p:nvSpPr>
            <p:spPr bwMode="auto">
              <a:xfrm>
                <a:off x="10674350" y="4102100"/>
                <a:ext cx="265113" cy="223838"/>
              </a:xfrm>
              <a:custGeom>
                <a:avLst/>
                <a:gdLst>
                  <a:gd name="T0" fmla="*/ 133 w 167"/>
                  <a:gd name="T1" fmla="*/ 141 h 141"/>
                  <a:gd name="T2" fmla="*/ 0 w 167"/>
                  <a:gd name="T3" fmla="*/ 47 h 141"/>
                  <a:gd name="T4" fmla="*/ 33 w 167"/>
                  <a:gd name="T5" fmla="*/ 0 h 141"/>
                  <a:gd name="T6" fmla="*/ 167 w 167"/>
                  <a:gd name="T7" fmla="*/ 93 h 141"/>
                  <a:gd name="T8" fmla="*/ 133 w 167"/>
                  <a:gd name="T9" fmla="*/ 141 h 141"/>
                </a:gdLst>
                <a:ahLst/>
                <a:cxnLst>
                  <a:cxn ang="0">
                    <a:pos x="T0" y="T1"/>
                  </a:cxn>
                  <a:cxn ang="0">
                    <a:pos x="T2" y="T3"/>
                  </a:cxn>
                  <a:cxn ang="0">
                    <a:pos x="T4" y="T5"/>
                  </a:cxn>
                  <a:cxn ang="0">
                    <a:pos x="T6" y="T7"/>
                  </a:cxn>
                  <a:cxn ang="0">
                    <a:pos x="T8" y="T9"/>
                  </a:cxn>
                </a:cxnLst>
                <a:rect l="0" t="0" r="r" b="b"/>
                <a:pathLst>
                  <a:path w="167" h="141">
                    <a:moveTo>
                      <a:pt x="133" y="141"/>
                    </a:moveTo>
                    <a:lnTo>
                      <a:pt x="0" y="47"/>
                    </a:lnTo>
                    <a:lnTo>
                      <a:pt x="33" y="0"/>
                    </a:lnTo>
                    <a:lnTo>
                      <a:pt x="167" y="93"/>
                    </a:lnTo>
                    <a:lnTo>
                      <a:pt x="133" y="141"/>
                    </a:ln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67" name="Freeform 66">
                <a:extLst>
                  <a:ext uri="{FF2B5EF4-FFF2-40B4-BE49-F238E27FC236}">
                    <a16:creationId xmlns:a16="http://schemas.microsoft.com/office/drawing/2014/main" id="{CAB512FA-1838-4739-840F-40D14B9B5790}"/>
                  </a:ext>
                </a:extLst>
              </p:cNvPr>
              <p:cNvSpPr>
                <a:spLocks noEditPoints="1"/>
              </p:cNvSpPr>
              <p:nvPr/>
            </p:nvSpPr>
            <p:spPr bwMode="auto">
              <a:xfrm>
                <a:off x="10814050" y="3648075"/>
                <a:ext cx="333375" cy="331788"/>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19"/>
                      <a:pt x="20" y="0"/>
                      <a:pt x="44" y="0"/>
                    </a:cubicBezTo>
                    <a:cubicBezTo>
                      <a:pt x="68" y="0"/>
                      <a:pt x="88" y="19"/>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68" name="Freeform 67">
                <a:extLst>
                  <a:ext uri="{FF2B5EF4-FFF2-40B4-BE49-F238E27FC236}">
                    <a16:creationId xmlns:a16="http://schemas.microsoft.com/office/drawing/2014/main" id="{1130BD22-E335-4968-8533-6D3BF3CB6D35}"/>
                  </a:ext>
                </a:extLst>
              </p:cNvPr>
              <p:cNvSpPr>
                <a:spLocks/>
              </p:cNvSpPr>
              <p:nvPr/>
            </p:nvSpPr>
            <p:spPr bwMode="auto">
              <a:xfrm>
                <a:off x="10674350" y="3582988"/>
                <a:ext cx="265113" cy="223838"/>
              </a:xfrm>
              <a:custGeom>
                <a:avLst/>
                <a:gdLst>
                  <a:gd name="T0" fmla="*/ 133 w 167"/>
                  <a:gd name="T1" fmla="*/ 141 h 141"/>
                  <a:gd name="T2" fmla="*/ 0 w 167"/>
                  <a:gd name="T3" fmla="*/ 45 h 141"/>
                  <a:gd name="T4" fmla="*/ 33 w 167"/>
                  <a:gd name="T5" fmla="*/ 0 h 141"/>
                  <a:gd name="T6" fmla="*/ 167 w 167"/>
                  <a:gd name="T7" fmla="*/ 93 h 141"/>
                  <a:gd name="T8" fmla="*/ 133 w 167"/>
                  <a:gd name="T9" fmla="*/ 141 h 141"/>
                </a:gdLst>
                <a:ahLst/>
                <a:cxnLst>
                  <a:cxn ang="0">
                    <a:pos x="T0" y="T1"/>
                  </a:cxn>
                  <a:cxn ang="0">
                    <a:pos x="T2" y="T3"/>
                  </a:cxn>
                  <a:cxn ang="0">
                    <a:pos x="T4" y="T5"/>
                  </a:cxn>
                  <a:cxn ang="0">
                    <a:pos x="T6" y="T7"/>
                  </a:cxn>
                  <a:cxn ang="0">
                    <a:pos x="T8" y="T9"/>
                  </a:cxn>
                </a:cxnLst>
                <a:rect l="0" t="0" r="r" b="b"/>
                <a:pathLst>
                  <a:path w="167" h="141">
                    <a:moveTo>
                      <a:pt x="133" y="141"/>
                    </a:moveTo>
                    <a:lnTo>
                      <a:pt x="0" y="45"/>
                    </a:lnTo>
                    <a:lnTo>
                      <a:pt x="33" y="0"/>
                    </a:lnTo>
                    <a:lnTo>
                      <a:pt x="167" y="93"/>
                    </a:lnTo>
                    <a:lnTo>
                      <a:pt x="133" y="141"/>
                    </a:ln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69" name="Freeform 68">
                <a:extLst>
                  <a:ext uri="{FF2B5EF4-FFF2-40B4-BE49-F238E27FC236}">
                    <a16:creationId xmlns:a16="http://schemas.microsoft.com/office/drawing/2014/main" id="{9F96E7DA-7B79-473D-BDC5-E43145ECF4B1}"/>
                  </a:ext>
                </a:extLst>
              </p:cNvPr>
              <p:cNvSpPr>
                <a:spLocks noEditPoints="1"/>
              </p:cNvSpPr>
              <p:nvPr/>
            </p:nvSpPr>
            <p:spPr bwMode="auto">
              <a:xfrm>
                <a:off x="10814050" y="3124200"/>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9"/>
                      <a:pt x="0" y="44"/>
                    </a:cubicBezTo>
                    <a:cubicBezTo>
                      <a:pt x="0" y="20"/>
                      <a:pt x="20" y="0"/>
                      <a:pt x="44" y="0"/>
                    </a:cubicBezTo>
                    <a:cubicBezTo>
                      <a:pt x="68" y="0"/>
                      <a:pt x="88" y="20"/>
                      <a:pt x="88" y="44"/>
                    </a:cubicBezTo>
                    <a:cubicBezTo>
                      <a:pt x="88" y="69"/>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70" name="Freeform 69">
                <a:extLst>
                  <a:ext uri="{FF2B5EF4-FFF2-40B4-BE49-F238E27FC236}">
                    <a16:creationId xmlns:a16="http://schemas.microsoft.com/office/drawing/2014/main" id="{2D9491AE-5070-4E5C-91CF-8A07DAB1D84B}"/>
                  </a:ext>
                </a:extLst>
              </p:cNvPr>
              <p:cNvSpPr>
                <a:spLocks/>
              </p:cNvSpPr>
              <p:nvPr/>
            </p:nvSpPr>
            <p:spPr bwMode="auto">
              <a:xfrm>
                <a:off x="10674350" y="3060700"/>
                <a:ext cx="265113" cy="223838"/>
              </a:xfrm>
              <a:custGeom>
                <a:avLst/>
                <a:gdLst>
                  <a:gd name="T0" fmla="*/ 133 w 167"/>
                  <a:gd name="T1" fmla="*/ 141 h 141"/>
                  <a:gd name="T2" fmla="*/ 0 w 167"/>
                  <a:gd name="T3" fmla="*/ 48 h 141"/>
                  <a:gd name="T4" fmla="*/ 33 w 167"/>
                  <a:gd name="T5" fmla="*/ 0 h 141"/>
                  <a:gd name="T6" fmla="*/ 167 w 167"/>
                  <a:gd name="T7" fmla="*/ 95 h 141"/>
                  <a:gd name="T8" fmla="*/ 133 w 167"/>
                  <a:gd name="T9" fmla="*/ 141 h 141"/>
                </a:gdLst>
                <a:ahLst/>
                <a:cxnLst>
                  <a:cxn ang="0">
                    <a:pos x="T0" y="T1"/>
                  </a:cxn>
                  <a:cxn ang="0">
                    <a:pos x="T2" y="T3"/>
                  </a:cxn>
                  <a:cxn ang="0">
                    <a:pos x="T4" y="T5"/>
                  </a:cxn>
                  <a:cxn ang="0">
                    <a:pos x="T6" y="T7"/>
                  </a:cxn>
                  <a:cxn ang="0">
                    <a:pos x="T8" y="T9"/>
                  </a:cxn>
                </a:cxnLst>
                <a:rect l="0" t="0" r="r" b="b"/>
                <a:pathLst>
                  <a:path w="167" h="141">
                    <a:moveTo>
                      <a:pt x="133" y="141"/>
                    </a:moveTo>
                    <a:lnTo>
                      <a:pt x="0" y="48"/>
                    </a:lnTo>
                    <a:lnTo>
                      <a:pt x="33" y="0"/>
                    </a:lnTo>
                    <a:lnTo>
                      <a:pt x="167" y="95"/>
                    </a:lnTo>
                    <a:lnTo>
                      <a:pt x="133" y="141"/>
                    </a:ln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71" name="Rectangle 70">
                <a:extLst>
                  <a:ext uri="{FF2B5EF4-FFF2-40B4-BE49-F238E27FC236}">
                    <a16:creationId xmlns:a16="http://schemas.microsoft.com/office/drawing/2014/main" id="{FC01A0C4-7879-49F5-B60C-13671494649D}"/>
                  </a:ext>
                </a:extLst>
              </p:cNvPr>
              <p:cNvSpPr>
                <a:spLocks noChangeArrowheads="1"/>
              </p:cNvSpPr>
              <p:nvPr/>
            </p:nvSpPr>
            <p:spPr bwMode="auto">
              <a:xfrm>
                <a:off x="10680700" y="1620838"/>
                <a:ext cx="1511300" cy="92075"/>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72" name="Freeform 71">
                <a:extLst>
                  <a:ext uri="{FF2B5EF4-FFF2-40B4-BE49-F238E27FC236}">
                    <a16:creationId xmlns:a16="http://schemas.microsoft.com/office/drawing/2014/main" id="{64729636-3E26-4AB5-90A6-184E2D5D9FB4}"/>
                  </a:ext>
                </a:extLst>
              </p:cNvPr>
              <p:cNvSpPr>
                <a:spLocks/>
              </p:cNvSpPr>
              <p:nvPr/>
            </p:nvSpPr>
            <p:spPr bwMode="auto">
              <a:xfrm>
                <a:off x="1273175" y="4249738"/>
                <a:ext cx="2024063" cy="1271588"/>
              </a:xfrm>
              <a:custGeom>
                <a:avLst/>
                <a:gdLst>
                  <a:gd name="T0" fmla="*/ 850 w 1275"/>
                  <a:gd name="T1" fmla="*/ 801 h 801"/>
                  <a:gd name="T2" fmla="*/ 0 w 1275"/>
                  <a:gd name="T3" fmla="*/ 801 h 801"/>
                  <a:gd name="T4" fmla="*/ 0 w 1275"/>
                  <a:gd name="T5" fmla="*/ 744 h 801"/>
                  <a:gd name="T6" fmla="*/ 792 w 1275"/>
                  <a:gd name="T7" fmla="*/ 744 h 801"/>
                  <a:gd name="T8" fmla="*/ 792 w 1275"/>
                  <a:gd name="T9" fmla="*/ 0 h 801"/>
                  <a:gd name="T10" fmla="*/ 1275 w 1275"/>
                  <a:gd name="T11" fmla="*/ 0 h 801"/>
                  <a:gd name="T12" fmla="*/ 1275 w 1275"/>
                  <a:gd name="T13" fmla="*/ 57 h 801"/>
                  <a:gd name="T14" fmla="*/ 850 w 1275"/>
                  <a:gd name="T15" fmla="*/ 57 h 801"/>
                  <a:gd name="T16" fmla="*/ 850 w 1275"/>
                  <a:gd name="T17" fmla="*/ 801 h 8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5" h="801">
                    <a:moveTo>
                      <a:pt x="850" y="801"/>
                    </a:moveTo>
                    <a:lnTo>
                      <a:pt x="0" y="801"/>
                    </a:lnTo>
                    <a:lnTo>
                      <a:pt x="0" y="744"/>
                    </a:lnTo>
                    <a:lnTo>
                      <a:pt x="792" y="744"/>
                    </a:lnTo>
                    <a:lnTo>
                      <a:pt x="792" y="0"/>
                    </a:lnTo>
                    <a:lnTo>
                      <a:pt x="1275" y="0"/>
                    </a:lnTo>
                    <a:lnTo>
                      <a:pt x="1275" y="57"/>
                    </a:lnTo>
                    <a:lnTo>
                      <a:pt x="850" y="57"/>
                    </a:lnTo>
                    <a:lnTo>
                      <a:pt x="850" y="801"/>
                    </a:ln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73" name="Freeform 72">
                <a:extLst>
                  <a:ext uri="{FF2B5EF4-FFF2-40B4-BE49-F238E27FC236}">
                    <a16:creationId xmlns:a16="http://schemas.microsoft.com/office/drawing/2014/main" id="{ED6BF77E-38FC-44B3-B9ED-55E9BBAB2324}"/>
                  </a:ext>
                </a:extLst>
              </p:cNvPr>
              <p:cNvSpPr>
                <a:spLocks/>
              </p:cNvSpPr>
              <p:nvPr/>
            </p:nvSpPr>
            <p:spPr bwMode="auto">
              <a:xfrm>
                <a:off x="2724150" y="0"/>
                <a:ext cx="573088" cy="2647950"/>
              </a:xfrm>
              <a:custGeom>
                <a:avLst/>
                <a:gdLst>
                  <a:gd name="T0" fmla="*/ 0 w 361"/>
                  <a:gd name="T1" fmla="*/ 1689 h 1689"/>
                  <a:gd name="T2" fmla="*/ 0 w 361"/>
                  <a:gd name="T3" fmla="*/ 0 h 1689"/>
                  <a:gd name="T4" fmla="*/ 57 w 361"/>
                  <a:gd name="T5" fmla="*/ 0 h 1689"/>
                  <a:gd name="T6" fmla="*/ 57 w 361"/>
                  <a:gd name="T7" fmla="*/ 1632 h 1689"/>
                  <a:gd name="T8" fmla="*/ 361 w 361"/>
                  <a:gd name="T9" fmla="*/ 1632 h 1689"/>
                  <a:gd name="T10" fmla="*/ 361 w 361"/>
                  <a:gd name="T11" fmla="*/ 1689 h 1689"/>
                  <a:gd name="T12" fmla="*/ 0 w 361"/>
                  <a:gd name="T13" fmla="*/ 1689 h 1689"/>
                </a:gdLst>
                <a:ahLst/>
                <a:cxnLst>
                  <a:cxn ang="0">
                    <a:pos x="T0" y="T1"/>
                  </a:cxn>
                  <a:cxn ang="0">
                    <a:pos x="T2" y="T3"/>
                  </a:cxn>
                  <a:cxn ang="0">
                    <a:pos x="T4" y="T5"/>
                  </a:cxn>
                  <a:cxn ang="0">
                    <a:pos x="T6" y="T7"/>
                  </a:cxn>
                  <a:cxn ang="0">
                    <a:pos x="T8" y="T9"/>
                  </a:cxn>
                  <a:cxn ang="0">
                    <a:pos x="T10" y="T11"/>
                  </a:cxn>
                  <a:cxn ang="0">
                    <a:pos x="T12" y="T13"/>
                  </a:cxn>
                </a:cxnLst>
                <a:rect l="0" t="0" r="r" b="b"/>
                <a:pathLst>
                  <a:path w="361" h="1689">
                    <a:moveTo>
                      <a:pt x="0" y="1689"/>
                    </a:moveTo>
                    <a:lnTo>
                      <a:pt x="0" y="0"/>
                    </a:lnTo>
                    <a:lnTo>
                      <a:pt x="57" y="0"/>
                    </a:lnTo>
                    <a:lnTo>
                      <a:pt x="57" y="1632"/>
                    </a:lnTo>
                    <a:lnTo>
                      <a:pt x="361" y="1632"/>
                    </a:lnTo>
                    <a:lnTo>
                      <a:pt x="361" y="1689"/>
                    </a:lnTo>
                    <a:lnTo>
                      <a:pt x="0" y="1689"/>
                    </a:ln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74" name="Freeform 73">
                <a:extLst>
                  <a:ext uri="{FF2B5EF4-FFF2-40B4-BE49-F238E27FC236}">
                    <a16:creationId xmlns:a16="http://schemas.microsoft.com/office/drawing/2014/main" id="{B473B3F3-47F1-4AB3-8017-BCBA74E03F81}"/>
                  </a:ext>
                </a:extLst>
              </p:cNvPr>
              <p:cNvSpPr>
                <a:spLocks/>
              </p:cNvSpPr>
              <p:nvPr/>
            </p:nvSpPr>
            <p:spPr bwMode="auto">
              <a:xfrm>
                <a:off x="0" y="3829050"/>
                <a:ext cx="3297238" cy="1273175"/>
              </a:xfrm>
              <a:custGeom>
                <a:avLst/>
                <a:gdLst>
                  <a:gd name="T0" fmla="*/ 1387 w 1996"/>
                  <a:gd name="T1" fmla="*/ 802 h 802"/>
                  <a:gd name="T2" fmla="*/ 0 w 1996"/>
                  <a:gd name="T3" fmla="*/ 802 h 802"/>
                  <a:gd name="T4" fmla="*/ 0 w 1996"/>
                  <a:gd name="T5" fmla="*/ 744 h 802"/>
                  <a:gd name="T6" fmla="*/ 1330 w 1996"/>
                  <a:gd name="T7" fmla="*/ 744 h 802"/>
                  <a:gd name="T8" fmla="*/ 1330 w 1996"/>
                  <a:gd name="T9" fmla="*/ 0 h 802"/>
                  <a:gd name="T10" fmla="*/ 1996 w 1996"/>
                  <a:gd name="T11" fmla="*/ 0 h 802"/>
                  <a:gd name="T12" fmla="*/ 1996 w 1996"/>
                  <a:gd name="T13" fmla="*/ 57 h 802"/>
                  <a:gd name="T14" fmla="*/ 1387 w 1996"/>
                  <a:gd name="T15" fmla="*/ 57 h 802"/>
                  <a:gd name="T16" fmla="*/ 1387 w 1996"/>
                  <a:gd name="T17" fmla="*/ 802 h 8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96" h="802">
                    <a:moveTo>
                      <a:pt x="1387" y="802"/>
                    </a:moveTo>
                    <a:lnTo>
                      <a:pt x="0" y="802"/>
                    </a:lnTo>
                    <a:lnTo>
                      <a:pt x="0" y="744"/>
                    </a:lnTo>
                    <a:lnTo>
                      <a:pt x="1330" y="744"/>
                    </a:lnTo>
                    <a:lnTo>
                      <a:pt x="1330" y="0"/>
                    </a:lnTo>
                    <a:lnTo>
                      <a:pt x="1996" y="0"/>
                    </a:lnTo>
                    <a:lnTo>
                      <a:pt x="1996" y="57"/>
                    </a:lnTo>
                    <a:lnTo>
                      <a:pt x="1387" y="57"/>
                    </a:lnTo>
                    <a:lnTo>
                      <a:pt x="1387" y="802"/>
                    </a:ln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75" name="Freeform 74">
                <a:extLst>
                  <a:ext uri="{FF2B5EF4-FFF2-40B4-BE49-F238E27FC236}">
                    <a16:creationId xmlns:a16="http://schemas.microsoft.com/office/drawing/2014/main" id="{7CE66EF3-289C-4950-9DB0-9219D54E8205}"/>
                  </a:ext>
                </a:extLst>
              </p:cNvPr>
              <p:cNvSpPr>
                <a:spLocks/>
              </p:cNvSpPr>
              <p:nvPr/>
            </p:nvSpPr>
            <p:spPr bwMode="auto">
              <a:xfrm>
                <a:off x="457200" y="3905250"/>
                <a:ext cx="417513" cy="309563"/>
              </a:xfrm>
              <a:custGeom>
                <a:avLst/>
                <a:gdLst>
                  <a:gd name="T0" fmla="*/ 234 w 263"/>
                  <a:gd name="T1" fmla="*/ 195 h 195"/>
                  <a:gd name="T2" fmla="*/ 0 w 263"/>
                  <a:gd name="T3" fmla="*/ 47 h 195"/>
                  <a:gd name="T4" fmla="*/ 29 w 263"/>
                  <a:gd name="T5" fmla="*/ 0 h 195"/>
                  <a:gd name="T6" fmla="*/ 263 w 263"/>
                  <a:gd name="T7" fmla="*/ 145 h 195"/>
                  <a:gd name="T8" fmla="*/ 234 w 263"/>
                  <a:gd name="T9" fmla="*/ 195 h 195"/>
                </a:gdLst>
                <a:ahLst/>
                <a:cxnLst>
                  <a:cxn ang="0">
                    <a:pos x="T0" y="T1"/>
                  </a:cxn>
                  <a:cxn ang="0">
                    <a:pos x="T2" y="T3"/>
                  </a:cxn>
                  <a:cxn ang="0">
                    <a:pos x="T4" y="T5"/>
                  </a:cxn>
                  <a:cxn ang="0">
                    <a:pos x="T6" y="T7"/>
                  </a:cxn>
                  <a:cxn ang="0">
                    <a:pos x="T8" y="T9"/>
                  </a:cxn>
                </a:cxnLst>
                <a:rect l="0" t="0" r="r" b="b"/>
                <a:pathLst>
                  <a:path w="263" h="195">
                    <a:moveTo>
                      <a:pt x="234" y="195"/>
                    </a:moveTo>
                    <a:lnTo>
                      <a:pt x="0" y="47"/>
                    </a:lnTo>
                    <a:lnTo>
                      <a:pt x="29" y="0"/>
                    </a:lnTo>
                    <a:lnTo>
                      <a:pt x="263" y="145"/>
                    </a:lnTo>
                    <a:lnTo>
                      <a:pt x="234" y="195"/>
                    </a:ln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76" name="Freeform 75">
                <a:extLst>
                  <a:ext uri="{FF2B5EF4-FFF2-40B4-BE49-F238E27FC236}">
                    <a16:creationId xmlns:a16="http://schemas.microsoft.com/office/drawing/2014/main" id="{317682EF-F710-44C2-BF31-73747B56BA7A}"/>
                  </a:ext>
                </a:extLst>
              </p:cNvPr>
              <p:cNvSpPr>
                <a:spLocks/>
              </p:cNvSpPr>
              <p:nvPr/>
            </p:nvSpPr>
            <p:spPr bwMode="auto">
              <a:xfrm>
                <a:off x="1227138" y="2692400"/>
                <a:ext cx="2070100" cy="803275"/>
              </a:xfrm>
              <a:custGeom>
                <a:avLst/>
                <a:gdLst>
                  <a:gd name="T0" fmla="*/ 1304 w 1304"/>
                  <a:gd name="T1" fmla="*/ 506 h 506"/>
                  <a:gd name="T2" fmla="*/ 275 w 1304"/>
                  <a:gd name="T3" fmla="*/ 506 h 506"/>
                  <a:gd name="T4" fmla="*/ 0 w 1304"/>
                  <a:gd name="T5" fmla="*/ 353 h 506"/>
                  <a:gd name="T6" fmla="*/ 0 w 1304"/>
                  <a:gd name="T7" fmla="*/ 0 h 506"/>
                  <a:gd name="T8" fmla="*/ 58 w 1304"/>
                  <a:gd name="T9" fmla="*/ 0 h 506"/>
                  <a:gd name="T10" fmla="*/ 58 w 1304"/>
                  <a:gd name="T11" fmla="*/ 320 h 506"/>
                  <a:gd name="T12" fmla="*/ 289 w 1304"/>
                  <a:gd name="T13" fmla="*/ 449 h 506"/>
                  <a:gd name="T14" fmla="*/ 1304 w 1304"/>
                  <a:gd name="T15" fmla="*/ 449 h 506"/>
                  <a:gd name="T16" fmla="*/ 1304 w 1304"/>
                  <a:gd name="T17" fmla="*/ 506 h 5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04" h="506">
                    <a:moveTo>
                      <a:pt x="1304" y="506"/>
                    </a:moveTo>
                    <a:lnTo>
                      <a:pt x="275" y="506"/>
                    </a:lnTo>
                    <a:lnTo>
                      <a:pt x="0" y="353"/>
                    </a:lnTo>
                    <a:lnTo>
                      <a:pt x="0" y="0"/>
                    </a:lnTo>
                    <a:lnTo>
                      <a:pt x="58" y="0"/>
                    </a:lnTo>
                    <a:lnTo>
                      <a:pt x="58" y="320"/>
                    </a:lnTo>
                    <a:lnTo>
                      <a:pt x="289" y="449"/>
                    </a:lnTo>
                    <a:lnTo>
                      <a:pt x="1304" y="449"/>
                    </a:lnTo>
                    <a:lnTo>
                      <a:pt x="1304" y="506"/>
                    </a:ln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77" name="Rectangle 76">
                <a:extLst>
                  <a:ext uri="{FF2B5EF4-FFF2-40B4-BE49-F238E27FC236}">
                    <a16:creationId xmlns:a16="http://schemas.microsoft.com/office/drawing/2014/main" id="{84A00AF0-E731-446B-8322-61A5AE0FF6AE}"/>
                  </a:ext>
                </a:extLst>
              </p:cNvPr>
              <p:cNvSpPr>
                <a:spLocks noChangeArrowheads="1"/>
              </p:cNvSpPr>
              <p:nvPr/>
            </p:nvSpPr>
            <p:spPr bwMode="auto">
              <a:xfrm>
                <a:off x="4338638" y="781050"/>
                <a:ext cx="90488" cy="828675"/>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78" name="Rectangle 77">
                <a:extLst>
                  <a:ext uri="{FF2B5EF4-FFF2-40B4-BE49-F238E27FC236}">
                    <a16:creationId xmlns:a16="http://schemas.microsoft.com/office/drawing/2014/main" id="{52EC7BA4-1633-4F98-A2A3-AE097EAE157E}"/>
                  </a:ext>
                </a:extLst>
              </p:cNvPr>
              <p:cNvSpPr>
                <a:spLocks noChangeArrowheads="1"/>
              </p:cNvSpPr>
              <p:nvPr/>
            </p:nvSpPr>
            <p:spPr bwMode="auto">
              <a:xfrm>
                <a:off x="4762500" y="0"/>
                <a:ext cx="90488" cy="1609725"/>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79" name="Rectangle 78">
                <a:extLst>
                  <a:ext uri="{FF2B5EF4-FFF2-40B4-BE49-F238E27FC236}">
                    <a16:creationId xmlns:a16="http://schemas.microsoft.com/office/drawing/2014/main" id="{F61A0D3A-8CB9-42A7-89E3-BCE78260260E}"/>
                  </a:ext>
                </a:extLst>
              </p:cNvPr>
              <p:cNvSpPr>
                <a:spLocks noChangeArrowheads="1"/>
              </p:cNvSpPr>
              <p:nvPr/>
            </p:nvSpPr>
            <p:spPr bwMode="auto">
              <a:xfrm>
                <a:off x="5187950" y="1"/>
                <a:ext cx="90488" cy="1609726"/>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80" name="Freeform 79">
                <a:extLst>
                  <a:ext uri="{FF2B5EF4-FFF2-40B4-BE49-F238E27FC236}">
                    <a16:creationId xmlns:a16="http://schemas.microsoft.com/office/drawing/2014/main" id="{19411E09-7A62-4C1A-AD96-6A81A55090B8}"/>
                  </a:ext>
                </a:extLst>
              </p:cNvPr>
              <p:cNvSpPr>
                <a:spLocks/>
              </p:cNvSpPr>
              <p:nvPr/>
            </p:nvSpPr>
            <p:spPr bwMode="auto">
              <a:xfrm>
                <a:off x="6461125" y="0"/>
                <a:ext cx="284163" cy="1609725"/>
              </a:xfrm>
              <a:custGeom>
                <a:avLst/>
                <a:gdLst>
                  <a:gd name="T0" fmla="*/ 57 w 179"/>
                  <a:gd name="T1" fmla="*/ 1035 h 1035"/>
                  <a:gd name="T2" fmla="*/ 0 w 179"/>
                  <a:gd name="T3" fmla="*/ 1035 h 1035"/>
                  <a:gd name="T4" fmla="*/ 0 w 179"/>
                  <a:gd name="T5" fmla="*/ 725 h 1035"/>
                  <a:gd name="T6" fmla="*/ 121 w 179"/>
                  <a:gd name="T7" fmla="*/ 506 h 1035"/>
                  <a:gd name="T8" fmla="*/ 121 w 179"/>
                  <a:gd name="T9" fmla="*/ 0 h 1035"/>
                  <a:gd name="T10" fmla="*/ 179 w 179"/>
                  <a:gd name="T11" fmla="*/ 0 h 1035"/>
                  <a:gd name="T12" fmla="*/ 179 w 179"/>
                  <a:gd name="T13" fmla="*/ 520 h 1035"/>
                  <a:gd name="T14" fmla="*/ 57 w 179"/>
                  <a:gd name="T15" fmla="*/ 740 h 1035"/>
                  <a:gd name="T16" fmla="*/ 57 w 179"/>
                  <a:gd name="T17" fmla="*/ 1035 h 10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9" h="1035">
                    <a:moveTo>
                      <a:pt x="57" y="1035"/>
                    </a:moveTo>
                    <a:lnTo>
                      <a:pt x="0" y="1035"/>
                    </a:lnTo>
                    <a:lnTo>
                      <a:pt x="0" y="725"/>
                    </a:lnTo>
                    <a:lnTo>
                      <a:pt x="121" y="506"/>
                    </a:lnTo>
                    <a:lnTo>
                      <a:pt x="121" y="0"/>
                    </a:lnTo>
                    <a:lnTo>
                      <a:pt x="179" y="0"/>
                    </a:lnTo>
                    <a:lnTo>
                      <a:pt x="179" y="520"/>
                    </a:lnTo>
                    <a:lnTo>
                      <a:pt x="57" y="740"/>
                    </a:lnTo>
                    <a:lnTo>
                      <a:pt x="57" y="1035"/>
                    </a:ln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81" name="Freeform 80">
                <a:extLst>
                  <a:ext uri="{FF2B5EF4-FFF2-40B4-BE49-F238E27FC236}">
                    <a16:creationId xmlns:a16="http://schemas.microsoft.com/office/drawing/2014/main" id="{F1BC7555-0A88-4B84-AB35-D78FAFC66220}"/>
                  </a:ext>
                </a:extLst>
              </p:cNvPr>
              <p:cNvSpPr>
                <a:spLocks/>
              </p:cNvSpPr>
              <p:nvPr/>
            </p:nvSpPr>
            <p:spPr bwMode="auto">
              <a:xfrm>
                <a:off x="5842000" y="0"/>
                <a:ext cx="284163" cy="1609725"/>
              </a:xfrm>
              <a:custGeom>
                <a:avLst/>
                <a:gdLst>
                  <a:gd name="T0" fmla="*/ 179 w 179"/>
                  <a:gd name="T1" fmla="*/ 1035 h 1035"/>
                  <a:gd name="T2" fmla="*/ 122 w 179"/>
                  <a:gd name="T3" fmla="*/ 1035 h 1035"/>
                  <a:gd name="T4" fmla="*/ 122 w 179"/>
                  <a:gd name="T5" fmla="*/ 740 h 1035"/>
                  <a:gd name="T6" fmla="*/ 0 w 179"/>
                  <a:gd name="T7" fmla="*/ 520 h 1035"/>
                  <a:gd name="T8" fmla="*/ 0 w 179"/>
                  <a:gd name="T9" fmla="*/ 0 h 1035"/>
                  <a:gd name="T10" fmla="*/ 58 w 179"/>
                  <a:gd name="T11" fmla="*/ 0 h 1035"/>
                  <a:gd name="T12" fmla="*/ 58 w 179"/>
                  <a:gd name="T13" fmla="*/ 506 h 1035"/>
                  <a:gd name="T14" fmla="*/ 179 w 179"/>
                  <a:gd name="T15" fmla="*/ 725 h 1035"/>
                  <a:gd name="T16" fmla="*/ 179 w 179"/>
                  <a:gd name="T17" fmla="*/ 1035 h 10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9" h="1035">
                    <a:moveTo>
                      <a:pt x="179" y="1035"/>
                    </a:moveTo>
                    <a:lnTo>
                      <a:pt x="122" y="1035"/>
                    </a:lnTo>
                    <a:lnTo>
                      <a:pt x="122" y="740"/>
                    </a:lnTo>
                    <a:lnTo>
                      <a:pt x="0" y="520"/>
                    </a:lnTo>
                    <a:lnTo>
                      <a:pt x="0" y="0"/>
                    </a:lnTo>
                    <a:lnTo>
                      <a:pt x="58" y="0"/>
                    </a:lnTo>
                    <a:lnTo>
                      <a:pt x="58" y="506"/>
                    </a:lnTo>
                    <a:lnTo>
                      <a:pt x="179" y="725"/>
                    </a:lnTo>
                    <a:lnTo>
                      <a:pt x="179" y="1035"/>
                    </a:ln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82" name="Freeform 81">
                <a:extLst>
                  <a:ext uri="{FF2B5EF4-FFF2-40B4-BE49-F238E27FC236}">
                    <a16:creationId xmlns:a16="http://schemas.microsoft.com/office/drawing/2014/main" id="{DBA56DF2-9C0C-48DA-A2C8-C1973B265D36}"/>
                  </a:ext>
                </a:extLst>
              </p:cNvPr>
              <p:cNvSpPr>
                <a:spLocks/>
              </p:cNvSpPr>
              <p:nvPr/>
            </p:nvSpPr>
            <p:spPr bwMode="auto">
              <a:xfrm>
                <a:off x="5418138" y="0"/>
                <a:ext cx="284163" cy="1609725"/>
              </a:xfrm>
              <a:custGeom>
                <a:avLst/>
                <a:gdLst>
                  <a:gd name="T0" fmla="*/ 179 w 179"/>
                  <a:gd name="T1" fmla="*/ 1035 h 1035"/>
                  <a:gd name="T2" fmla="*/ 122 w 179"/>
                  <a:gd name="T3" fmla="*/ 1035 h 1035"/>
                  <a:gd name="T4" fmla="*/ 122 w 179"/>
                  <a:gd name="T5" fmla="*/ 740 h 1035"/>
                  <a:gd name="T6" fmla="*/ 0 w 179"/>
                  <a:gd name="T7" fmla="*/ 520 h 1035"/>
                  <a:gd name="T8" fmla="*/ 0 w 179"/>
                  <a:gd name="T9" fmla="*/ 0 h 1035"/>
                  <a:gd name="T10" fmla="*/ 57 w 179"/>
                  <a:gd name="T11" fmla="*/ 0 h 1035"/>
                  <a:gd name="T12" fmla="*/ 57 w 179"/>
                  <a:gd name="T13" fmla="*/ 506 h 1035"/>
                  <a:gd name="T14" fmla="*/ 179 w 179"/>
                  <a:gd name="T15" fmla="*/ 725 h 1035"/>
                  <a:gd name="T16" fmla="*/ 179 w 179"/>
                  <a:gd name="T17" fmla="*/ 1035 h 10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9" h="1035">
                    <a:moveTo>
                      <a:pt x="179" y="1035"/>
                    </a:moveTo>
                    <a:lnTo>
                      <a:pt x="122" y="1035"/>
                    </a:lnTo>
                    <a:lnTo>
                      <a:pt x="122" y="740"/>
                    </a:lnTo>
                    <a:lnTo>
                      <a:pt x="0" y="520"/>
                    </a:lnTo>
                    <a:lnTo>
                      <a:pt x="0" y="0"/>
                    </a:lnTo>
                    <a:lnTo>
                      <a:pt x="57" y="0"/>
                    </a:lnTo>
                    <a:lnTo>
                      <a:pt x="57" y="506"/>
                    </a:lnTo>
                    <a:lnTo>
                      <a:pt x="179" y="725"/>
                    </a:lnTo>
                    <a:lnTo>
                      <a:pt x="179" y="1035"/>
                    </a:ln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83" name="Freeform 82">
                <a:extLst>
                  <a:ext uri="{FF2B5EF4-FFF2-40B4-BE49-F238E27FC236}">
                    <a16:creationId xmlns:a16="http://schemas.microsoft.com/office/drawing/2014/main" id="{61897DC2-F356-407A-8F30-C047E7DA8621}"/>
                  </a:ext>
                </a:extLst>
              </p:cNvPr>
              <p:cNvSpPr>
                <a:spLocks/>
              </p:cNvSpPr>
              <p:nvPr/>
            </p:nvSpPr>
            <p:spPr bwMode="auto">
              <a:xfrm>
                <a:off x="6884988" y="0"/>
                <a:ext cx="284163" cy="1609725"/>
              </a:xfrm>
              <a:custGeom>
                <a:avLst/>
                <a:gdLst>
                  <a:gd name="T0" fmla="*/ 57 w 179"/>
                  <a:gd name="T1" fmla="*/ 1035 h 1035"/>
                  <a:gd name="T2" fmla="*/ 0 w 179"/>
                  <a:gd name="T3" fmla="*/ 1035 h 1035"/>
                  <a:gd name="T4" fmla="*/ 0 w 179"/>
                  <a:gd name="T5" fmla="*/ 725 h 1035"/>
                  <a:gd name="T6" fmla="*/ 122 w 179"/>
                  <a:gd name="T7" fmla="*/ 506 h 1035"/>
                  <a:gd name="T8" fmla="*/ 122 w 179"/>
                  <a:gd name="T9" fmla="*/ 0 h 1035"/>
                  <a:gd name="T10" fmla="*/ 179 w 179"/>
                  <a:gd name="T11" fmla="*/ 0 h 1035"/>
                  <a:gd name="T12" fmla="*/ 179 w 179"/>
                  <a:gd name="T13" fmla="*/ 520 h 1035"/>
                  <a:gd name="T14" fmla="*/ 57 w 179"/>
                  <a:gd name="T15" fmla="*/ 740 h 1035"/>
                  <a:gd name="T16" fmla="*/ 57 w 179"/>
                  <a:gd name="T17" fmla="*/ 1035 h 10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9" h="1035">
                    <a:moveTo>
                      <a:pt x="57" y="1035"/>
                    </a:moveTo>
                    <a:lnTo>
                      <a:pt x="0" y="1035"/>
                    </a:lnTo>
                    <a:lnTo>
                      <a:pt x="0" y="725"/>
                    </a:lnTo>
                    <a:lnTo>
                      <a:pt x="122" y="506"/>
                    </a:lnTo>
                    <a:lnTo>
                      <a:pt x="122" y="0"/>
                    </a:lnTo>
                    <a:lnTo>
                      <a:pt x="179" y="0"/>
                    </a:lnTo>
                    <a:lnTo>
                      <a:pt x="179" y="520"/>
                    </a:lnTo>
                    <a:lnTo>
                      <a:pt x="57" y="740"/>
                    </a:lnTo>
                    <a:lnTo>
                      <a:pt x="57" y="1035"/>
                    </a:ln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84" name="Freeform 83">
                <a:extLst>
                  <a:ext uri="{FF2B5EF4-FFF2-40B4-BE49-F238E27FC236}">
                    <a16:creationId xmlns:a16="http://schemas.microsoft.com/office/drawing/2014/main" id="{5FDBBE59-ED6B-409D-B74A-71A9BB19DE79}"/>
                  </a:ext>
                </a:extLst>
              </p:cNvPr>
              <p:cNvSpPr>
                <a:spLocks/>
              </p:cNvSpPr>
              <p:nvPr/>
            </p:nvSpPr>
            <p:spPr bwMode="auto">
              <a:xfrm>
                <a:off x="7308850" y="0"/>
                <a:ext cx="284163" cy="1609725"/>
              </a:xfrm>
              <a:custGeom>
                <a:avLst/>
                <a:gdLst>
                  <a:gd name="T0" fmla="*/ 57 w 179"/>
                  <a:gd name="T1" fmla="*/ 1035 h 1035"/>
                  <a:gd name="T2" fmla="*/ 0 w 179"/>
                  <a:gd name="T3" fmla="*/ 1035 h 1035"/>
                  <a:gd name="T4" fmla="*/ 0 w 179"/>
                  <a:gd name="T5" fmla="*/ 725 h 1035"/>
                  <a:gd name="T6" fmla="*/ 122 w 179"/>
                  <a:gd name="T7" fmla="*/ 506 h 1035"/>
                  <a:gd name="T8" fmla="*/ 122 w 179"/>
                  <a:gd name="T9" fmla="*/ 0 h 1035"/>
                  <a:gd name="T10" fmla="*/ 179 w 179"/>
                  <a:gd name="T11" fmla="*/ 0 h 1035"/>
                  <a:gd name="T12" fmla="*/ 179 w 179"/>
                  <a:gd name="T13" fmla="*/ 520 h 1035"/>
                  <a:gd name="T14" fmla="*/ 57 w 179"/>
                  <a:gd name="T15" fmla="*/ 740 h 1035"/>
                  <a:gd name="T16" fmla="*/ 57 w 179"/>
                  <a:gd name="T17" fmla="*/ 1035 h 10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9" h="1035">
                    <a:moveTo>
                      <a:pt x="57" y="1035"/>
                    </a:moveTo>
                    <a:lnTo>
                      <a:pt x="0" y="1035"/>
                    </a:lnTo>
                    <a:lnTo>
                      <a:pt x="0" y="725"/>
                    </a:lnTo>
                    <a:lnTo>
                      <a:pt x="122" y="506"/>
                    </a:lnTo>
                    <a:lnTo>
                      <a:pt x="122" y="0"/>
                    </a:lnTo>
                    <a:lnTo>
                      <a:pt x="179" y="0"/>
                    </a:lnTo>
                    <a:lnTo>
                      <a:pt x="179" y="520"/>
                    </a:lnTo>
                    <a:lnTo>
                      <a:pt x="57" y="740"/>
                    </a:lnTo>
                    <a:lnTo>
                      <a:pt x="57" y="1035"/>
                    </a:ln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85" name="Freeform 84">
                <a:extLst>
                  <a:ext uri="{FF2B5EF4-FFF2-40B4-BE49-F238E27FC236}">
                    <a16:creationId xmlns:a16="http://schemas.microsoft.com/office/drawing/2014/main" id="{0EE0B35A-A3D0-4C9B-B565-8CD90AE9A2E5}"/>
                  </a:ext>
                </a:extLst>
              </p:cNvPr>
              <p:cNvSpPr>
                <a:spLocks/>
              </p:cNvSpPr>
              <p:nvPr/>
            </p:nvSpPr>
            <p:spPr bwMode="auto">
              <a:xfrm>
                <a:off x="7732713" y="76200"/>
                <a:ext cx="2854325" cy="1544638"/>
              </a:xfrm>
              <a:custGeom>
                <a:avLst/>
                <a:gdLst>
                  <a:gd name="T0" fmla="*/ 55 w 1798"/>
                  <a:gd name="T1" fmla="*/ 973 h 973"/>
                  <a:gd name="T2" fmla="*/ 0 w 1798"/>
                  <a:gd name="T3" fmla="*/ 959 h 973"/>
                  <a:gd name="T4" fmla="*/ 134 w 1798"/>
                  <a:gd name="T5" fmla="*/ 415 h 973"/>
                  <a:gd name="T6" fmla="*/ 1132 w 1798"/>
                  <a:gd name="T7" fmla="*/ 415 h 973"/>
                  <a:gd name="T8" fmla="*/ 1767 w 1798"/>
                  <a:gd name="T9" fmla="*/ 0 h 973"/>
                  <a:gd name="T10" fmla="*/ 1798 w 1798"/>
                  <a:gd name="T11" fmla="*/ 48 h 973"/>
                  <a:gd name="T12" fmla="*/ 1149 w 1798"/>
                  <a:gd name="T13" fmla="*/ 473 h 973"/>
                  <a:gd name="T14" fmla="*/ 177 w 1798"/>
                  <a:gd name="T15" fmla="*/ 473 h 973"/>
                  <a:gd name="T16" fmla="*/ 55 w 1798"/>
                  <a:gd name="T17" fmla="*/ 973 h 9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98" h="973">
                    <a:moveTo>
                      <a:pt x="55" y="973"/>
                    </a:moveTo>
                    <a:lnTo>
                      <a:pt x="0" y="959"/>
                    </a:lnTo>
                    <a:lnTo>
                      <a:pt x="134" y="415"/>
                    </a:lnTo>
                    <a:lnTo>
                      <a:pt x="1132" y="415"/>
                    </a:lnTo>
                    <a:lnTo>
                      <a:pt x="1767" y="0"/>
                    </a:lnTo>
                    <a:lnTo>
                      <a:pt x="1798" y="48"/>
                    </a:lnTo>
                    <a:lnTo>
                      <a:pt x="1149" y="473"/>
                    </a:lnTo>
                    <a:lnTo>
                      <a:pt x="177" y="473"/>
                    </a:lnTo>
                    <a:lnTo>
                      <a:pt x="55" y="973"/>
                    </a:ln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86" name="Freeform 85">
                <a:extLst>
                  <a:ext uri="{FF2B5EF4-FFF2-40B4-BE49-F238E27FC236}">
                    <a16:creationId xmlns:a16="http://schemas.microsoft.com/office/drawing/2014/main" id="{E8A56942-BBA2-4937-B475-87644034E554}"/>
                  </a:ext>
                </a:extLst>
              </p:cNvPr>
              <p:cNvSpPr>
                <a:spLocks/>
              </p:cNvSpPr>
              <p:nvPr/>
            </p:nvSpPr>
            <p:spPr bwMode="auto">
              <a:xfrm>
                <a:off x="1281113" y="280988"/>
                <a:ext cx="704850" cy="1768475"/>
              </a:xfrm>
              <a:custGeom>
                <a:avLst/>
                <a:gdLst>
                  <a:gd name="T0" fmla="*/ 174 w 444"/>
                  <a:gd name="T1" fmla="*/ 1114 h 1114"/>
                  <a:gd name="T2" fmla="*/ 0 w 444"/>
                  <a:gd name="T3" fmla="*/ 895 h 1114"/>
                  <a:gd name="T4" fmla="*/ 0 w 444"/>
                  <a:gd name="T5" fmla="*/ 432 h 1114"/>
                  <a:gd name="T6" fmla="*/ 401 w 444"/>
                  <a:gd name="T7" fmla="*/ 0 h 1114"/>
                  <a:gd name="T8" fmla="*/ 444 w 444"/>
                  <a:gd name="T9" fmla="*/ 38 h 1114"/>
                  <a:gd name="T10" fmla="*/ 57 w 444"/>
                  <a:gd name="T11" fmla="*/ 456 h 1114"/>
                  <a:gd name="T12" fmla="*/ 57 w 444"/>
                  <a:gd name="T13" fmla="*/ 875 h 1114"/>
                  <a:gd name="T14" fmla="*/ 219 w 444"/>
                  <a:gd name="T15" fmla="*/ 1078 h 1114"/>
                  <a:gd name="T16" fmla="*/ 174 w 444"/>
                  <a:gd name="T17" fmla="*/ 1114 h 1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4" h="1114">
                    <a:moveTo>
                      <a:pt x="174" y="1114"/>
                    </a:moveTo>
                    <a:lnTo>
                      <a:pt x="0" y="895"/>
                    </a:lnTo>
                    <a:lnTo>
                      <a:pt x="0" y="432"/>
                    </a:lnTo>
                    <a:lnTo>
                      <a:pt x="401" y="0"/>
                    </a:lnTo>
                    <a:lnTo>
                      <a:pt x="444" y="38"/>
                    </a:lnTo>
                    <a:lnTo>
                      <a:pt x="57" y="456"/>
                    </a:lnTo>
                    <a:lnTo>
                      <a:pt x="57" y="875"/>
                    </a:lnTo>
                    <a:lnTo>
                      <a:pt x="219" y="1078"/>
                    </a:lnTo>
                    <a:lnTo>
                      <a:pt x="174" y="1114"/>
                    </a:ln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87" name="Freeform 86">
                <a:extLst>
                  <a:ext uri="{FF2B5EF4-FFF2-40B4-BE49-F238E27FC236}">
                    <a16:creationId xmlns:a16="http://schemas.microsoft.com/office/drawing/2014/main" id="{F0513F09-28E8-4A3F-BECB-5757BE2D8065}"/>
                  </a:ext>
                </a:extLst>
              </p:cNvPr>
              <p:cNvSpPr>
                <a:spLocks noEditPoints="1"/>
              </p:cNvSpPr>
              <p:nvPr/>
            </p:nvSpPr>
            <p:spPr bwMode="auto">
              <a:xfrm>
                <a:off x="2109788" y="1928813"/>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20"/>
                      <a:pt x="20" y="0"/>
                      <a:pt x="44" y="0"/>
                    </a:cubicBezTo>
                    <a:cubicBezTo>
                      <a:pt x="68" y="0"/>
                      <a:pt x="88" y="20"/>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88" name="Freeform 87">
                <a:extLst>
                  <a:ext uri="{FF2B5EF4-FFF2-40B4-BE49-F238E27FC236}">
                    <a16:creationId xmlns:a16="http://schemas.microsoft.com/office/drawing/2014/main" id="{A6A31E92-08B8-420C-9187-E022BA8D1FFF}"/>
                  </a:ext>
                </a:extLst>
              </p:cNvPr>
              <p:cNvSpPr>
                <a:spLocks/>
              </p:cNvSpPr>
              <p:nvPr/>
            </p:nvSpPr>
            <p:spPr bwMode="auto">
              <a:xfrm>
                <a:off x="1906588" y="114300"/>
                <a:ext cx="347663" cy="1935163"/>
              </a:xfrm>
              <a:custGeom>
                <a:avLst/>
                <a:gdLst>
                  <a:gd name="T0" fmla="*/ 174 w 219"/>
                  <a:gd name="T1" fmla="*/ 1219 h 1219"/>
                  <a:gd name="T2" fmla="*/ 0 w 219"/>
                  <a:gd name="T3" fmla="*/ 1000 h 1219"/>
                  <a:gd name="T4" fmla="*/ 0 w 219"/>
                  <a:gd name="T5" fmla="*/ 0 h 1219"/>
                  <a:gd name="T6" fmla="*/ 57 w 219"/>
                  <a:gd name="T7" fmla="*/ 0 h 1219"/>
                  <a:gd name="T8" fmla="*/ 57 w 219"/>
                  <a:gd name="T9" fmla="*/ 980 h 1219"/>
                  <a:gd name="T10" fmla="*/ 219 w 219"/>
                  <a:gd name="T11" fmla="*/ 1183 h 1219"/>
                  <a:gd name="T12" fmla="*/ 174 w 219"/>
                  <a:gd name="T13" fmla="*/ 1219 h 1219"/>
                </a:gdLst>
                <a:ahLst/>
                <a:cxnLst>
                  <a:cxn ang="0">
                    <a:pos x="T0" y="T1"/>
                  </a:cxn>
                  <a:cxn ang="0">
                    <a:pos x="T2" y="T3"/>
                  </a:cxn>
                  <a:cxn ang="0">
                    <a:pos x="T4" y="T5"/>
                  </a:cxn>
                  <a:cxn ang="0">
                    <a:pos x="T6" y="T7"/>
                  </a:cxn>
                  <a:cxn ang="0">
                    <a:pos x="T8" y="T9"/>
                  </a:cxn>
                  <a:cxn ang="0">
                    <a:pos x="T10" y="T11"/>
                  </a:cxn>
                  <a:cxn ang="0">
                    <a:pos x="T12" y="T13"/>
                  </a:cxn>
                </a:cxnLst>
                <a:rect l="0" t="0" r="r" b="b"/>
                <a:pathLst>
                  <a:path w="219" h="1219">
                    <a:moveTo>
                      <a:pt x="174" y="1219"/>
                    </a:moveTo>
                    <a:lnTo>
                      <a:pt x="0" y="1000"/>
                    </a:lnTo>
                    <a:lnTo>
                      <a:pt x="0" y="0"/>
                    </a:lnTo>
                    <a:lnTo>
                      <a:pt x="57" y="0"/>
                    </a:lnTo>
                    <a:lnTo>
                      <a:pt x="57" y="980"/>
                    </a:lnTo>
                    <a:lnTo>
                      <a:pt x="219" y="1183"/>
                    </a:lnTo>
                    <a:lnTo>
                      <a:pt x="174" y="1219"/>
                    </a:ln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89" name="Rectangle 88">
                <a:extLst>
                  <a:ext uri="{FF2B5EF4-FFF2-40B4-BE49-F238E27FC236}">
                    <a16:creationId xmlns:a16="http://schemas.microsoft.com/office/drawing/2014/main" id="{CF2EC49A-C36C-41E7-B26C-315C78D77761}"/>
                  </a:ext>
                </a:extLst>
              </p:cNvPr>
              <p:cNvSpPr>
                <a:spLocks noChangeArrowheads="1"/>
              </p:cNvSpPr>
              <p:nvPr/>
            </p:nvSpPr>
            <p:spPr bwMode="auto">
              <a:xfrm>
                <a:off x="609600" y="6130925"/>
                <a:ext cx="92075" cy="727075"/>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90" name="Freeform 89">
                <a:extLst>
                  <a:ext uri="{FF2B5EF4-FFF2-40B4-BE49-F238E27FC236}">
                    <a16:creationId xmlns:a16="http://schemas.microsoft.com/office/drawing/2014/main" id="{85F30256-9B8F-4F7A-832E-90CF2AF7E3C4}"/>
                  </a:ext>
                </a:extLst>
              </p:cNvPr>
              <p:cNvSpPr>
                <a:spLocks/>
              </p:cNvSpPr>
              <p:nvPr/>
            </p:nvSpPr>
            <p:spPr bwMode="auto">
              <a:xfrm>
                <a:off x="1106488" y="6354763"/>
                <a:ext cx="1693863" cy="503237"/>
              </a:xfrm>
              <a:custGeom>
                <a:avLst/>
                <a:gdLst>
                  <a:gd name="T0" fmla="*/ 1067 w 1067"/>
                  <a:gd name="T1" fmla="*/ 250 h 250"/>
                  <a:gd name="T2" fmla="*/ 1010 w 1067"/>
                  <a:gd name="T3" fmla="*/ 250 h 250"/>
                  <a:gd name="T4" fmla="*/ 1010 w 1067"/>
                  <a:gd name="T5" fmla="*/ 57 h 250"/>
                  <a:gd name="T6" fmla="*/ 57 w 1067"/>
                  <a:gd name="T7" fmla="*/ 57 h 250"/>
                  <a:gd name="T8" fmla="*/ 57 w 1067"/>
                  <a:gd name="T9" fmla="*/ 250 h 250"/>
                  <a:gd name="T10" fmla="*/ 0 w 1067"/>
                  <a:gd name="T11" fmla="*/ 250 h 250"/>
                  <a:gd name="T12" fmla="*/ 0 w 1067"/>
                  <a:gd name="T13" fmla="*/ 0 h 250"/>
                  <a:gd name="T14" fmla="*/ 1067 w 1067"/>
                  <a:gd name="T15" fmla="*/ 0 h 250"/>
                  <a:gd name="T16" fmla="*/ 1067 w 1067"/>
                  <a:gd name="T17" fmla="*/ 25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67" h="250">
                    <a:moveTo>
                      <a:pt x="1067" y="250"/>
                    </a:moveTo>
                    <a:lnTo>
                      <a:pt x="1010" y="250"/>
                    </a:lnTo>
                    <a:lnTo>
                      <a:pt x="1010" y="57"/>
                    </a:lnTo>
                    <a:lnTo>
                      <a:pt x="57" y="57"/>
                    </a:lnTo>
                    <a:lnTo>
                      <a:pt x="57" y="250"/>
                    </a:lnTo>
                    <a:lnTo>
                      <a:pt x="0" y="250"/>
                    </a:lnTo>
                    <a:lnTo>
                      <a:pt x="0" y="0"/>
                    </a:lnTo>
                    <a:lnTo>
                      <a:pt x="1067" y="0"/>
                    </a:lnTo>
                    <a:lnTo>
                      <a:pt x="1067" y="250"/>
                    </a:ln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91" name="Freeform 90">
                <a:extLst>
                  <a:ext uri="{FF2B5EF4-FFF2-40B4-BE49-F238E27FC236}">
                    <a16:creationId xmlns:a16="http://schemas.microsoft.com/office/drawing/2014/main" id="{56238CC1-186F-4F1B-9AEB-EDE4654E00FB}"/>
                  </a:ext>
                </a:extLst>
              </p:cNvPr>
              <p:cNvSpPr>
                <a:spLocks/>
              </p:cNvSpPr>
              <p:nvPr/>
            </p:nvSpPr>
            <p:spPr bwMode="auto">
              <a:xfrm>
                <a:off x="8961438" y="1193800"/>
                <a:ext cx="1401763" cy="1454150"/>
              </a:xfrm>
              <a:custGeom>
                <a:avLst/>
                <a:gdLst>
                  <a:gd name="T0" fmla="*/ 258 w 883"/>
                  <a:gd name="T1" fmla="*/ 916 h 916"/>
                  <a:gd name="T2" fmla="*/ 0 w 883"/>
                  <a:gd name="T3" fmla="*/ 916 h 916"/>
                  <a:gd name="T4" fmla="*/ 0 w 883"/>
                  <a:gd name="T5" fmla="*/ 859 h 916"/>
                  <a:gd name="T6" fmla="*/ 200 w 883"/>
                  <a:gd name="T7" fmla="*/ 859 h 916"/>
                  <a:gd name="T8" fmla="*/ 200 w 883"/>
                  <a:gd name="T9" fmla="*/ 0 h 916"/>
                  <a:gd name="T10" fmla="*/ 883 w 883"/>
                  <a:gd name="T11" fmla="*/ 0 h 916"/>
                  <a:gd name="T12" fmla="*/ 883 w 883"/>
                  <a:gd name="T13" fmla="*/ 222 h 916"/>
                  <a:gd name="T14" fmla="*/ 826 w 883"/>
                  <a:gd name="T15" fmla="*/ 222 h 916"/>
                  <a:gd name="T16" fmla="*/ 826 w 883"/>
                  <a:gd name="T17" fmla="*/ 57 h 916"/>
                  <a:gd name="T18" fmla="*/ 258 w 883"/>
                  <a:gd name="T19" fmla="*/ 57 h 916"/>
                  <a:gd name="T20" fmla="*/ 258 w 883"/>
                  <a:gd name="T21" fmla="*/ 916 h 9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83" h="916">
                    <a:moveTo>
                      <a:pt x="258" y="916"/>
                    </a:moveTo>
                    <a:lnTo>
                      <a:pt x="0" y="916"/>
                    </a:lnTo>
                    <a:lnTo>
                      <a:pt x="0" y="859"/>
                    </a:lnTo>
                    <a:lnTo>
                      <a:pt x="200" y="859"/>
                    </a:lnTo>
                    <a:lnTo>
                      <a:pt x="200" y="0"/>
                    </a:lnTo>
                    <a:lnTo>
                      <a:pt x="883" y="0"/>
                    </a:lnTo>
                    <a:lnTo>
                      <a:pt x="883" y="222"/>
                    </a:lnTo>
                    <a:lnTo>
                      <a:pt x="826" y="222"/>
                    </a:lnTo>
                    <a:lnTo>
                      <a:pt x="826" y="57"/>
                    </a:lnTo>
                    <a:lnTo>
                      <a:pt x="258" y="57"/>
                    </a:lnTo>
                    <a:lnTo>
                      <a:pt x="258" y="916"/>
                    </a:ln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92" name="Freeform 91">
                <a:extLst>
                  <a:ext uri="{FF2B5EF4-FFF2-40B4-BE49-F238E27FC236}">
                    <a16:creationId xmlns:a16="http://schemas.microsoft.com/office/drawing/2014/main" id="{B55ACEAB-87BD-4173-BFFE-3149F1A900C0}"/>
                  </a:ext>
                </a:extLst>
              </p:cNvPr>
              <p:cNvSpPr>
                <a:spLocks/>
              </p:cNvSpPr>
              <p:nvPr/>
            </p:nvSpPr>
            <p:spPr bwMode="auto">
              <a:xfrm>
                <a:off x="8961438" y="2344738"/>
                <a:ext cx="1284288" cy="727075"/>
              </a:xfrm>
              <a:custGeom>
                <a:avLst/>
                <a:gdLst>
                  <a:gd name="T0" fmla="*/ 406 w 809"/>
                  <a:gd name="T1" fmla="*/ 458 h 458"/>
                  <a:gd name="T2" fmla="*/ 0 w 809"/>
                  <a:gd name="T3" fmla="*/ 458 h 458"/>
                  <a:gd name="T4" fmla="*/ 0 w 809"/>
                  <a:gd name="T5" fmla="*/ 401 h 458"/>
                  <a:gd name="T6" fmla="*/ 348 w 809"/>
                  <a:gd name="T7" fmla="*/ 401 h 458"/>
                  <a:gd name="T8" fmla="*/ 348 w 809"/>
                  <a:gd name="T9" fmla="*/ 0 h 458"/>
                  <a:gd name="T10" fmla="*/ 577 w 809"/>
                  <a:gd name="T11" fmla="*/ 0 h 458"/>
                  <a:gd name="T12" fmla="*/ 809 w 809"/>
                  <a:gd name="T13" fmla="*/ 184 h 458"/>
                  <a:gd name="T14" fmla="*/ 773 w 809"/>
                  <a:gd name="T15" fmla="*/ 229 h 458"/>
                  <a:gd name="T16" fmla="*/ 556 w 809"/>
                  <a:gd name="T17" fmla="*/ 57 h 458"/>
                  <a:gd name="T18" fmla="*/ 406 w 809"/>
                  <a:gd name="T19" fmla="*/ 57 h 458"/>
                  <a:gd name="T20" fmla="*/ 406 w 809"/>
                  <a:gd name="T21" fmla="*/ 458 h 4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9" h="458">
                    <a:moveTo>
                      <a:pt x="406" y="458"/>
                    </a:moveTo>
                    <a:lnTo>
                      <a:pt x="0" y="458"/>
                    </a:lnTo>
                    <a:lnTo>
                      <a:pt x="0" y="401"/>
                    </a:lnTo>
                    <a:lnTo>
                      <a:pt x="348" y="401"/>
                    </a:lnTo>
                    <a:lnTo>
                      <a:pt x="348" y="0"/>
                    </a:lnTo>
                    <a:lnTo>
                      <a:pt x="577" y="0"/>
                    </a:lnTo>
                    <a:lnTo>
                      <a:pt x="809" y="184"/>
                    </a:lnTo>
                    <a:lnTo>
                      <a:pt x="773" y="229"/>
                    </a:lnTo>
                    <a:lnTo>
                      <a:pt x="556" y="57"/>
                    </a:lnTo>
                    <a:lnTo>
                      <a:pt x="406" y="57"/>
                    </a:lnTo>
                    <a:lnTo>
                      <a:pt x="406" y="458"/>
                    </a:ln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93" name="Freeform 92">
                <a:extLst>
                  <a:ext uri="{FF2B5EF4-FFF2-40B4-BE49-F238E27FC236}">
                    <a16:creationId xmlns:a16="http://schemas.microsoft.com/office/drawing/2014/main" id="{ED91C094-261C-422A-A2E9-F20835E9D782}"/>
                  </a:ext>
                </a:extLst>
              </p:cNvPr>
              <p:cNvSpPr>
                <a:spLocks/>
              </p:cNvSpPr>
              <p:nvPr/>
            </p:nvSpPr>
            <p:spPr bwMode="auto">
              <a:xfrm>
                <a:off x="8961438" y="3405188"/>
                <a:ext cx="631825" cy="514350"/>
              </a:xfrm>
              <a:custGeom>
                <a:avLst/>
                <a:gdLst>
                  <a:gd name="T0" fmla="*/ 398 w 398"/>
                  <a:gd name="T1" fmla="*/ 324 h 324"/>
                  <a:gd name="T2" fmla="*/ 0 w 398"/>
                  <a:gd name="T3" fmla="*/ 324 h 324"/>
                  <a:gd name="T4" fmla="*/ 0 w 398"/>
                  <a:gd name="T5" fmla="*/ 267 h 324"/>
                  <a:gd name="T6" fmla="*/ 341 w 398"/>
                  <a:gd name="T7" fmla="*/ 267 h 324"/>
                  <a:gd name="T8" fmla="*/ 341 w 398"/>
                  <a:gd name="T9" fmla="*/ 57 h 324"/>
                  <a:gd name="T10" fmla="*/ 0 w 398"/>
                  <a:gd name="T11" fmla="*/ 57 h 324"/>
                  <a:gd name="T12" fmla="*/ 0 w 398"/>
                  <a:gd name="T13" fmla="*/ 0 h 324"/>
                  <a:gd name="T14" fmla="*/ 398 w 398"/>
                  <a:gd name="T15" fmla="*/ 0 h 324"/>
                  <a:gd name="T16" fmla="*/ 398 w 398"/>
                  <a:gd name="T17" fmla="*/ 324 h 3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98" h="324">
                    <a:moveTo>
                      <a:pt x="398" y="324"/>
                    </a:moveTo>
                    <a:lnTo>
                      <a:pt x="0" y="324"/>
                    </a:lnTo>
                    <a:lnTo>
                      <a:pt x="0" y="267"/>
                    </a:lnTo>
                    <a:lnTo>
                      <a:pt x="341" y="267"/>
                    </a:lnTo>
                    <a:lnTo>
                      <a:pt x="341" y="57"/>
                    </a:lnTo>
                    <a:lnTo>
                      <a:pt x="0" y="57"/>
                    </a:lnTo>
                    <a:lnTo>
                      <a:pt x="0" y="0"/>
                    </a:lnTo>
                    <a:lnTo>
                      <a:pt x="398" y="0"/>
                    </a:lnTo>
                    <a:lnTo>
                      <a:pt x="398" y="324"/>
                    </a:ln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94" name="Freeform 93">
                <a:extLst>
                  <a:ext uri="{FF2B5EF4-FFF2-40B4-BE49-F238E27FC236}">
                    <a16:creationId xmlns:a16="http://schemas.microsoft.com/office/drawing/2014/main" id="{993BE429-C939-4562-83C0-C1C34996BB13}"/>
                  </a:ext>
                </a:extLst>
              </p:cNvPr>
              <p:cNvSpPr>
                <a:spLocks/>
              </p:cNvSpPr>
              <p:nvPr/>
            </p:nvSpPr>
            <p:spPr bwMode="auto">
              <a:xfrm>
                <a:off x="9737725" y="4340225"/>
                <a:ext cx="458788" cy="757238"/>
              </a:xfrm>
              <a:custGeom>
                <a:avLst/>
                <a:gdLst>
                  <a:gd name="T0" fmla="*/ 289 w 289"/>
                  <a:gd name="T1" fmla="*/ 477 h 477"/>
                  <a:gd name="T2" fmla="*/ 0 w 289"/>
                  <a:gd name="T3" fmla="*/ 477 h 477"/>
                  <a:gd name="T4" fmla="*/ 0 w 289"/>
                  <a:gd name="T5" fmla="*/ 0 h 477"/>
                  <a:gd name="T6" fmla="*/ 289 w 289"/>
                  <a:gd name="T7" fmla="*/ 0 h 477"/>
                  <a:gd name="T8" fmla="*/ 289 w 289"/>
                  <a:gd name="T9" fmla="*/ 57 h 477"/>
                  <a:gd name="T10" fmla="*/ 57 w 289"/>
                  <a:gd name="T11" fmla="*/ 57 h 477"/>
                  <a:gd name="T12" fmla="*/ 57 w 289"/>
                  <a:gd name="T13" fmla="*/ 420 h 477"/>
                  <a:gd name="T14" fmla="*/ 289 w 289"/>
                  <a:gd name="T15" fmla="*/ 420 h 477"/>
                  <a:gd name="T16" fmla="*/ 289 w 289"/>
                  <a:gd name="T17" fmla="*/ 477 h 4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9" h="477">
                    <a:moveTo>
                      <a:pt x="289" y="477"/>
                    </a:moveTo>
                    <a:lnTo>
                      <a:pt x="0" y="477"/>
                    </a:lnTo>
                    <a:lnTo>
                      <a:pt x="0" y="0"/>
                    </a:lnTo>
                    <a:lnTo>
                      <a:pt x="289" y="0"/>
                    </a:lnTo>
                    <a:lnTo>
                      <a:pt x="289" y="57"/>
                    </a:lnTo>
                    <a:lnTo>
                      <a:pt x="57" y="57"/>
                    </a:lnTo>
                    <a:lnTo>
                      <a:pt x="57" y="420"/>
                    </a:lnTo>
                    <a:lnTo>
                      <a:pt x="289" y="420"/>
                    </a:lnTo>
                    <a:lnTo>
                      <a:pt x="289" y="477"/>
                    </a:ln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grpSp>
            <p:nvGrpSpPr>
              <p:cNvPr id="95" name="Group 94">
                <a:extLst>
                  <a:ext uri="{FF2B5EF4-FFF2-40B4-BE49-F238E27FC236}">
                    <a16:creationId xmlns:a16="http://schemas.microsoft.com/office/drawing/2014/main" id="{38CED6A1-0675-433A-9689-BA0027F0031F}"/>
                  </a:ext>
                </a:extLst>
              </p:cNvPr>
              <p:cNvGrpSpPr/>
              <p:nvPr/>
            </p:nvGrpSpPr>
            <p:grpSpPr>
              <a:xfrm>
                <a:off x="4217988" y="4643438"/>
                <a:ext cx="3727450" cy="700087"/>
                <a:chOff x="4217988" y="4643438"/>
                <a:chExt cx="3727450" cy="700087"/>
              </a:xfrm>
            </p:grpSpPr>
            <p:sp>
              <p:nvSpPr>
                <p:cNvPr id="149" name="Freeform 148">
                  <a:extLst>
                    <a:ext uri="{FF2B5EF4-FFF2-40B4-BE49-F238E27FC236}">
                      <a16:creationId xmlns:a16="http://schemas.microsoft.com/office/drawing/2014/main" id="{F6E7FA45-567C-437F-8FAF-2829058B0E0B}"/>
                    </a:ext>
                  </a:extLst>
                </p:cNvPr>
                <p:cNvSpPr>
                  <a:spLocks noEditPoints="1"/>
                </p:cNvSpPr>
                <p:nvPr/>
              </p:nvSpPr>
              <p:spPr bwMode="auto">
                <a:xfrm>
                  <a:off x="4217988" y="5010150"/>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20"/>
                        <a:pt x="20" y="0"/>
                        <a:pt x="44" y="0"/>
                      </a:cubicBezTo>
                      <a:cubicBezTo>
                        <a:pt x="69" y="0"/>
                        <a:pt x="88" y="20"/>
                        <a:pt x="88" y="44"/>
                      </a:cubicBezTo>
                      <a:cubicBezTo>
                        <a:pt x="88" y="68"/>
                        <a:pt x="69"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50" name="Freeform 149">
                  <a:extLst>
                    <a:ext uri="{FF2B5EF4-FFF2-40B4-BE49-F238E27FC236}">
                      <a16:creationId xmlns:a16="http://schemas.microsoft.com/office/drawing/2014/main" id="{F9C509A5-F4D0-4A3E-8F1D-042DDF2C09C7}"/>
                    </a:ext>
                  </a:extLst>
                </p:cNvPr>
                <p:cNvSpPr>
                  <a:spLocks noEditPoints="1"/>
                </p:cNvSpPr>
                <p:nvPr/>
              </p:nvSpPr>
              <p:spPr bwMode="auto">
                <a:xfrm>
                  <a:off x="4641850" y="5010150"/>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20"/>
                        <a:pt x="20" y="0"/>
                        <a:pt x="44" y="0"/>
                      </a:cubicBezTo>
                      <a:cubicBezTo>
                        <a:pt x="69" y="0"/>
                        <a:pt x="88" y="20"/>
                        <a:pt x="88" y="44"/>
                      </a:cubicBezTo>
                      <a:cubicBezTo>
                        <a:pt x="88" y="68"/>
                        <a:pt x="69"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51" name="Freeform 150">
                  <a:extLst>
                    <a:ext uri="{FF2B5EF4-FFF2-40B4-BE49-F238E27FC236}">
                      <a16:creationId xmlns:a16="http://schemas.microsoft.com/office/drawing/2014/main" id="{65C54CAE-6857-41CF-88C7-83DAE75EB9BF}"/>
                    </a:ext>
                  </a:extLst>
                </p:cNvPr>
                <p:cNvSpPr>
                  <a:spLocks noEditPoints="1"/>
                </p:cNvSpPr>
                <p:nvPr/>
              </p:nvSpPr>
              <p:spPr bwMode="auto">
                <a:xfrm>
                  <a:off x="5065713" y="5010150"/>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20"/>
                        <a:pt x="20" y="0"/>
                        <a:pt x="44" y="0"/>
                      </a:cubicBezTo>
                      <a:cubicBezTo>
                        <a:pt x="68" y="0"/>
                        <a:pt x="88" y="20"/>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52" name="Freeform 151">
                  <a:extLst>
                    <a:ext uri="{FF2B5EF4-FFF2-40B4-BE49-F238E27FC236}">
                      <a16:creationId xmlns:a16="http://schemas.microsoft.com/office/drawing/2014/main" id="{8C158AC3-E81B-4519-9C37-E1551467AE5B}"/>
                    </a:ext>
                  </a:extLst>
                </p:cNvPr>
                <p:cNvSpPr>
                  <a:spLocks noEditPoints="1"/>
                </p:cNvSpPr>
                <p:nvPr/>
              </p:nvSpPr>
              <p:spPr bwMode="auto">
                <a:xfrm>
                  <a:off x="5489575" y="5010150"/>
                  <a:ext cx="334963"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20"/>
                        <a:pt x="20" y="0"/>
                        <a:pt x="44" y="0"/>
                      </a:cubicBezTo>
                      <a:cubicBezTo>
                        <a:pt x="68" y="0"/>
                        <a:pt x="88" y="20"/>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53" name="Freeform 152">
                  <a:extLst>
                    <a:ext uri="{FF2B5EF4-FFF2-40B4-BE49-F238E27FC236}">
                      <a16:creationId xmlns:a16="http://schemas.microsoft.com/office/drawing/2014/main" id="{9AFE2B00-9DF8-44C9-9A5A-E5381B74F1D0}"/>
                    </a:ext>
                  </a:extLst>
                </p:cNvPr>
                <p:cNvSpPr>
                  <a:spLocks noEditPoints="1"/>
                </p:cNvSpPr>
                <p:nvPr/>
              </p:nvSpPr>
              <p:spPr bwMode="auto">
                <a:xfrm>
                  <a:off x="5915025" y="5010150"/>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20"/>
                        <a:pt x="20" y="0"/>
                        <a:pt x="44" y="0"/>
                      </a:cubicBezTo>
                      <a:cubicBezTo>
                        <a:pt x="68" y="0"/>
                        <a:pt x="88" y="20"/>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54" name="Freeform 153">
                  <a:extLst>
                    <a:ext uri="{FF2B5EF4-FFF2-40B4-BE49-F238E27FC236}">
                      <a16:creationId xmlns:a16="http://schemas.microsoft.com/office/drawing/2014/main" id="{552EB0B6-E588-4BA4-B734-E56C7E056C0E}"/>
                    </a:ext>
                  </a:extLst>
                </p:cNvPr>
                <p:cNvSpPr>
                  <a:spLocks noEditPoints="1"/>
                </p:cNvSpPr>
                <p:nvPr/>
              </p:nvSpPr>
              <p:spPr bwMode="auto">
                <a:xfrm>
                  <a:off x="6338888" y="5010150"/>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20"/>
                        <a:pt x="20" y="0"/>
                        <a:pt x="44" y="0"/>
                      </a:cubicBezTo>
                      <a:cubicBezTo>
                        <a:pt x="68" y="0"/>
                        <a:pt x="88" y="20"/>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55" name="Freeform 154">
                  <a:extLst>
                    <a:ext uri="{FF2B5EF4-FFF2-40B4-BE49-F238E27FC236}">
                      <a16:creationId xmlns:a16="http://schemas.microsoft.com/office/drawing/2014/main" id="{FB8E7050-3451-4C50-AC5C-4C00099F6FD2}"/>
                    </a:ext>
                  </a:extLst>
                </p:cNvPr>
                <p:cNvSpPr>
                  <a:spLocks noEditPoints="1"/>
                </p:cNvSpPr>
                <p:nvPr/>
              </p:nvSpPr>
              <p:spPr bwMode="auto">
                <a:xfrm>
                  <a:off x="6762750" y="5010150"/>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20"/>
                        <a:pt x="20" y="0"/>
                        <a:pt x="44" y="0"/>
                      </a:cubicBezTo>
                      <a:cubicBezTo>
                        <a:pt x="68" y="0"/>
                        <a:pt x="88" y="20"/>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56" name="Freeform 155">
                  <a:extLst>
                    <a:ext uri="{FF2B5EF4-FFF2-40B4-BE49-F238E27FC236}">
                      <a16:creationId xmlns:a16="http://schemas.microsoft.com/office/drawing/2014/main" id="{56E62FD7-056D-4230-BB8E-69DEDC7BC095}"/>
                    </a:ext>
                  </a:extLst>
                </p:cNvPr>
                <p:cNvSpPr>
                  <a:spLocks noEditPoints="1"/>
                </p:cNvSpPr>
                <p:nvPr/>
              </p:nvSpPr>
              <p:spPr bwMode="auto">
                <a:xfrm>
                  <a:off x="7188200" y="5010150"/>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20"/>
                        <a:pt x="20" y="0"/>
                        <a:pt x="44" y="0"/>
                      </a:cubicBezTo>
                      <a:cubicBezTo>
                        <a:pt x="68" y="0"/>
                        <a:pt x="88" y="20"/>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57" name="Freeform 156">
                  <a:extLst>
                    <a:ext uri="{FF2B5EF4-FFF2-40B4-BE49-F238E27FC236}">
                      <a16:creationId xmlns:a16="http://schemas.microsoft.com/office/drawing/2014/main" id="{A62DAE04-03BF-4D54-9446-7E59E0ACF485}"/>
                    </a:ext>
                  </a:extLst>
                </p:cNvPr>
                <p:cNvSpPr>
                  <a:spLocks noEditPoints="1"/>
                </p:cNvSpPr>
                <p:nvPr/>
              </p:nvSpPr>
              <p:spPr bwMode="auto">
                <a:xfrm>
                  <a:off x="7612063" y="5010150"/>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19" y="88"/>
                        <a:pt x="0" y="68"/>
                        <a:pt x="0" y="44"/>
                      </a:cubicBezTo>
                      <a:cubicBezTo>
                        <a:pt x="0" y="20"/>
                        <a:pt x="19" y="0"/>
                        <a:pt x="44" y="0"/>
                      </a:cubicBezTo>
                      <a:cubicBezTo>
                        <a:pt x="68" y="0"/>
                        <a:pt x="88" y="20"/>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58" name="Rectangle 157">
                  <a:extLst>
                    <a:ext uri="{FF2B5EF4-FFF2-40B4-BE49-F238E27FC236}">
                      <a16:creationId xmlns:a16="http://schemas.microsoft.com/office/drawing/2014/main" id="{0F8D02A5-90AF-40EC-B347-087C88945F6C}"/>
                    </a:ext>
                  </a:extLst>
                </p:cNvPr>
                <p:cNvSpPr>
                  <a:spLocks noChangeArrowheads="1"/>
                </p:cNvSpPr>
                <p:nvPr/>
              </p:nvSpPr>
              <p:spPr bwMode="auto">
                <a:xfrm>
                  <a:off x="4316413" y="4643438"/>
                  <a:ext cx="139700" cy="442913"/>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59" name="Rectangle 158">
                  <a:extLst>
                    <a:ext uri="{FF2B5EF4-FFF2-40B4-BE49-F238E27FC236}">
                      <a16:creationId xmlns:a16="http://schemas.microsoft.com/office/drawing/2014/main" id="{321568E7-1933-436E-A68D-969507CE5CA5}"/>
                    </a:ext>
                  </a:extLst>
                </p:cNvPr>
                <p:cNvSpPr>
                  <a:spLocks noChangeArrowheads="1"/>
                </p:cNvSpPr>
                <p:nvPr/>
              </p:nvSpPr>
              <p:spPr bwMode="auto">
                <a:xfrm>
                  <a:off x="4740275" y="4643438"/>
                  <a:ext cx="139700" cy="442913"/>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60" name="Rectangle 159">
                  <a:extLst>
                    <a:ext uri="{FF2B5EF4-FFF2-40B4-BE49-F238E27FC236}">
                      <a16:creationId xmlns:a16="http://schemas.microsoft.com/office/drawing/2014/main" id="{87000D23-4E17-4329-89D0-D7327C20DDD5}"/>
                    </a:ext>
                  </a:extLst>
                </p:cNvPr>
                <p:cNvSpPr>
                  <a:spLocks noChangeArrowheads="1"/>
                </p:cNvSpPr>
                <p:nvPr/>
              </p:nvSpPr>
              <p:spPr bwMode="auto">
                <a:xfrm>
                  <a:off x="5164138" y="4643438"/>
                  <a:ext cx="141288" cy="442913"/>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61" name="Rectangle 160">
                  <a:extLst>
                    <a:ext uri="{FF2B5EF4-FFF2-40B4-BE49-F238E27FC236}">
                      <a16:creationId xmlns:a16="http://schemas.microsoft.com/office/drawing/2014/main" id="{3C269EC3-17D5-4EA7-BEE2-99AD3D835B8A}"/>
                    </a:ext>
                  </a:extLst>
                </p:cNvPr>
                <p:cNvSpPr>
                  <a:spLocks noChangeArrowheads="1"/>
                </p:cNvSpPr>
                <p:nvPr/>
              </p:nvSpPr>
              <p:spPr bwMode="auto">
                <a:xfrm>
                  <a:off x="5584825" y="4643438"/>
                  <a:ext cx="144463" cy="442913"/>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62" name="Rectangle 161">
                  <a:extLst>
                    <a:ext uri="{FF2B5EF4-FFF2-40B4-BE49-F238E27FC236}">
                      <a16:creationId xmlns:a16="http://schemas.microsoft.com/office/drawing/2014/main" id="{E7D73C06-0641-4CF6-AF01-537389BBC2D8}"/>
                    </a:ext>
                  </a:extLst>
                </p:cNvPr>
                <p:cNvSpPr>
                  <a:spLocks noChangeArrowheads="1"/>
                </p:cNvSpPr>
                <p:nvPr/>
              </p:nvSpPr>
              <p:spPr bwMode="auto">
                <a:xfrm>
                  <a:off x="6008688" y="4643438"/>
                  <a:ext cx="144463" cy="442913"/>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63" name="Rectangle 162">
                  <a:extLst>
                    <a:ext uri="{FF2B5EF4-FFF2-40B4-BE49-F238E27FC236}">
                      <a16:creationId xmlns:a16="http://schemas.microsoft.com/office/drawing/2014/main" id="{852EFEBC-3A9F-465A-AC3E-73494E51F04D}"/>
                    </a:ext>
                  </a:extLst>
                </p:cNvPr>
                <p:cNvSpPr>
                  <a:spLocks noChangeArrowheads="1"/>
                </p:cNvSpPr>
                <p:nvPr/>
              </p:nvSpPr>
              <p:spPr bwMode="auto">
                <a:xfrm>
                  <a:off x="6434138" y="4643438"/>
                  <a:ext cx="144463" cy="442913"/>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64" name="Rectangle 163">
                  <a:extLst>
                    <a:ext uri="{FF2B5EF4-FFF2-40B4-BE49-F238E27FC236}">
                      <a16:creationId xmlns:a16="http://schemas.microsoft.com/office/drawing/2014/main" id="{1F49F056-B74C-4A91-8943-81A10033325C}"/>
                    </a:ext>
                  </a:extLst>
                </p:cNvPr>
                <p:cNvSpPr>
                  <a:spLocks noChangeArrowheads="1"/>
                </p:cNvSpPr>
                <p:nvPr/>
              </p:nvSpPr>
              <p:spPr bwMode="auto">
                <a:xfrm>
                  <a:off x="6858000" y="4643438"/>
                  <a:ext cx="144463" cy="442913"/>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65" name="Rectangle 164">
                  <a:extLst>
                    <a:ext uri="{FF2B5EF4-FFF2-40B4-BE49-F238E27FC236}">
                      <a16:creationId xmlns:a16="http://schemas.microsoft.com/office/drawing/2014/main" id="{2190DCC4-1E89-4CE5-AECA-EAA6040DA648}"/>
                    </a:ext>
                  </a:extLst>
                </p:cNvPr>
                <p:cNvSpPr>
                  <a:spLocks noChangeArrowheads="1"/>
                </p:cNvSpPr>
                <p:nvPr/>
              </p:nvSpPr>
              <p:spPr bwMode="auto">
                <a:xfrm>
                  <a:off x="7281863" y="4643438"/>
                  <a:ext cx="141288" cy="442913"/>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66" name="Rectangle 165">
                  <a:extLst>
                    <a:ext uri="{FF2B5EF4-FFF2-40B4-BE49-F238E27FC236}">
                      <a16:creationId xmlns:a16="http://schemas.microsoft.com/office/drawing/2014/main" id="{5537C76E-6841-49F7-BBD7-5267C80F6B62}"/>
                    </a:ext>
                  </a:extLst>
                </p:cNvPr>
                <p:cNvSpPr>
                  <a:spLocks noChangeArrowheads="1"/>
                </p:cNvSpPr>
                <p:nvPr/>
              </p:nvSpPr>
              <p:spPr bwMode="auto">
                <a:xfrm>
                  <a:off x="7707313" y="4643438"/>
                  <a:ext cx="139700" cy="442913"/>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grpSp>
          <p:grpSp>
            <p:nvGrpSpPr>
              <p:cNvPr id="96" name="Group 95">
                <a:extLst>
                  <a:ext uri="{FF2B5EF4-FFF2-40B4-BE49-F238E27FC236}">
                    <a16:creationId xmlns:a16="http://schemas.microsoft.com/office/drawing/2014/main" id="{DC4058D5-7616-4381-A43A-14911909D865}"/>
                  </a:ext>
                </a:extLst>
              </p:cNvPr>
              <p:cNvGrpSpPr/>
              <p:nvPr/>
            </p:nvGrpSpPr>
            <p:grpSpPr>
              <a:xfrm>
                <a:off x="4217988" y="1565275"/>
                <a:ext cx="3727450" cy="688976"/>
                <a:chOff x="4217988" y="1565275"/>
                <a:chExt cx="3727450" cy="688976"/>
              </a:xfrm>
            </p:grpSpPr>
            <p:sp>
              <p:nvSpPr>
                <p:cNvPr id="131" name="Freeform 130">
                  <a:extLst>
                    <a:ext uri="{FF2B5EF4-FFF2-40B4-BE49-F238E27FC236}">
                      <a16:creationId xmlns:a16="http://schemas.microsoft.com/office/drawing/2014/main" id="{4F3F766C-42DB-4307-BE61-953F4884E45E}"/>
                    </a:ext>
                  </a:extLst>
                </p:cNvPr>
                <p:cNvSpPr>
                  <a:spLocks noEditPoints="1"/>
                </p:cNvSpPr>
                <p:nvPr/>
              </p:nvSpPr>
              <p:spPr bwMode="auto">
                <a:xfrm>
                  <a:off x="4217988" y="1565275"/>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20"/>
                        <a:pt x="20" y="0"/>
                        <a:pt x="44" y="0"/>
                      </a:cubicBezTo>
                      <a:cubicBezTo>
                        <a:pt x="69" y="0"/>
                        <a:pt x="88" y="20"/>
                        <a:pt x="88" y="44"/>
                      </a:cubicBezTo>
                      <a:cubicBezTo>
                        <a:pt x="88" y="68"/>
                        <a:pt x="69"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32" name="Freeform 131">
                  <a:extLst>
                    <a:ext uri="{FF2B5EF4-FFF2-40B4-BE49-F238E27FC236}">
                      <a16:creationId xmlns:a16="http://schemas.microsoft.com/office/drawing/2014/main" id="{C2FF1C07-39F5-4BBB-8862-FFB5503C30B9}"/>
                    </a:ext>
                  </a:extLst>
                </p:cNvPr>
                <p:cNvSpPr>
                  <a:spLocks noEditPoints="1"/>
                </p:cNvSpPr>
                <p:nvPr/>
              </p:nvSpPr>
              <p:spPr bwMode="auto">
                <a:xfrm>
                  <a:off x="4641850" y="1565275"/>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20"/>
                        <a:pt x="20" y="0"/>
                        <a:pt x="44" y="0"/>
                      </a:cubicBezTo>
                      <a:cubicBezTo>
                        <a:pt x="69" y="0"/>
                        <a:pt x="88" y="20"/>
                        <a:pt x="88" y="44"/>
                      </a:cubicBezTo>
                      <a:cubicBezTo>
                        <a:pt x="88" y="68"/>
                        <a:pt x="69"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33" name="Freeform 132">
                  <a:extLst>
                    <a:ext uri="{FF2B5EF4-FFF2-40B4-BE49-F238E27FC236}">
                      <a16:creationId xmlns:a16="http://schemas.microsoft.com/office/drawing/2014/main" id="{E9E26525-54DD-4D64-B4C7-FC98FFC71C7B}"/>
                    </a:ext>
                  </a:extLst>
                </p:cNvPr>
                <p:cNvSpPr>
                  <a:spLocks noEditPoints="1"/>
                </p:cNvSpPr>
                <p:nvPr/>
              </p:nvSpPr>
              <p:spPr bwMode="auto">
                <a:xfrm>
                  <a:off x="5065713" y="1565275"/>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20"/>
                        <a:pt x="20" y="0"/>
                        <a:pt x="44" y="0"/>
                      </a:cubicBezTo>
                      <a:cubicBezTo>
                        <a:pt x="68" y="0"/>
                        <a:pt x="88" y="20"/>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34" name="Freeform 133">
                  <a:extLst>
                    <a:ext uri="{FF2B5EF4-FFF2-40B4-BE49-F238E27FC236}">
                      <a16:creationId xmlns:a16="http://schemas.microsoft.com/office/drawing/2014/main" id="{1344F054-3FE1-42DC-A691-74A27AF2EF4A}"/>
                    </a:ext>
                  </a:extLst>
                </p:cNvPr>
                <p:cNvSpPr>
                  <a:spLocks noEditPoints="1"/>
                </p:cNvSpPr>
                <p:nvPr/>
              </p:nvSpPr>
              <p:spPr bwMode="auto">
                <a:xfrm>
                  <a:off x="5489575" y="1565275"/>
                  <a:ext cx="334963"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20"/>
                        <a:pt x="20" y="0"/>
                        <a:pt x="44" y="0"/>
                      </a:cubicBezTo>
                      <a:cubicBezTo>
                        <a:pt x="68" y="0"/>
                        <a:pt x="88" y="20"/>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35" name="Freeform 134">
                  <a:extLst>
                    <a:ext uri="{FF2B5EF4-FFF2-40B4-BE49-F238E27FC236}">
                      <a16:creationId xmlns:a16="http://schemas.microsoft.com/office/drawing/2014/main" id="{C2A5FF86-9866-4A73-A3C6-F0F04DEA4119}"/>
                    </a:ext>
                  </a:extLst>
                </p:cNvPr>
                <p:cNvSpPr>
                  <a:spLocks noEditPoints="1"/>
                </p:cNvSpPr>
                <p:nvPr/>
              </p:nvSpPr>
              <p:spPr bwMode="auto">
                <a:xfrm>
                  <a:off x="5915025" y="1565275"/>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20"/>
                        <a:pt x="20" y="0"/>
                        <a:pt x="44" y="0"/>
                      </a:cubicBezTo>
                      <a:cubicBezTo>
                        <a:pt x="68" y="0"/>
                        <a:pt x="88" y="20"/>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36" name="Freeform 135">
                  <a:extLst>
                    <a:ext uri="{FF2B5EF4-FFF2-40B4-BE49-F238E27FC236}">
                      <a16:creationId xmlns:a16="http://schemas.microsoft.com/office/drawing/2014/main" id="{6F36219A-9465-403C-A12D-21076E2A71D8}"/>
                    </a:ext>
                  </a:extLst>
                </p:cNvPr>
                <p:cNvSpPr>
                  <a:spLocks noEditPoints="1"/>
                </p:cNvSpPr>
                <p:nvPr/>
              </p:nvSpPr>
              <p:spPr bwMode="auto">
                <a:xfrm>
                  <a:off x="6338888" y="1565275"/>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20"/>
                        <a:pt x="20" y="0"/>
                        <a:pt x="44" y="0"/>
                      </a:cubicBezTo>
                      <a:cubicBezTo>
                        <a:pt x="68" y="0"/>
                        <a:pt x="88" y="20"/>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37" name="Freeform 136">
                  <a:extLst>
                    <a:ext uri="{FF2B5EF4-FFF2-40B4-BE49-F238E27FC236}">
                      <a16:creationId xmlns:a16="http://schemas.microsoft.com/office/drawing/2014/main" id="{E8ED73CD-E83F-4E84-9596-DBF09A61B527}"/>
                    </a:ext>
                  </a:extLst>
                </p:cNvPr>
                <p:cNvSpPr>
                  <a:spLocks noEditPoints="1"/>
                </p:cNvSpPr>
                <p:nvPr/>
              </p:nvSpPr>
              <p:spPr bwMode="auto">
                <a:xfrm>
                  <a:off x="6762750" y="1565275"/>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20"/>
                        <a:pt x="20" y="0"/>
                        <a:pt x="44" y="0"/>
                      </a:cubicBezTo>
                      <a:cubicBezTo>
                        <a:pt x="68" y="0"/>
                        <a:pt x="88" y="20"/>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38" name="Freeform 137">
                  <a:extLst>
                    <a:ext uri="{FF2B5EF4-FFF2-40B4-BE49-F238E27FC236}">
                      <a16:creationId xmlns:a16="http://schemas.microsoft.com/office/drawing/2014/main" id="{D7C331D8-380C-4454-8F2C-0553A04452D1}"/>
                    </a:ext>
                  </a:extLst>
                </p:cNvPr>
                <p:cNvSpPr>
                  <a:spLocks noEditPoints="1"/>
                </p:cNvSpPr>
                <p:nvPr/>
              </p:nvSpPr>
              <p:spPr bwMode="auto">
                <a:xfrm>
                  <a:off x="7188200" y="1565275"/>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20"/>
                        <a:pt x="20" y="0"/>
                        <a:pt x="44" y="0"/>
                      </a:cubicBezTo>
                      <a:cubicBezTo>
                        <a:pt x="68" y="0"/>
                        <a:pt x="88" y="20"/>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39" name="Freeform 138">
                  <a:extLst>
                    <a:ext uri="{FF2B5EF4-FFF2-40B4-BE49-F238E27FC236}">
                      <a16:creationId xmlns:a16="http://schemas.microsoft.com/office/drawing/2014/main" id="{0C615597-AD50-4410-991B-B17D05034E2C}"/>
                    </a:ext>
                  </a:extLst>
                </p:cNvPr>
                <p:cNvSpPr>
                  <a:spLocks noEditPoints="1"/>
                </p:cNvSpPr>
                <p:nvPr/>
              </p:nvSpPr>
              <p:spPr bwMode="auto">
                <a:xfrm>
                  <a:off x="7612063" y="1565275"/>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19" y="88"/>
                        <a:pt x="0" y="68"/>
                        <a:pt x="0" y="44"/>
                      </a:cubicBezTo>
                      <a:cubicBezTo>
                        <a:pt x="0" y="20"/>
                        <a:pt x="19" y="0"/>
                        <a:pt x="44" y="0"/>
                      </a:cubicBezTo>
                      <a:cubicBezTo>
                        <a:pt x="68" y="0"/>
                        <a:pt x="88" y="20"/>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40" name="Rectangle 139">
                  <a:extLst>
                    <a:ext uri="{FF2B5EF4-FFF2-40B4-BE49-F238E27FC236}">
                      <a16:creationId xmlns:a16="http://schemas.microsoft.com/office/drawing/2014/main" id="{E72F5153-F280-4B7B-B59B-E672787B2D03}"/>
                    </a:ext>
                  </a:extLst>
                </p:cNvPr>
                <p:cNvSpPr>
                  <a:spLocks noChangeArrowheads="1"/>
                </p:cNvSpPr>
                <p:nvPr/>
              </p:nvSpPr>
              <p:spPr bwMode="auto">
                <a:xfrm>
                  <a:off x="4316413" y="1811338"/>
                  <a:ext cx="139700" cy="442913"/>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41" name="Rectangle 140">
                  <a:extLst>
                    <a:ext uri="{FF2B5EF4-FFF2-40B4-BE49-F238E27FC236}">
                      <a16:creationId xmlns:a16="http://schemas.microsoft.com/office/drawing/2014/main" id="{F67256C4-20B1-4E87-A8ED-6350778F917B}"/>
                    </a:ext>
                  </a:extLst>
                </p:cNvPr>
                <p:cNvSpPr>
                  <a:spLocks noChangeArrowheads="1"/>
                </p:cNvSpPr>
                <p:nvPr/>
              </p:nvSpPr>
              <p:spPr bwMode="auto">
                <a:xfrm>
                  <a:off x="4740275" y="1811338"/>
                  <a:ext cx="139700" cy="442913"/>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42" name="Rectangle 141">
                  <a:extLst>
                    <a:ext uri="{FF2B5EF4-FFF2-40B4-BE49-F238E27FC236}">
                      <a16:creationId xmlns:a16="http://schemas.microsoft.com/office/drawing/2014/main" id="{9548F5DF-FDE6-4F5C-BDB4-373137F789AE}"/>
                    </a:ext>
                  </a:extLst>
                </p:cNvPr>
                <p:cNvSpPr>
                  <a:spLocks noChangeArrowheads="1"/>
                </p:cNvSpPr>
                <p:nvPr/>
              </p:nvSpPr>
              <p:spPr bwMode="auto">
                <a:xfrm>
                  <a:off x="5164138" y="1811338"/>
                  <a:ext cx="141288" cy="442913"/>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43" name="Rectangle 142">
                  <a:extLst>
                    <a:ext uri="{FF2B5EF4-FFF2-40B4-BE49-F238E27FC236}">
                      <a16:creationId xmlns:a16="http://schemas.microsoft.com/office/drawing/2014/main" id="{F8EC5AA6-5978-44AF-A05C-ABDC964F6614}"/>
                    </a:ext>
                  </a:extLst>
                </p:cNvPr>
                <p:cNvSpPr>
                  <a:spLocks noChangeArrowheads="1"/>
                </p:cNvSpPr>
                <p:nvPr/>
              </p:nvSpPr>
              <p:spPr bwMode="auto">
                <a:xfrm>
                  <a:off x="5584825" y="1811338"/>
                  <a:ext cx="144463" cy="442913"/>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44" name="Rectangle 143">
                  <a:extLst>
                    <a:ext uri="{FF2B5EF4-FFF2-40B4-BE49-F238E27FC236}">
                      <a16:creationId xmlns:a16="http://schemas.microsoft.com/office/drawing/2014/main" id="{8D6CAC31-A3F6-49B2-831B-0B4323A76512}"/>
                    </a:ext>
                  </a:extLst>
                </p:cNvPr>
                <p:cNvSpPr>
                  <a:spLocks noChangeArrowheads="1"/>
                </p:cNvSpPr>
                <p:nvPr/>
              </p:nvSpPr>
              <p:spPr bwMode="auto">
                <a:xfrm>
                  <a:off x="6008688" y="1811338"/>
                  <a:ext cx="144463" cy="442913"/>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45" name="Rectangle 144">
                  <a:extLst>
                    <a:ext uri="{FF2B5EF4-FFF2-40B4-BE49-F238E27FC236}">
                      <a16:creationId xmlns:a16="http://schemas.microsoft.com/office/drawing/2014/main" id="{47DF79A9-ABC2-491E-A085-88ABB92D1F7C}"/>
                    </a:ext>
                  </a:extLst>
                </p:cNvPr>
                <p:cNvSpPr>
                  <a:spLocks noChangeArrowheads="1"/>
                </p:cNvSpPr>
                <p:nvPr/>
              </p:nvSpPr>
              <p:spPr bwMode="auto">
                <a:xfrm>
                  <a:off x="6434138" y="1811338"/>
                  <a:ext cx="144463" cy="442913"/>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46" name="Rectangle 145">
                  <a:extLst>
                    <a:ext uri="{FF2B5EF4-FFF2-40B4-BE49-F238E27FC236}">
                      <a16:creationId xmlns:a16="http://schemas.microsoft.com/office/drawing/2014/main" id="{FAABB74F-B4F5-4FF6-ACB5-E3B70205F1C3}"/>
                    </a:ext>
                  </a:extLst>
                </p:cNvPr>
                <p:cNvSpPr>
                  <a:spLocks noChangeArrowheads="1"/>
                </p:cNvSpPr>
                <p:nvPr/>
              </p:nvSpPr>
              <p:spPr bwMode="auto">
                <a:xfrm>
                  <a:off x="6858000" y="1811338"/>
                  <a:ext cx="144463" cy="442913"/>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47" name="Rectangle 146">
                  <a:extLst>
                    <a:ext uri="{FF2B5EF4-FFF2-40B4-BE49-F238E27FC236}">
                      <a16:creationId xmlns:a16="http://schemas.microsoft.com/office/drawing/2014/main" id="{BD00DECD-5778-43C9-A048-38E6558F35EE}"/>
                    </a:ext>
                  </a:extLst>
                </p:cNvPr>
                <p:cNvSpPr>
                  <a:spLocks noChangeArrowheads="1"/>
                </p:cNvSpPr>
                <p:nvPr/>
              </p:nvSpPr>
              <p:spPr bwMode="auto">
                <a:xfrm>
                  <a:off x="7281863" y="1811338"/>
                  <a:ext cx="141288" cy="442913"/>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48" name="Rectangle 147">
                  <a:extLst>
                    <a:ext uri="{FF2B5EF4-FFF2-40B4-BE49-F238E27FC236}">
                      <a16:creationId xmlns:a16="http://schemas.microsoft.com/office/drawing/2014/main" id="{D864C5E3-B9B4-4FB4-BCA6-4A18456609F0}"/>
                    </a:ext>
                  </a:extLst>
                </p:cNvPr>
                <p:cNvSpPr>
                  <a:spLocks noChangeArrowheads="1"/>
                </p:cNvSpPr>
                <p:nvPr/>
              </p:nvSpPr>
              <p:spPr bwMode="auto">
                <a:xfrm>
                  <a:off x="7707313" y="1811338"/>
                  <a:ext cx="139700" cy="442913"/>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grpSp>
          <p:grpSp>
            <p:nvGrpSpPr>
              <p:cNvPr id="97" name="Group 96">
                <a:extLst>
                  <a:ext uri="{FF2B5EF4-FFF2-40B4-BE49-F238E27FC236}">
                    <a16:creationId xmlns:a16="http://schemas.microsoft.com/office/drawing/2014/main" id="{1154766D-6818-438A-BBD2-8BAC29B64000}"/>
                  </a:ext>
                </a:extLst>
              </p:cNvPr>
              <p:cNvGrpSpPr/>
              <p:nvPr/>
            </p:nvGrpSpPr>
            <p:grpSpPr>
              <a:xfrm>
                <a:off x="3251200" y="2435225"/>
                <a:ext cx="704851" cy="2025650"/>
                <a:chOff x="3251200" y="2435225"/>
                <a:chExt cx="704851" cy="2025650"/>
              </a:xfrm>
            </p:grpSpPr>
            <p:sp>
              <p:nvSpPr>
                <p:cNvPr id="121" name="Freeform 120">
                  <a:extLst>
                    <a:ext uri="{FF2B5EF4-FFF2-40B4-BE49-F238E27FC236}">
                      <a16:creationId xmlns:a16="http://schemas.microsoft.com/office/drawing/2014/main" id="{50423E5F-4A0C-4458-B11F-149A5A757B6A}"/>
                    </a:ext>
                  </a:extLst>
                </p:cNvPr>
                <p:cNvSpPr>
                  <a:spLocks noEditPoints="1"/>
                </p:cNvSpPr>
                <p:nvPr/>
              </p:nvSpPr>
              <p:spPr bwMode="auto">
                <a:xfrm>
                  <a:off x="3251200" y="4127500"/>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19" y="88"/>
                        <a:pt x="0" y="69"/>
                        <a:pt x="0" y="44"/>
                      </a:cubicBezTo>
                      <a:cubicBezTo>
                        <a:pt x="0" y="20"/>
                        <a:pt x="19" y="0"/>
                        <a:pt x="44" y="0"/>
                      </a:cubicBezTo>
                      <a:cubicBezTo>
                        <a:pt x="68" y="0"/>
                        <a:pt x="88" y="20"/>
                        <a:pt x="88" y="44"/>
                      </a:cubicBezTo>
                      <a:cubicBezTo>
                        <a:pt x="88" y="69"/>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22" name="Freeform 121">
                  <a:extLst>
                    <a:ext uri="{FF2B5EF4-FFF2-40B4-BE49-F238E27FC236}">
                      <a16:creationId xmlns:a16="http://schemas.microsoft.com/office/drawing/2014/main" id="{EA918874-72BD-4D3F-9BB1-8954DC5581B6}"/>
                    </a:ext>
                  </a:extLst>
                </p:cNvPr>
                <p:cNvSpPr>
                  <a:spLocks noEditPoints="1"/>
                </p:cNvSpPr>
                <p:nvPr/>
              </p:nvSpPr>
              <p:spPr bwMode="auto">
                <a:xfrm>
                  <a:off x="3251200" y="3708400"/>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19" y="88"/>
                        <a:pt x="0" y="68"/>
                        <a:pt x="0" y="44"/>
                      </a:cubicBezTo>
                      <a:cubicBezTo>
                        <a:pt x="0" y="19"/>
                        <a:pt x="19" y="0"/>
                        <a:pt x="44" y="0"/>
                      </a:cubicBezTo>
                      <a:cubicBezTo>
                        <a:pt x="68" y="0"/>
                        <a:pt x="88" y="19"/>
                        <a:pt x="88" y="44"/>
                      </a:cubicBezTo>
                      <a:cubicBezTo>
                        <a:pt x="88" y="68"/>
                        <a:pt x="68" y="88"/>
                        <a:pt x="44" y="88"/>
                      </a:cubicBezTo>
                      <a:close/>
                      <a:moveTo>
                        <a:pt x="44" y="24"/>
                      </a:moveTo>
                      <a:cubicBezTo>
                        <a:pt x="33" y="24"/>
                        <a:pt x="24" y="32"/>
                        <a:pt x="24" y="44"/>
                      </a:cubicBezTo>
                      <a:cubicBezTo>
                        <a:pt x="24" y="55"/>
                        <a:pt x="33" y="64"/>
                        <a:pt x="44" y="64"/>
                      </a:cubicBezTo>
                      <a:cubicBezTo>
                        <a:pt x="55" y="64"/>
                        <a:pt x="64" y="55"/>
                        <a:pt x="64" y="44"/>
                      </a:cubicBezTo>
                      <a:cubicBezTo>
                        <a:pt x="64" y="32"/>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23" name="Freeform 122">
                  <a:extLst>
                    <a:ext uri="{FF2B5EF4-FFF2-40B4-BE49-F238E27FC236}">
                      <a16:creationId xmlns:a16="http://schemas.microsoft.com/office/drawing/2014/main" id="{55940E9E-6408-4D50-9DD5-72BB899906FF}"/>
                    </a:ext>
                  </a:extLst>
                </p:cNvPr>
                <p:cNvSpPr>
                  <a:spLocks noEditPoints="1"/>
                </p:cNvSpPr>
                <p:nvPr/>
              </p:nvSpPr>
              <p:spPr bwMode="auto">
                <a:xfrm>
                  <a:off x="3251200" y="3284538"/>
                  <a:ext cx="333375" cy="331788"/>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19" y="88"/>
                        <a:pt x="0" y="68"/>
                        <a:pt x="0" y="44"/>
                      </a:cubicBezTo>
                      <a:cubicBezTo>
                        <a:pt x="0" y="19"/>
                        <a:pt x="19" y="0"/>
                        <a:pt x="44" y="0"/>
                      </a:cubicBezTo>
                      <a:cubicBezTo>
                        <a:pt x="68" y="0"/>
                        <a:pt x="88" y="19"/>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24" name="Freeform 123">
                  <a:extLst>
                    <a:ext uri="{FF2B5EF4-FFF2-40B4-BE49-F238E27FC236}">
                      <a16:creationId xmlns:a16="http://schemas.microsoft.com/office/drawing/2014/main" id="{911E3705-D245-4B56-983C-B42B49993A4E}"/>
                    </a:ext>
                  </a:extLst>
                </p:cNvPr>
                <p:cNvSpPr>
                  <a:spLocks noEditPoints="1"/>
                </p:cNvSpPr>
                <p:nvPr/>
              </p:nvSpPr>
              <p:spPr bwMode="auto">
                <a:xfrm>
                  <a:off x="3251200" y="2859088"/>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19" y="88"/>
                        <a:pt x="0" y="68"/>
                        <a:pt x="0" y="44"/>
                      </a:cubicBezTo>
                      <a:cubicBezTo>
                        <a:pt x="0" y="19"/>
                        <a:pt x="19" y="0"/>
                        <a:pt x="44" y="0"/>
                      </a:cubicBezTo>
                      <a:cubicBezTo>
                        <a:pt x="68" y="0"/>
                        <a:pt x="88" y="19"/>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25" name="Freeform 124">
                  <a:extLst>
                    <a:ext uri="{FF2B5EF4-FFF2-40B4-BE49-F238E27FC236}">
                      <a16:creationId xmlns:a16="http://schemas.microsoft.com/office/drawing/2014/main" id="{1E278F16-2941-4838-A419-2DFF354BD704}"/>
                    </a:ext>
                  </a:extLst>
                </p:cNvPr>
                <p:cNvSpPr>
                  <a:spLocks noEditPoints="1"/>
                </p:cNvSpPr>
                <p:nvPr/>
              </p:nvSpPr>
              <p:spPr bwMode="auto">
                <a:xfrm>
                  <a:off x="3251200" y="2435225"/>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19" y="88"/>
                        <a:pt x="0" y="68"/>
                        <a:pt x="0" y="44"/>
                      </a:cubicBezTo>
                      <a:cubicBezTo>
                        <a:pt x="0" y="19"/>
                        <a:pt x="19" y="0"/>
                        <a:pt x="44" y="0"/>
                      </a:cubicBezTo>
                      <a:cubicBezTo>
                        <a:pt x="68" y="0"/>
                        <a:pt x="88" y="19"/>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26" name="Rectangle 125">
                  <a:extLst>
                    <a:ext uri="{FF2B5EF4-FFF2-40B4-BE49-F238E27FC236}">
                      <a16:creationId xmlns:a16="http://schemas.microsoft.com/office/drawing/2014/main" id="{1C72D454-B6FC-4AE4-9E2B-7387C8B1742D}"/>
                    </a:ext>
                  </a:extLst>
                </p:cNvPr>
                <p:cNvSpPr>
                  <a:spLocks noChangeArrowheads="1"/>
                </p:cNvSpPr>
                <p:nvPr/>
              </p:nvSpPr>
              <p:spPr bwMode="auto">
                <a:xfrm>
                  <a:off x="3513138" y="4227513"/>
                  <a:ext cx="442913" cy="139700"/>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27" name="Rectangle 126">
                  <a:extLst>
                    <a:ext uri="{FF2B5EF4-FFF2-40B4-BE49-F238E27FC236}">
                      <a16:creationId xmlns:a16="http://schemas.microsoft.com/office/drawing/2014/main" id="{13B23638-FDD1-41BD-9DFB-64D76BF47C20}"/>
                    </a:ext>
                  </a:extLst>
                </p:cNvPr>
                <p:cNvSpPr>
                  <a:spLocks noChangeArrowheads="1"/>
                </p:cNvSpPr>
                <p:nvPr/>
              </p:nvSpPr>
              <p:spPr bwMode="auto">
                <a:xfrm>
                  <a:off x="3513138" y="3802063"/>
                  <a:ext cx="442913" cy="141288"/>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28" name="Rectangle 127">
                  <a:extLst>
                    <a:ext uri="{FF2B5EF4-FFF2-40B4-BE49-F238E27FC236}">
                      <a16:creationId xmlns:a16="http://schemas.microsoft.com/office/drawing/2014/main" id="{899FAA37-CAFC-4FCC-BF72-5EFB05737A84}"/>
                    </a:ext>
                  </a:extLst>
                </p:cNvPr>
                <p:cNvSpPr>
                  <a:spLocks noChangeArrowheads="1"/>
                </p:cNvSpPr>
                <p:nvPr/>
              </p:nvSpPr>
              <p:spPr bwMode="auto">
                <a:xfrm>
                  <a:off x="3513138" y="3378200"/>
                  <a:ext cx="442913" cy="139700"/>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29" name="Rectangle 128">
                  <a:extLst>
                    <a:ext uri="{FF2B5EF4-FFF2-40B4-BE49-F238E27FC236}">
                      <a16:creationId xmlns:a16="http://schemas.microsoft.com/office/drawing/2014/main" id="{4B17F3A6-209B-4489-9C8C-3D751A38E9A3}"/>
                    </a:ext>
                  </a:extLst>
                </p:cNvPr>
                <p:cNvSpPr>
                  <a:spLocks noChangeArrowheads="1"/>
                </p:cNvSpPr>
                <p:nvPr/>
              </p:nvSpPr>
              <p:spPr bwMode="auto">
                <a:xfrm>
                  <a:off x="3513138" y="2954338"/>
                  <a:ext cx="442913" cy="139700"/>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30" name="Rectangle 129">
                  <a:extLst>
                    <a:ext uri="{FF2B5EF4-FFF2-40B4-BE49-F238E27FC236}">
                      <a16:creationId xmlns:a16="http://schemas.microsoft.com/office/drawing/2014/main" id="{98B92010-5D2C-4909-AAE3-5DEA967CEE83}"/>
                    </a:ext>
                  </a:extLst>
                </p:cNvPr>
                <p:cNvSpPr>
                  <a:spLocks noChangeArrowheads="1"/>
                </p:cNvSpPr>
                <p:nvPr/>
              </p:nvSpPr>
              <p:spPr bwMode="auto">
                <a:xfrm>
                  <a:off x="3513138" y="2530475"/>
                  <a:ext cx="442913" cy="139700"/>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grpSp>
          <p:grpSp>
            <p:nvGrpSpPr>
              <p:cNvPr id="98" name="Group 97">
                <a:extLst>
                  <a:ext uri="{FF2B5EF4-FFF2-40B4-BE49-F238E27FC236}">
                    <a16:creationId xmlns:a16="http://schemas.microsoft.com/office/drawing/2014/main" id="{10BE09FA-6863-4755-9C96-C0224510CD52}"/>
                  </a:ext>
                </a:extLst>
              </p:cNvPr>
              <p:cNvGrpSpPr/>
              <p:nvPr/>
            </p:nvGrpSpPr>
            <p:grpSpPr>
              <a:xfrm>
                <a:off x="8270875" y="2435225"/>
                <a:ext cx="735013" cy="2025650"/>
                <a:chOff x="8270875" y="2435225"/>
                <a:chExt cx="735013" cy="2025650"/>
              </a:xfrm>
            </p:grpSpPr>
            <p:sp>
              <p:nvSpPr>
                <p:cNvPr id="111" name="Freeform 110">
                  <a:extLst>
                    <a:ext uri="{FF2B5EF4-FFF2-40B4-BE49-F238E27FC236}">
                      <a16:creationId xmlns:a16="http://schemas.microsoft.com/office/drawing/2014/main" id="{AEBAB066-1891-4426-BBC3-3A1C1FE929FD}"/>
                    </a:ext>
                  </a:extLst>
                </p:cNvPr>
                <p:cNvSpPr>
                  <a:spLocks noEditPoints="1"/>
                </p:cNvSpPr>
                <p:nvPr/>
              </p:nvSpPr>
              <p:spPr bwMode="auto">
                <a:xfrm>
                  <a:off x="8672513" y="4127500"/>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19" y="88"/>
                        <a:pt x="0" y="69"/>
                        <a:pt x="0" y="44"/>
                      </a:cubicBezTo>
                      <a:cubicBezTo>
                        <a:pt x="0" y="20"/>
                        <a:pt x="19" y="0"/>
                        <a:pt x="44" y="0"/>
                      </a:cubicBezTo>
                      <a:cubicBezTo>
                        <a:pt x="68" y="0"/>
                        <a:pt x="88" y="20"/>
                        <a:pt x="88" y="44"/>
                      </a:cubicBezTo>
                      <a:cubicBezTo>
                        <a:pt x="88" y="69"/>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12" name="Freeform 111">
                  <a:extLst>
                    <a:ext uri="{FF2B5EF4-FFF2-40B4-BE49-F238E27FC236}">
                      <a16:creationId xmlns:a16="http://schemas.microsoft.com/office/drawing/2014/main" id="{96D2A1DD-DA65-4505-8649-179EA279064D}"/>
                    </a:ext>
                  </a:extLst>
                </p:cNvPr>
                <p:cNvSpPr>
                  <a:spLocks noEditPoints="1"/>
                </p:cNvSpPr>
                <p:nvPr/>
              </p:nvSpPr>
              <p:spPr bwMode="auto">
                <a:xfrm>
                  <a:off x="8672513" y="3708400"/>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19" y="88"/>
                        <a:pt x="0" y="68"/>
                        <a:pt x="0" y="44"/>
                      </a:cubicBezTo>
                      <a:cubicBezTo>
                        <a:pt x="0" y="19"/>
                        <a:pt x="19" y="0"/>
                        <a:pt x="44" y="0"/>
                      </a:cubicBezTo>
                      <a:cubicBezTo>
                        <a:pt x="68" y="0"/>
                        <a:pt x="88" y="19"/>
                        <a:pt x="88" y="44"/>
                      </a:cubicBezTo>
                      <a:cubicBezTo>
                        <a:pt x="88" y="68"/>
                        <a:pt x="68" y="88"/>
                        <a:pt x="44" y="88"/>
                      </a:cubicBezTo>
                      <a:close/>
                      <a:moveTo>
                        <a:pt x="44" y="24"/>
                      </a:moveTo>
                      <a:cubicBezTo>
                        <a:pt x="33" y="24"/>
                        <a:pt x="24" y="32"/>
                        <a:pt x="24" y="44"/>
                      </a:cubicBezTo>
                      <a:cubicBezTo>
                        <a:pt x="24" y="55"/>
                        <a:pt x="33" y="64"/>
                        <a:pt x="44" y="64"/>
                      </a:cubicBezTo>
                      <a:cubicBezTo>
                        <a:pt x="55" y="64"/>
                        <a:pt x="64" y="55"/>
                        <a:pt x="64" y="44"/>
                      </a:cubicBezTo>
                      <a:cubicBezTo>
                        <a:pt x="64" y="32"/>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13" name="Freeform 112">
                  <a:extLst>
                    <a:ext uri="{FF2B5EF4-FFF2-40B4-BE49-F238E27FC236}">
                      <a16:creationId xmlns:a16="http://schemas.microsoft.com/office/drawing/2014/main" id="{1EA4B09B-557B-43FE-9B0F-058683FBFF03}"/>
                    </a:ext>
                  </a:extLst>
                </p:cNvPr>
                <p:cNvSpPr>
                  <a:spLocks noEditPoints="1"/>
                </p:cNvSpPr>
                <p:nvPr/>
              </p:nvSpPr>
              <p:spPr bwMode="auto">
                <a:xfrm>
                  <a:off x="8672513" y="3284538"/>
                  <a:ext cx="333375" cy="331788"/>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19" y="88"/>
                        <a:pt x="0" y="68"/>
                        <a:pt x="0" y="44"/>
                      </a:cubicBezTo>
                      <a:cubicBezTo>
                        <a:pt x="0" y="19"/>
                        <a:pt x="19" y="0"/>
                        <a:pt x="44" y="0"/>
                      </a:cubicBezTo>
                      <a:cubicBezTo>
                        <a:pt x="68" y="0"/>
                        <a:pt x="88" y="19"/>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14" name="Freeform 113">
                  <a:extLst>
                    <a:ext uri="{FF2B5EF4-FFF2-40B4-BE49-F238E27FC236}">
                      <a16:creationId xmlns:a16="http://schemas.microsoft.com/office/drawing/2014/main" id="{E451B60A-221E-4EF4-A06F-FEE5339CC4D7}"/>
                    </a:ext>
                  </a:extLst>
                </p:cNvPr>
                <p:cNvSpPr>
                  <a:spLocks noEditPoints="1"/>
                </p:cNvSpPr>
                <p:nvPr/>
              </p:nvSpPr>
              <p:spPr bwMode="auto">
                <a:xfrm>
                  <a:off x="8672513" y="2859088"/>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19" y="88"/>
                        <a:pt x="0" y="68"/>
                        <a:pt x="0" y="44"/>
                      </a:cubicBezTo>
                      <a:cubicBezTo>
                        <a:pt x="0" y="19"/>
                        <a:pt x="19" y="0"/>
                        <a:pt x="44" y="0"/>
                      </a:cubicBezTo>
                      <a:cubicBezTo>
                        <a:pt x="68" y="0"/>
                        <a:pt x="88" y="19"/>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15" name="Freeform 114">
                  <a:extLst>
                    <a:ext uri="{FF2B5EF4-FFF2-40B4-BE49-F238E27FC236}">
                      <a16:creationId xmlns:a16="http://schemas.microsoft.com/office/drawing/2014/main" id="{58505C88-6DD4-4B30-808D-E0B8AB78E15D}"/>
                    </a:ext>
                  </a:extLst>
                </p:cNvPr>
                <p:cNvSpPr>
                  <a:spLocks noEditPoints="1"/>
                </p:cNvSpPr>
                <p:nvPr/>
              </p:nvSpPr>
              <p:spPr bwMode="auto">
                <a:xfrm>
                  <a:off x="8672513" y="2435225"/>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19" y="88"/>
                        <a:pt x="0" y="68"/>
                        <a:pt x="0" y="44"/>
                      </a:cubicBezTo>
                      <a:cubicBezTo>
                        <a:pt x="0" y="19"/>
                        <a:pt x="19" y="0"/>
                        <a:pt x="44" y="0"/>
                      </a:cubicBezTo>
                      <a:cubicBezTo>
                        <a:pt x="68" y="0"/>
                        <a:pt x="88" y="19"/>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16" name="Rectangle 115">
                  <a:extLst>
                    <a:ext uri="{FF2B5EF4-FFF2-40B4-BE49-F238E27FC236}">
                      <a16:creationId xmlns:a16="http://schemas.microsoft.com/office/drawing/2014/main" id="{B6B51175-6D6A-4360-89C2-D64610D5E31F}"/>
                    </a:ext>
                  </a:extLst>
                </p:cNvPr>
                <p:cNvSpPr>
                  <a:spLocks noChangeArrowheads="1"/>
                </p:cNvSpPr>
                <p:nvPr/>
              </p:nvSpPr>
              <p:spPr bwMode="auto">
                <a:xfrm>
                  <a:off x="8270875" y="4227513"/>
                  <a:ext cx="447675" cy="139700"/>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17" name="Rectangle 116">
                  <a:extLst>
                    <a:ext uri="{FF2B5EF4-FFF2-40B4-BE49-F238E27FC236}">
                      <a16:creationId xmlns:a16="http://schemas.microsoft.com/office/drawing/2014/main" id="{96A69C26-D617-439D-8ECC-E7F152F6C537}"/>
                    </a:ext>
                  </a:extLst>
                </p:cNvPr>
                <p:cNvSpPr>
                  <a:spLocks noChangeArrowheads="1"/>
                </p:cNvSpPr>
                <p:nvPr/>
              </p:nvSpPr>
              <p:spPr bwMode="auto">
                <a:xfrm>
                  <a:off x="8270875" y="3802063"/>
                  <a:ext cx="447675" cy="141288"/>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18" name="Rectangle 117">
                  <a:extLst>
                    <a:ext uri="{FF2B5EF4-FFF2-40B4-BE49-F238E27FC236}">
                      <a16:creationId xmlns:a16="http://schemas.microsoft.com/office/drawing/2014/main" id="{FEFDE5B5-98C7-4C9A-B537-B350B7C251E2}"/>
                    </a:ext>
                  </a:extLst>
                </p:cNvPr>
                <p:cNvSpPr>
                  <a:spLocks noChangeArrowheads="1"/>
                </p:cNvSpPr>
                <p:nvPr/>
              </p:nvSpPr>
              <p:spPr bwMode="auto">
                <a:xfrm>
                  <a:off x="8270875" y="3378200"/>
                  <a:ext cx="447675" cy="139700"/>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19" name="Rectangle 118">
                  <a:extLst>
                    <a:ext uri="{FF2B5EF4-FFF2-40B4-BE49-F238E27FC236}">
                      <a16:creationId xmlns:a16="http://schemas.microsoft.com/office/drawing/2014/main" id="{43DEFC10-8C34-4436-A3BD-72604C289858}"/>
                    </a:ext>
                  </a:extLst>
                </p:cNvPr>
                <p:cNvSpPr>
                  <a:spLocks noChangeArrowheads="1"/>
                </p:cNvSpPr>
                <p:nvPr/>
              </p:nvSpPr>
              <p:spPr bwMode="auto">
                <a:xfrm>
                  <a:off x="8270875" y="2954338"/>
                  <a:ext cx="447675" cy="139700"/>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20" name="Rectangle 119">
                  <a:extLst>
                    <a:ext uri="{FF2B5EF4-FFF2-40B4-BE49-F238E27FC236}">
                      <a16:creationId xmlns:a16="http://schemas.microsoft.com/office/drawing/2014/main" id="{D31871AA-9A93-4332-8428-90D3AEDFAB01}"/>
                    </a:ext>
                  </a:extLst>
                </p:cNvPr>
                <p:cNvSpPr>
                  <a:spLocks noChangeArrowheads="1"/>
                </p:cNvSpPr>
                <p:nvPr/>
              </p:nvSpPr>
              <p:spPr bwMode="auto">
                <a:xfrm>
                  <a:off x="8270875" y="2530475"/>
                  <a:ext cx="447675" cy="139700"/>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grpSp>
          <p:sp>
            <p:nvSpPr>
              <p:cNvPr id="99" name="Freeform 98">
                <a:extLst>
                  <a:ext uri="{FF2B5EF4-FFF2-40B4-BE49-F238E27FC236}">
                    <a16:creationId xmlns:a16="http://schemas.microsoft.com/office/drawing/2014/main" id="{2998CDA8-96E0-4B34-9F20-3B54EA60B5B6}"/>
                  </a:ext>
                </a:extLst>
              </p:cNvPr>
              <p:cNvSpPr>
                <a:spLocks/>
              </p:cNvSpPr>
              <p:nvPr/>
            </p:nvSpPr>
            <p:spPr bwMode="auto">
              <a:xfrm>
                <a:off x="863600" y="0"/>
                <a:ext cx="2439988" cy="3071813"/>
              </a:xfrm>
              <a:custGeom>
                <a:avLst/>
                <a:gdLst>
                  <a:gd name="T0" fmla="*/ 1537 w 1537"/>
                  <a:gd name="T1" fmla="*/ 1803 h 1803"/>
                  <a:gd name="T2" fmla="*/ 910 w 1537"/>
                  <a:gd name="T3" fmla="*/ 1803 h 1803"/>
                  <a:gd name="T4" fmla="*/ 611 w 1537"/>
                  <a:gd name="T5" fmla="*/ 1593 h 1803"/>
                  <a:gd name="T6" fmla="*/ 0 w 1537"/>
                  <a:gd name="T7" fmla="*/ 1593 h 1803"/>
                  <a:gd name="T8" fmla="*/ 0 w 1537"/>
                  <a:gd name="T9" fmla="*/ 0 h 1803"/>
                  <a:gd name="T10" fmla="*/ 57 w 1537"/>
                  <a:gd name="T11" fmla="*/ 0 h 1803"/>
                  <a:gd name="T12" fmla="*/ 57 w 1537"/>
                  <a:gd name="T13" fmla="*/ 1536 h 1803"/>
                  <a:gd name="T14" fmla="*/ 628 w 1537"/>
                  <a:gd name="T15" fmla="*/ 1536 h 1803"/>
                  <a:gd name="T16" fmla="*/ 929 w 1537"/>
                  <a:gd name="T17" fmla="*/ 1746 h 1803"/>
                  <a:gd name="T18" fmla="*/ 1537 w 1537"/>
                  <a:gd name="T19" fmla="*/ 1746 h 1803"/>
                  <a:gd name="T20" fmla="*/ 1537 w 1537"/>
                  <a:gd name="T21" fmla="*/ 1803 h 18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37" h="1803">
                    <a:moveTo>
                      <a:pt x="1537" y="1803"/>
                    </a:moveTo>
                    <a:lnTo>
                      <a:pt x="910" y="1803"/>
                    </a:lnTo>
                    <a:lnTo>
                      <a:pt x="611" y="1593"/>
                    </a:lnTo>
                    <a:lnTo>
                      <a:pt x="0" y="1593"/>
                    </a:lnTo>
                    <a:lnTo>
                      <a:pt x="0" y="0"/>
                    </a:lnTo>
                    <a:lnTo>
                      <a:pt x="57" y="0"/>
                    </a:lnTo>
                    <a:lnTo>
                      <a:pt x="57" y="1536"/>
                    </a:lnTo>
                    <a:lnTo>
                      <a:pt x="628" y="1536"/>
                    </a:lnTo>
                    <a:lnTo>
                      <a:pt x="929" y="1746"/>
                    </a:lnTo>
                    <a:lnTo>
                      <a:pt x="1537" y="1746"/>
                    </a:lnTo>
                    <a:lnTo>
                      <a:pt x="1537" y="1803"/>
                    </a:ln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grpSp>
            <p:nvGrpSpPr>
              <p:cNvPr id="100" name="Group 99">
                <a:extLst>
                  <a:ext uri="{FF2B5EF4-FFF2-40B4-BE49-F238E27FC236}">
                    <a16:creationId xmlns:a16="http://schemas.microsoft.com/office/drawing/2014/main" id="{C63AA9E8-1120-443A-9CE6-A0A5EC088A98}"/>
                  </a:ext>
                </a:extLst>
              </p:cNvPr>
              <p:cNvGrpSpPr/>
              <p:nvPr/>
            </p:nvGrpSpPr>
            <p:grpSpPr>
              <a:xfrm>
                <a:off x="8166100" y="0"/>
                <a:ext cx="1779588" cy="431800"/>
                <a:chOff x="8166100" y="0"/>
                <a:chExt cx="1779588" cy="431800"/>
              </a:xfrm>
              <a:solidFill>
                <a:schemeClr val="bg1">
                  <a:lumMod val="65000"/>
                </a:schemeClr>
              </a:solidFill>
            </p:grpSpPr>
            <p:sp>
              <p:nvSpPr>
                <p:cNvPr id="109" name="Freeform 108">
                  <a:extLst>
                    <a:ext uri="{FF2B5EF4-FFF2-40B4-BE49-F238E27FC236}">
                      <a16:creationId xmlns:a16="http://schemas.microsoft.com/office/drawing/2014/main" id="{CB929412-D31F-41DD-A832-7D3D7F8BE7B2}"/>
                    </a:ext>
                  </a:extLst>
                </p:cNvPr>
                <p:cNvSpPr>
                  <a:spLocks/>
                </p:cNvSpPr>
                <p:nvPr/>
              </p:nvSpPr>
              <p:spPr bwMode="auto">
                <a:xfrm>
                  <a:off x="8166100" y="76200"/>
                  <a:ext cx="1779588" cy="355600"/>
                </a:xfrm>
                <a:custGeom>
                  <a:avLst/>
                  <a:gdLst>
                    <a:gd name="T0" fmla="*/ 861 w 1121"/>
                    <a:gd name="T1" fmla="*/ 224 h 224"/>
                    <a:gd name="T2" fmla="*/ 0 w 1121"/>
                    <a:gd name="T3" fmla="*/ 224 h 224"/>
                    <a:gd name="T4" fmla="*/ 0 w 1121"/>
                    <a:gd name="T5" fmla="*/ 24 h 224"/>
                    <a:gd name="T6" fmla="*/ 57 w 1121"/>
                    <a:gd name="T7" fmla="*/ 24 h 224"/>
                    <a:gd name="T8" fmla="*/ 57 w 1121"/>
                    <a:gd name="T9" fmla="*/ 167 h 224"/>
                    <a:gd name="T10" fmla="*/ 842 w 1121"/>
                    <a:gd name="T11" fmla="*/ 167 h 224"/>
                    <a:gd name="T12" fmla="*/ 1090 w 1121"/>
                    <a:gd name="T13" fmla="*/ 0 h 224"/>
                    <a:gd name="T14" fmla="*/ 1121 w 1121"/>
                    <a:gd name="T15" fmla="*/ 48 h 224"/>
                    <a:gd name="T16" fmla="*/ 861 w 1121"/>
                    <a:gd name="T17" fmla="*/ 224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21" h="224">
                      <a:moveTo>
                        <a:pt x="861" y="224"/>
                      </a:moveTo>
                      <a:lnTo>
                        <a:pt x="0" y="224"/>
                      </a:lnTo>
                      <a:lnTo>
                        <a:pt x="0" y="24"/>
                      </a:lnTo>
                      <a:lnTo>
                        <a:pt x="57" y="24"/>
                      </a:lnTo>
                      <a:lnTo>
                        <a:pt x="57" y="167"/>
                      </a:lnTo>
                      <a:lnTo>
                        <a:pt x="842" y="167"/>
                      </a:lnTo>
                      <a:lnTo>
                        <a:pt x="1090" y="0"/>
                      </a:lnTo>
                      <a:lnTo>
                        <a:pt x="1121" y="48"/>
                      </a:lnTo>
                      <a:lnTo>
                        <a:pt x="861" y="2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10" name="Rectangle 109">
                  <a:extLst>
                    <a:ext uri="{FF2B5EF4-FFF2-40B4-BE49-F238E27FC236}">
                      <a16:creationId xmlns:a16="http://schemas.microsoft.com/office/drawing/2014/main" id="{5C8460CB-3AC1-44C1-9EB5-145A90A57682}"/>
                    </a:ext>
                  </a:extLst>
                </p:cNvPr>
                <p:cNvSpPr/>
                <p:nvPr/>
              </p:nvSpPr>
              <p:spPr>
                <a:xfrm>
                  <a:off x="8166100" y="0"/>
                  <a:ext cx="88900" cy="21272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pPr algn="ctr"/>
                  <a:endParaRPr lang="en-ID" sz="1351"/>
                </a:p>
              </p:txBody>
            </p:sp>
          </p:grpSp>
          <p:sp>
            <p:nvSpPr>
              <p:cNvPr id="101" name="Freeform: Shape 170">
                <a:extLst>
                  <a:ext uri="{FF2B5EF4-FFF2-40B4-BE49-F238E27FC236}">
                    <a16:creationId xmlns:a16="http://schemas.microsoft.com/office/drawing/2014/main" id="{1EE7338C-4BB5-4FC8-AE66-F5503EB74554}"/>
                  </a:ext>
                </a:extLst>
              </p:cNvPr>
              <p:cNvSpPr/>
              <p:nvPr/>
            </p:nvSpPr>
            <p:spPr>
              <a:xfrm>
                <a:off x="0" y="3106036"/>
                <a:ext cx="1325563" cy="1772353"/>
              </a:xfrm>
              <a:custGeom>
                <a:avLst/>
                <a:gdLst>
                  <a:gd name="connsiteX0" fmla="*/ 0 w 1325563"/>
                  <a:gd name="connsiteY0" fmla="*/ 0 h 1772353"/>
                  <a:gd name="connsiteX1" fmla="*/ 1325563 w 1325563"/>
                  <a:gd name="connsiteY1" fmla="*/ 738890 h 1772353"/>
                  <a:gd name="connsiteX2" fmla="*/ 1325563 w 1325563"/>
                  <a:gd name="connsiteY2" fmla="*/ 1772353 h 1772353"/>
                  <a:gd name="connsiteX3" fmla="*/ 0 w 1325563"/>
                  <a:gd name="connsiteY3" fmla="*/ 1772353 h 1772353"/>
                  <a:gd name="connsiteX4" fmla="*/ 0 w 1325563"/>
                  <a:gd name="connsiteY4" fmla="*/ 1681866 h 1772353"/>
                  <a:gd name="connsiteX5" fmla="*/ 1235076 w 1325563"/>
                  <a:gd name="connsiteY5" fmla="*/ 1681866 h 1772353"/>
                  <a:gd name="connsiteX6" fmla="*/ 1235076 w 1325563"/>
                  <a:gd name="connsiteY6" fmla="*/ 794453 h 1772353"/>
                  <a:gd name="connsiteX7" fmla="*/ 0 w 1325563"/>
                  <a:gd name="connsiteY7" fmla="*/ 105749 h 1772353"/>
                  <a:gd name="connsiteX8" fmla="*/ 0 w 1325563"/>
                  <a:gd name="connsiteY8" fmla="*/ 0 h 1772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5563" h="1772353">
                    <a:moveTo>
                      <a:pt x="0" y="0"/>
                    </a:moveTo>
                    <a:lnTo>
                      <a:pt x="1325563" y="738890"/>
                    </a:lnTo>
                    <a:lnTo>
                      <a:pt x="1325563" y="1772353"/>
                    </a:lnTo>
                    <a:lnTo>
                      <a:pt x="0" y="1772353"/>
                    </a:lnTo>
                    <a:lnTo>
                      <a:pt x="0" y="1681866"/>
                    </a:lnTo>
                    <a:lnTo>
                      <a:pt x="1235076" y="1681866"/>
                    </a:lnTo>
                    <a:lnTo>
                      <a:pt x="1235076" y="794453"/>
                    </a:lnTo>
                    <a:lnTo>
                      <a:pt x="0" y="105749"/>
                    </a:lnTo>
                    <a:lnTo>
                      <a:pt x="0" y="0"/>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pPr algn="ctr"/>
                <a:endParaRPr lang="en-ID" sz="1351"/>
              </a:p>
            </p:txBody>
          </p:sp>
          <p:sp>
            <p:nvSpPr>
              <p:cNvPr id="102" name="Freeform: Shape 178">
                <a:extLst>
                  <a:ext uri="{FF2B5EF4-FFF2-40B4-BE49-F238E27FC236}">
                    <a16:creationId xmlns:a16="http://schemas.microsoft.com/office/drawing/2014/main" id="{4BFB81BB-C1D9-485F-93EE-698488FC9D14}"/>
                  </a:ext>
                </a:extLst>
              </p:cNvPr>
              <p:cNvSpPr/>
              <p:nvPr/>
            </p:nvSpPr>
            <p:spPr>
              <a:xfrm>
                <a:off x="1" y="4235994"/>
                <a:ext cx="620713" cy="596356"/>
              </a:xfrm>
              <a:custGeom>
                <a:avLst/>
                <a:gdLst>
                  <a:gd name="connsiteX0" fmla="*/ 0 w 620713"/>
                  <a:gd name="connsiteY0" fmla="*/ 0 h 596356"/>
                  <a:gd name="connsiteX1" fmla="*/ 620713 w 620713"/>
                  <a:gd name="connsiteY1" fmla="*/ 286794 h 596356"/>
                  <a:gd name="connsiteX2" fmla="*/ 620713 w 620713"/>
                  <a:gd name="connsiteY2" fmla="*/ 596356 h 596356"/>
                  <a:gd name="connsiteX3" fmla="*/ 530225 w 620713"/>
                  <a:gd name="connsiteY3" fmla="*/ 596356 h 596356"/>
                  <a:gd name="connsiteX4" fmla="*/ 530225 w 620713"/>
                  <a:gd name="connsiteY4" fmla="*/ 347119 h 596356"/>
                  <a:gd name="connsiteX5" fmla="*/ 0 w 620713"/>
                  <a:gd name="connsiteY5" fmla="*/ 101828 h 596356"/>
                  <a:gd name="connsiteX6" fmla="*/ 0 w 620713"/>
                  <a:gd name="connsiteY6" fmla="*/ 0 h 59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0713" h="596356">
                    <a:moveTo>
                      <a:pt x="0" y="0"/>
                    </a:moveTo>
                    <a:lnTo>
                      <a:pt x="620713" y="286794"/>
                    </a:lnTo>
                    <a:lnTo>
                      <a:pt x="620713" y="596356"/>
                    </a:lnTo>
                    <a:lnTo>
                      <a:pt x="530225" y="596356"/>
                    </a:lnTo>
                    <a:lnTo>
                      <a:pt x="530225" y="347119"/>
                    </a:lnTo>
                    <a:lnTo>
                      <a:pt x="0" y="101828"/>
                    </a:lnTo>
                    <a:lnTo>
                      <a:pt x="0" y="0"/>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pPr algn="ctr"/>
                <a:endParaRPr lang="en-ID" sz="1351"/>
              </a:p>
            </p:txBody>
          </p:sp>
          <p:sp>
            <p:nvSpPr>
              <p:cNvPr id="103" name="Freeform: Shape 187">
                <a:extLst>
                  <a:ext uri="{FF2B5EF4-FFF2-40B4-BE49-F238E27FC236}">
                    <a16:creationId xmlns:a16="http://schemas.microsoft.com/office/drawing/2014/main" id="{2F475784-9EDC-4F26-A2EC-FEB9E78CA452}"/>
                  </a:ext>
                </a:extLst>
              </p:cNvPr>
              <p:cNvSpPr/>
              <p:nvPr/>
            </p:nvSpPr>
            <p:spPr>
              <a:xfrm flipH="1">
                <a:off x="11541126" y="5056188"/>
                <a:ext cx="647699" cy="415925"/>
              </a:xfrm>
              <a:custGeom>
                <a:avLst/>
                <a:gdLst>
                  <a:gd name="connsiteX0" fmla="*/ 593724 w 647699"/>
                  <a:gd name="connsiteY0" fmla="*/ 0 h 415925"/>
                  <a:gd name="connsiteX1" fmla="*/ 131761 w 647699"/>
                  <a:gd name="connsiteY1" fmla="*/ 325438 h 415925"/>
                  <a:gd name="connsiteX2" fmla="*/ 0 w 647699"/>
                  <a:gd name="connsiteY2" fmla="*/ 325438 h 415925"/>
                  <a:gd name="connsiteX3" fmla="*/ 0 w 647699"/>
                  <a:gd name="connsiteY3" fmla="*/ 415925 h 415925"/>
                  <a:gd name="connsiteX4" fmla="*/ 158749 w 647699"/>
                  <a:gd name="connsiteY4" fmla="*/ 415925 h 415925"/>
                  <a:gd name="connsiteX5" fmla="*/ 647699 w 647699"/>
                  <a:gd name="connsiteY5" fmla="*/ 76200 h 415925"/>
                  <a:gd name="connsiteX6" fmla="*/ 593724 w 647699"/>
                  <a:gd name="connsiteY6" fmla="*/ 0 h 415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47699" h="415925">
                    <a:moveTo>
                      <a:pt x="593724" y="0"/>
                    </a:moveTo>
                    <a:lnTo>
                      <a:pt x="131761" y="325438"/>
                    </a:lnTo>
                    <a:lnTo>
                      <a:pt x="0" y="325438"/>
                    </a:lnTo>
                    <a:lnTo>
                      <a:pt x="0" y="415925"/>
                    </a:lnTo>
                    <a:lnTo>
                      <a:pt x="158749" y="415925"/>
                    </a:lnTo>
                    <a:lnTo>
                      <a:pt x="647699" y="76200"/>
                    </a:lnTo>
                    <a:lnTo>
                      <a:pt x="593724" y="0"/>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pPr algn="ctr"/>
                <a:endParaRPr lang="en-ID" sz="1351"/>
              </a:p>
            </p:txBody>
          </p:sp>
          <p:sp>
            <p:nvSpPr>
              <p:cNvPr id="104" name="Freeform: Shape 183">
                <a:extLst>
                  <a:ext uri="{FF2B5EF4-FFF2-40B4-BE49-F238E27FC236}">
                    <a16:creationId xmlns:a16="http://schemas.microsoft.com/office/drawing/2014/main" id="{4614F863-2BEF-49AD-88A9-6619AB9B5C62}"/>
                  </a:ext>
                </a:extLst>
              </p:cNvPr>
              <p:cNvSpPr/>
              <p:nvPr/>
            </p:nvSpPr>
            <p:spPr>
              <a:xfrm>
                <a:off x="10636250" y="1341438"/>
                <a:ext cx="1556543" cy="3378200"/>
              </a:xfrm>
              <a:custGeom>
                <a:avLst/>
                <a:gdLst>
                  <a:gd name="connsiteX0" fmla="*/ 0 w 1556543"/>
                  <a:gd name="connsiteY0" fmla="*/ 0 h 3378200"/>
                  <a:gd name="connsiteX1" fmla="*/ 1547742 w 1556543"/>
                  <a:gd name="connsiteY1" fmla="*/ 0 h 3378200"/>
                  <a:gd name="connsiteX2" fmla="*/ 1547742 w 1556543"/>
                  <a:gd name="connsiteY2" fmla="*/ 90488 h 3378200"/>
                  <a:gd name="connsiteX3" fmla="*/ 95997 w 1556543"/>
                  <a:gd name="connsiteY3" fmla="*/ 90488 h 3378200"/>
                  <a:gd name="connsiteX4" fmla="*/ 95997 w 1556543"/>
                  <a:gd name="connsiteY4" fmla="*/ 3286125 h 3378200"/>
                  <a:gd name="connsiteX5" fmla="*/ 1556543 w 1556543"/>
                  <a:gd name="connsiteY5" fmla="*/ 3286125 h 3378200"/>
                  <a:gd name="connsiteX6" fmla="*/ 1556543 w 1556543"/>
                  <a:gd name="connsiteY6" fmla="*/ 3378200 h 3378200"/>
                  <a:gd name="connsiteX7" fmla="*/ 0 w 1556543"/>
                  <a:gd name="connsiteY7" fmla="*/ 3378200 h 3378200"/>
                  <a:gd name="connsiteX8" fmla="*/ 0 w 1556543"/>
                  <a:gd name="connsiteY8" fmla="*/ 0 h 3378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6543" h="3378200">
                    <a:moveTo>
                      <a:pt x="0" y="0"/>
                    </a:moveTo>
                    <a:lnTo>
                      <a:pt x="1547742" y="0"/>
                    </a:lnTo>
                    <a:lnTo>
                      <a:pt x="1547742" y="90488"/>
                    </a:lnTo>
                    <a:lnTo>
                      <a:pt x="95997" y="90488"/>
                    </a:lnTo>
                    <a:lnTo>
                      <a:pt x="95997" y="3286125"/>
                    </a:lnTo>
                    <a:lnTo>
                      <a:pt x="1556543" y="3286125"/>
                    </a:lnTo>
                    <a:lnTo>
                      <a:pt x="1556543" y="3378200"/>
                    </a:lnTo>
                    <a:lnTo>
                      <a:pt x="0" y="3378200"/>
                    </a:lnTo>
                    <a:lnTo>
                      <a:pt x="0" y="0"/>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pPr algn="ctr"/>
                <a:endParaRPr lang="en-ID" sz="1351"/>
              </a:p>
            </p:txBody>
          </p:sp>
          <p:sp>
            <p:nvSpPr>
              <p:cNvPr id="105" name="Freeform: Shape 194">
                <a:extLst>
                  <a:ext uri="{FF2B5EF4-FFF2-40B4-BE49-F238E27FC236}">
                    <a16:creationId xmlns:a16="http://schemas.microsoft.com/office/drawing/2014/main" id="{6EE82D75-7D96-4AE5-870E-117E8AE9A987}"/>
                  </a:ext>
                </a:extLst>
              </p:cNvPr>
              <p:cNvSpPr/>
              <p:nvPr/>
            </p:nvSpPr>
            <p:spPr>
              <a:xfrm>
                <a:off x="7732712" y="5299075"/>
                <a:ext cx="4456113" cy="698848"/>
              </a:xfrm>
              <a:custGeom>
                <a:avLst/>
                <a:gdLst>
                  <a:gd name="connsiteX0" fmla="*/ 0 w 4456113"/>
                  <a:gd name="connsiteY0" fmla="*/ 0 h 698848"/>
                  <a:gd name="connsiteX1" fmla="*/ 93549 w 4456113"/>
                  <a:gd name="connsiteY1" fmla="*/ 0 h 698848"/>
                  <a:gd name="connsiteX2" fmla="*/ 93549 w 4456113"/>
                  <a:gd name="connsiteY2" fmla="*/ 131763 h 698848"/>
                  <a:gd name="connsiteX3" fmla="*/ 3791938 w 4456113"/>
                  <a:gd name="connsiteY3" fmla="*/ 131763 h 698848"/>
                  <a:gd name="connsiteX4" fmla="*/ 4456113 w 4456113"/>
                  <a:gd name="connsiteY4" fmla="*/ 588370 h 698848"/>
                  <a:gd name="connsiteX5" fmla="*/ 4456113 w 4456113"/>
                  <a:gd name="connsiteY5" fmla="*/ 698848 h 698848"/>
                  <a:gd name="connsiteX6" fmla="*/ 3766132 w 4456113"/>
                  <a:gd name="connsiteY6" fmla="*/ 222250 h 698848"/>
                  <a:gd name="connsiteX7" fmla="*/ 0 w 4456113"/>
                  <a:gd name="connsiteY7" fmla="*/ 222250 h 698848"/>
                  <a:gd name="connsiteX8" fmla="*/ 0 w 4456113"/>
                  <a:gd name="connsiteY8" fmla="*/ 0 h 698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56113" h="698848">
                    <a:moveTo>
                      <a:pt x="0" y="0"/>
                    </a:moveTo>
                    <a:lnTo>
                      <a:pt x="93549" y="0"/>
                    </a:lnTo>
                    <a:lnTo>
                      <a:pt x="93549" y="131763"/>
                    </a:lnTo>
                    <a:lnTo>
                      <a:pt x="3791938" y="131763"/>
                    </a:lnTo>
                    <a:lnTo>
                      <a:pt x="4456113" y="588370"/>
                    </a:lnTo>
                    <a:lnTo>
                      <a:pt x="4456113" y="698848"/>
                    </a:lnTo>
                    <a:lnTo>
                      <a:pt x="3766132" y="222250"/>
                    </a:lnTo>
                    <a:lnTo>
                      <a:pt x="0" y="222250"/>
                    </a:lnTo>
                    <a:lnTo>
                      <a:pt x="0" y="0"/>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pPr algn="ctr"/>
                <a:endParaRPr lang="en-ID" sz="1351"/>
              </a:p>
            </p:txBody>
          </p:sp>
          <p:sp>
            <p:nvSpPr>
              <p:cNvPr id="106" name="Rectangle 105">
                <a:extLst>
                  <a:ext uri="{FF2B5EF4-FFF2-40B4-BE49-F238E27FC236}">
                    <a16:creationId xmlns:a16="http://schemas.microsoft.com/office/drawing/2014/main" id="{C9A8D692-12C2-42F2-88B4-5A9EA114D347}"/>
                  </a:ext>
                </a:extLst>
              </p:cNvPr>
              <p:cNvSpPr/>
              <p:nvPr/>
            </p:nvSpPr>
            <p:spPr>
              <a:xfrm>
                <a:off x="9931400" y="5738813"/>
                <a:ext cx="88900" cy="1119187"/>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pPr algn="ctr"/>
                <a:endParaRPr lang="en-ID" sz="1351"/>
              </a:p>
            </p:txBody>
          </p:sp>
          <p:sp>
            <p:nvSpPr>
              <p:cNvPr id="107" name="Rectangle 106">
                <a:extLst>
                  <a:ext uri="{FF2B5EF4-FFF2-40B4-BE49-F238E27FC236}">
                    <a16:creationId xmlns:a16="http://schemas.microsoft.com/office/drawing/2014/main" id="{D12B4C6B-1ABF-4A08-B4CA-D38322BBF54D}"/>
                  </a:ext>
                </a:extLst>
              </p:cNvPr>
              <p:cNvSpPr/>
              <p:nvPr/>
            </p:nvSpPr>
            <p:spPr>
              <a:xfrm>
                <a:off x="10990263" y="5738813"/>
                <a:ext cx="88900" cy="1119187"/>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pPr algn="ctr"/>
                <a:endParaRPr lang="en-ID" sz="1351"/>
              </a:p>
            </p:txBody>
          </p:sp>
          <p:sp>
            <p:nvSpPr>
              <p:cNvPr id="108" name="Rectangle 107">
                <a:extLst>
                  <a:ext uri="{FF2B5EF4-FFF2-40B4-BE49-F238E27FC236}">
                    <a16:creationId xmlns:a16="http://schemas.microsoft.com/office/drawing/2014/main" id="{8D959865-100C-44A1-8F18-F5A72A703100}"/>
                  </a:ext>
                </a:extLst>
              </p:cNvPr>
              <p:cNvSpPr/>
              <p:nvPr/>
            </p:nvSpPr>
            <p:spPr>
              <a:xfrm rot="5400000">
                <a:off x="10475119" y="5223670"/>
                <a:ext cx="88900" cy="1119187"/>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pPr algn="ctr"/>
                <a:endParaRPr lang="en-ID" sz="1351"/>
              </a:p>
            </p:txBody>
          </p:sp>
        </p:grpSp>
        <p:sp>
          <p:nvSpPr>
            <p:cNvPr id="19" name="Rectangle 18">
              <a:extLst>
                <a:ext uri="{FF2B5EF4-FFF2-40B4-BE49-F238E27FC236}">
                  <a16:creationId xmlns:a16="http://schemas.microsoft.com/office/drawing/2014/main" id="{D0708BEF-D6C0-4BD1-8412-877B4DBAF504}"/>
                </a:ext>
              </a:extLst>
            </p:cNvPr>
            <p:cNvSpPr>
              <a:spLocks noChangeArrowheads="1"/>
            </p:cNvSpPr>
            <p:nvPr/>
          </p:nvSpPr>
          <p:spPr bwMode="auto">
            <a:xfrm>
              <a:off x="2981325" y="1704975"/>
              <a:ext cx="3199210" cy="1763316"/>
            </a:xfrm>
            <a:prstGeom prst="rect">
              <a:avLst/>
            </a:prstGeom>
            <a:noFill/>
            <a:ln w="60325" cap="flat">
              <a:solidFill>
                <a:srgbClr val="00A64E"/>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ctr" anchorCtr="0" compatLnSpc="1">
              <a:prstTxWarp prst="textNoShape">
                <a:avLst/>
              </a:prstTxWarp>
              <a:norm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en-ID" sz="1351">
                <a:solidFill>
                  <a:schemeClr val="tx1">
                    <a:lumMod val="65000"/>
                    <a:lumOff val="35000"/>
                  </a:schemeClr>
                </a:solidFill>
              </a:endParaRPr>
            </a:p>
          </p:txBody>
        </p:sp>
        <p:pic>
          <p:nvPicPr>
            <p:cNvPr id="20" name="Picture 19" descr="A picture containing monitor, computer, keyboard, table&#10;&#10;Description automatically generated">
              <a:extLst>
                <a:ext uri="{FF2B5EF4-FFF2-40B4-BE49-F238E27FC236}">
                  <a16:creationId xmlns:a16="http://schemas.microsoft.com/office/drawing/2014/main" id="{DC46C932-19EF-4690-AB35-D49ED58E471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385223" y="1796707"/>
              <a:ext cx="2332431" cy="1826585"/>
            </a:xfrm>
            <a:prstGeom prst="rect">
              <a:avLst/>
            </a:prstGeom>
          </p:spPr>
        </p:pic>
      </p:grpSp>
    </p:spTree>
    <p:extLst>
      <p:ext uri="{BB962C8B-B14F-4D97-AF65-F5344CB8AC3E}">
        <p14:creationId xmlns:p14="http://schemas.microsoft.com/office/powerpoint/2010/main" val="21327608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effectLst/>
        </p:spPr>
        <p:txBody>
          <a:bodyPr/>
          <a:lstStyle>
            <a:lvl1pPr>
              <a:defRPr>
                <a:solidFill>
                  <a:schemeClr val="accent6">
                    <a:lumMod val="50000"/>
                  </a:schemeClr>
                </a:solidFill>
                <a:latin typeface="Corbel" panose="020B0503020204020204" pitchFamily="34" charset="0"/>
              </a:defRPr>
            </a:lvl1pPr>
          </a:lstStyle>
          <a:p>
            <a:r>
              <a:rPr lang="en-US"/>
              <a:t>Click to edit Master title style</a:t>
            </a:r>
          </a:p>
        </p:txBody>
      </p:sp>
      <p:sp>
        <p:nvSpPr>
          <p:cNvPr id="3" name="Content Placeholder 2"/>
          <p:cNvSpPr>
            <a:spLocks noGrp="1"/>
          </p:cNvSpPr>
          <p:nvPr>
            <p:ph idx="1"/>
          </p:nvPr>
        </p:nvSpPr>
        <p:spPr>
          <a:xfrm>
            <a:off x="304800" y="1228153"/>
            <a:ext cx="11582400" cy="5021979"/>
          </a:xfrm>
        </p:spPr>
        <p:txBody>
          <a:bodyPr/>
          <a:lstStyle>
            <a:lvl1pPr marL="304792" indent="-228594">
              <a:buSzPct val="110000"/>
              <a:buFont typeface="Arial" panose="020B0604020202020204" pitchFamily="34" charset="0"/>
              <a:buChar char="•"/>
              <a:defRPr sz="3200">
                <a:solidFill>
                  <a:schemeClr val="tx1"/>
                </a:solidFill>
              </a:defRPr>
            </a:lvl1pPr>
            <a:lvl2pPr marL="609585" indent="-304792">
              <a:defRPr sz="3200">
                <a:solidFill>
                  <a:schemeClr val="tx1"/>
                </a:solidFill>
              </a:defRPr>
            </a:lvl2pPr>
            <a:lvl3pPr marL="836063" indent="-226478">
              <a:defRPr sz="2667">
                <a:solidFill>
                  <a:schemeClr val="tx1"/>
                </a:solidFill>
              </a:defRPr>
            </a:lvl3pPr>
            <a:lvl4pPr marL="1071007" indent="-234945">
              <a:defRPr sz="2400">
                <a:solidFill>
                  <a:schemeClr val="tx1"/>
                </a:solidFill>
              </a:defRPr>
            </a:lvl4pPr>
            <a:lvl5pPr marL="1297485" indent="-226478">
              <a:defRPr sz="2133">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304801" y="6448468"/>
            <a:ext cx="2472271" cy="365125"/>
          </a:xfrm>
        </p:spPr>
        <p:txBody>
          <a:bodyPr/>
          <a:lstStyle>
            <a:lvl1pPr>
              <a:defRPr sz="1600"/>
            </a:lvl1pPr>
          </a:lstStyle>
          <a:p>
            <a:fld id="{4C87BEC4-B835-4E55-9D7F-50B76A3ED418}" type="datetime1">
              <a:rPr lang="en-US" smtClean="0"/>
              <a:t>9/6/2022</a:t>
            </a:fld>
            <a:endParaRPr lang="en-US"/>
          </a:p>
        </p:txBody>
      </p:sp>
      <p:sp>
        <p:nvSpPr>
          <p:cNvPr id="5" name="Footer Placeholder 4"/>
          <p:cNvSpPr>
            <a:spLocks noGrp="1"/>
          </p:cNvSpPr>
          <p:nvPr>
            <p:ph type="ftr" sz="quarter" idx="11"/>
          </p:nvPr>
        </p:nvSpPr>
        <p:spPr/>
        <p:txBody>
          <a:bodyPr/>
          <a:lstStyle>
            <a:lvl1pPr>
              <a:defRPr sz="1600"/>
            </a:lvl1pPr>
          </a:lstStyle>
          <a:p>
            <a:r>
              <a:rPr lang="en-US"/>
              <a:t>Introduction to AI</a:t>
            </a:r>
          </a:p>
        </p:txBody>
      </p:sp>
      <p:sp>
        <p:nvSpPr>
          <p:cNvPr id="6" name="Slide Number Placeholder 5"/>
          <p:cNvSpPr>
            <a:spLocks noGrp="1"/>
          </p:cNvSpPr>
          <p:nvPr>
            <p:ph type="sldNum" sz="quarter" idx="12"/>
          </p:nvPr>
        </p:nvSpPr>
        <p:spPr/>
        <p:txBody>
          <a:bodyPr/>
          <a:lstStyle>
            <a:lvl1pPr>
              <a:defRPr sz="1600"/>
            </a:lvl1pPr>
          </a:lstStyle>
          <a:p>
            <a:fld id="{B7884E68-CE57-44C0-BE0F-84C629DF22D5}" type="slidenum">
              <a:rPr lang="en-US" smtClean="0"/>
              <a:t>‹#›</a:t>
            </a:fld>
            <a:endParaRPr lang="en-US"/>
          </a:p>
        </p:txBody>
      </p:sp>
    </p:spTree>
    <p:extLst>
      <p:ext uri="{BB962C8B-B14F-4D97-AF65-F5344CB8AC3E}">
        <p14:creationId xmlns:p14="http://schemas.microsoft.com/office/powerpoint/2010/main" val="21182932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7"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7"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sz="1600"/>
            </a:lvl1pPr>
          </a:lstStyle>
          <a:p>
            <a:fld id="{1E636194-6CD7-4E33-BCC1-B8B023C80F22}" type="datetime1">
              <a:rPr lang="en-US" smtClean="0"/>
              <a:t>9/6/2022</a:t>
            </a:fld>
            <a:endParaRPr lang="en-US"/>
          </a:p>
        </p:txBody>
      </p:sp>
      <p:sp>
        <p:nvSpPr>
          <p:cNvPr id="5" name="Footer Placeholder 4"/>
          <p:cNvSpPr>
            <a:spLocks noGrp="1"/>
          </p:cNvSpPr>
          <p:nvPr>
            <p:ph type="ftr" sz="quarter" idx="11"/>
          </p:nvPr>
        </p:nvSpPr>
        <p:spPr/>
        <p:txBody>
          <a:bodyPr/>
          <a:lstStyle>
            <a:lvl1pPr>
              <a:defRPr sz="1600"/>
            </a:lvl1pPr>
          </a:lstStyle>
          <a:p>
            <a:r>
              <a:rPr lang="en-US"/>
              <a:t>Introduction to AI</a:t>
            </a:r>
          </a:p>
        </p:txBody>
      </p:sp>
      <p:sp>
        <p:nvSpPr>
          <p:cNvPr id="6" name="Slide Number Placeholder 5"/>
          <p:cNvSpPr>
            <a:spLocks noGrp="1"/>
          </p:cNvSpPr>
          <p:nvPr>
            <p:ph type="sldNum" sz="quarter" idx="12"/>
          </p:nvPr>
        </p:nvSpPr>
        <p:spPr/>
        <p:txBody>
          <a:bodyPr/>
          <a:lstStyle>
            <a:lvl1pPr>
              <a:defRPr sz="1600"/>
            </a:lvl1pPr>
          </a:lstStyle>
          <a:p>
            <a:fld id="{B7884E68-CE57-44C0-BE0F-84C629DF22D5}" type="slidenum">
              <a:rPr lang="en-US" smtClean="0"/>
              <a:t>‹#›</a:t>
            </a:fld>
            <a:endParaRPr lang="en-US"/>
          </a:p>
        </p:txBody>
      </p:sp>
      <p:cxnSp>
        <p:nvCxnSpPr>
          <p:cNvPr id="9" name="Straight Connector 8"/>
          <p:cNvCxnSpPr/>
          <p:nvPr/>
        </p:nvCxnSpPr>
        <p:spPr>
          <a:xfrm>
            <a:off x="1207659"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037014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304800" y="286605"/>
            <a:ext cx="11582400" cy="703996"/>
          </a:xfrm>
        </p:spPr>
        <p:txBody>
          <a:bodyPr/>
          <a:lstStyle>
            <a:lvl1pPr>
              <a:defRPr>
                <a:solidFill>
                  <a:schemeClr val="accent6">
                    <a:lumMod val="50000"/>
                  </a:schemeClr>
                </a:solidFill>
              </a:defRPr>
            </a:lvl1pPr>
          </a:lstStyle>
          <a:p>
            <a:r>
              <a:rPr lang="en-US"/>
              <a:t>Click to edit Master title style</a:t>
            </a:r>
          </a:p>
        </p:txBody>
      </p:sp>
      <p:sp>
        <p:nvSpPr>
          <p:cNvPr id="3" name="Content Placeholder 2"/>
          <p:cNvSpPr>
            <a:spLocks noGrp="1"/>
          </p:cNvSpPr>
          <p:nvPr>
            <p:ph sz="half" idx="1"/>
          </p:nvPr>
        </p:nvSpPr>
        <p:spPr>
          <a:xfrm>
            <a:off x="304800" y="1193800"/>
            <a:ext cx="5689600" cy="5080000"/>
          </a:xfrm>
        </p:spPr>
        <p:txBody>
          <a:bodyPr/>
          <a:lstStyle>
            <a:lvl1pPr>
              <a:defRPr sz="3200">
                <a:solidFill>
                  <a:schemeClr val="tx1"/>
                </a:solidFill>
              </a:defRPr>
            </a:lvl1pPr>
            <a:lvl2pPr>
              <a:defRPr sz="2667">
                <a:solidFill>
                  <a:schemeClr val="tx1"/>
                </a:solidFill>
              </a:defRPr>
            </a:lvl2pPr>
            <a:lvl3pPr>
              <a:defRPr sz="2400">
                <a:solidFill>
                  <a:schemeClr val="tx1"/>
                </a:solidFill>
              </a:defRPr>
            </a:lvl3pPr>
            <a:lvl4pPr>
              <a:defRPr sz="2133">
                <a:solidFill>
                  <a:schemeClr val="tx1"/>
                </a:solidFill>
              </a:defRPr>
            </a:lvl4pPr>
            <a:lvl5pPr>
              <a:defRPr sz="2133">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096000" y="1193800"/>
            <a:ext cx="5791200" cy="5080000"/>
          </a:xfrm>
        </p:spPr>
        <p:txBody>
          <a:bodyPr/>
          <a:lstStyle>
            <a:lvl1pPr>
              <a:defRPr sz="3200">
                <a:solidFill>
                  <a:schemeClr val="tx1"/>
                </a:solidFill>
              </a:defRPr>
            </a:lvl1pPr>
            <a:lvl2pPr>
              <a:defRPr sz="2667">
                <a:solidFill>
                  <a:schemeClr val="tx1"/>
                </a:solidFill>
              </a:defRPr>
            </a:lvl2pPr>
            <a:lvl3pPr>
              <a:defRPr sz="2400">
                <a:solidFill>
                  <a:schemeClr val="tx1"/>
                </a:solidFill>
              </a:defRPr>
            </a:lvl3pPr>
            <a:lvl4pPr>
              <a:defRPr sz="2133">
                <a:solidFill>
                  <a:schemeClr val="tx1"/>
                </a:solidFill>
              </a:defRPr>
            </a:lvl4pPr>
            <a:lvl5pPr>
              <a:defRPr sz="2133">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1C91B59-BAF3-4521-AFE5-F10C3E2C9939}" type="datetime1">
              <a:rPr lang="en-US" smtClean="0"/>
              <a:t>9/6/2022</a:t>
            </a:fld>
            <a:endParaRPr lang="en-US"/>
          </a:p>
        </p:txBody>
      </p:sp>
      <p:sp>
        <p:nvSpPr>
          <p:cNvPr id="6" name="Footer Placeholder 5"/>
          <p:cNvSpPr>
            <a:spLocks noGrp="1"/>
          </p:cNvSpPr>
          <p:nvPr>
            <p:ph type="ftr" sz="quarter" idx="11"/>
          </p:nvPr>
        </p:nvSpPr>
        <p:spPr/>
        <p:txBody>
          <a:bodyPr/>
          <a:lstStyle/>
          <a:p>
            <a:r>
              <a:rPr lang="en-US"/>
              <a:t>Introduction to AI</a:t>
            </a:r>
          </a:p>
        </p:txBody>
      </p:sp>
      <p:sp>
        <p:nvSpPr>
          <p:cNvPr id="7" name="Slide Number Placeholder 6"/>
          <p:cNvSpPr>
            <a:spLocks noGrp="1"/>
          </p:cNvSpPr>
          <p:nvPr>
            <p:ph type="sldNum" sz="quarter" idx="12"/>
          </p:nvPr>
        </p:nvSpPr>
        <p:spPr/>
        <p:txBody>
          <a:bodyPr/>
          <a:lstStyle/>
          <a:p>
            <a:fld id="{B7884E68-CE57-44C0-BE0F-84C629DF22D5}" type="slidenum">
              <a:rPr lang="en-US" smtClean="0"/>
              <a:t>‹#›</a:t>
            </a:fld>
            <a:endParaRPr lang="en-US"/>
          </a:p>
        </p:txBody>
      </p:sp>
    </p:spTree>
    <p:extLst>
      <p:ext uri="{BB962C8B-B14F-4D97-AF65-F5344CB8AC3E}">
        <p14:creationId xmlns:p14="http://schemas.microsoft.com/office/powerpoint/2010/main" val="36743580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304800" y="279400"/>
            <a:ext cx="11582400" cy="711200"/>
          </a:xfrm>
        </p:spPr>
        <p:txBody>
          <a:bodyPr/>
          <a:lstStyle/>
          <a:p>
            <a:r>
              <a:rPr lang="en-US"/>
              <a:t>Click to edit Master title style</a:t>
            </a:r>
          </a:p>
        </p:txBody>
      </p:sp>
      <p:sp>
        <p:nvSpPr>
          <p:cNvPr id="3" name="Text Placeholder 2"/>
          <p:cNvSpPr>
            <a:spLocks noGrp="1"/>
          </p:cNvSpPr>
          <p:nvPr>
            <p:ph type="body" idx="1"/>
          </p:nvPr>
        </p:nvSpPr>
        <p:spPr>
          <a:xfrm>
            <a:off x="304800" y="1201995"/>
            <a:ext cx="5683795" cy="736283"/>
          </a:xfrm>
        </p:spPr>
        <p:txBody>
          <a:bodyPr lIns="91440" rIns="91440" anchor="ctr">
            <a:normAutofit/>
          </a:bodyPr>
          <a:lstStyle>
            <a:lvl1pPr marL="0" indent="0">
              <a:buNone/>
              <a:defRPr sz="2000" b="0" cap="all" baseline="0">
                <a:solidFill>
                  <a:schemeClr val="tx1"/>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Edit Master text styles</a:t>
            </a:r>
          </a:p>
        </p:txBody>
      </p:sp>
      <p:sp>
        <p:nvSpPr>
          <p:cNvPr id="4" name="Content Placeholder 3"/>
          <p:cNvSpPr>
            <a:spLocks noGrp="1"/>
          </p:cNvSpPr>
          <p:nvPr>
            <p:ph sz="half" idx="2"/>
          </p:nvPr>
        </p:nvSpPr>
        <p:spPr>
          <a:xfrm>
            <a:off x="310605" y="2094962"/>
            <a:ext cx="5683795" cy="417883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7601" y="1201995"/>
            <a:ext cx="5651863" cy="736283"/>
          </a:xfrm>
        </p:spPr>
        <p:txBody>
          <a:bodyPr lIns="91440" rIns="91440" anchor="ctr">
            <a:normAutofit/>
          </a:bodyPr>
          <a:lstStyle>
            <a:lvl1pPr marL="0" indent="0">
              <a:buNone/>
              <a:defRPr sz="2000" b="0" cap="all" baseline="0">
                <a:solidFill>
                  <a:schemeClr val="tx1"/>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Edit Master text styles</a:t>
            </a:r>
          </a:p>
        </p:txBody>
      </p:sp>
      <p:sp>
        <p:nvSpPr>
          <p:cNvPr id="6" name="Content Placeholder 5"/>
          <p:cNvSpPr>
            <a:spLocks noGrp="1"/>
          </p:cNvSpPr>
          <p:nvPr>
            <p:ph sz="quarter" idx="4"/>
          </p:nvPr>
        </p:nvSpPr>
        <p:spPr>
          <a:xfrm>
            <a:off x="6197601" y="2133907"/>
            <a:ext cx="5651863" cy="413989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8B2CE62-575E-4655-B525-D087C0352193}" type="datetime1">
              <a:rPr lang="en-US" smtClean="0"/>
              <a:t>9/6/2022</a:t>
            </a:fld>
            <a:endParaRPr lang="en-US"/>
          </a:p>
        </p:txBody>
      </p:sp>
      <p:sp>
        <p:nvSpPr>
          <p:cNvPr id="8" name="Footer Placeholder 7"/>
          <p:cNvSpPr>
            <a:spLocks noGrp="1"/>
          </p:cNvSpPr>
          <p:nvPr>
            <p:ph type="ftr" sz="quarter" idx="11"/>
          </p:nvPr>
        </p:nvSpPr>
        <p:spPr/>
        <p:txBody>
          <a:bodyPr/>
          <a:lstStyle/>
          <a:p>
            <a:r>
              <a:rPr lang="en-US"/>
              <a:t>Introduction to AI</a:t>
            </a:r>
          </a:p>
        </p:txBody>
      </p:sp>
      <p:sp>
        <p:nvSpPr>
          <p:cNvPr id="9" name="Slide Number Placeholder 8"/>
          <p:cNvSpPr>
            <a:spLocks noGrp="1"/>
          </p:cNvSpPr>
          <p:nvPr>
            <p:ph type="sldNum" sz="quarter" idx="12"/>
          </p:nvPr>
        </p:nvSpPr>
        <p:spPr/>
        <p:txBody>
          <a:bodyPr/>
          <a:lstStyle/>
          <a:p>
            <a:fld id="{B7884E68-CE57-44C0-BE0F-84C629DF22D5}" type="slidenum">
              <a:rPr lang="en-US" smtClean="0"/>
              <a:t>‹#›</a:t>
            </a:fld>
            <a:endParaRPr lang="en-US"/>
          </a:p>
        </p:txBody>
      </p:sp>
    </p:spTree>
    <p:extLst>
      <p:ext uri="{BB962C8B-B14F-4D97-AF65-F5344CB8AC3E}">
        <p14:creationId xmlns:p14="http://schemas.microsoft.com/office/powerpoint/2010/main" val="36604578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6">
                    <a:lumMod val="50000"/>
                  </a:schemeClr>
                </a:solidFill>
                <a:latin typeface="Corbel" panose="020B0503020204020204" pitchFamily="34" charset="0"/>
              </a:defRPr>
            </a:lvl1pPr>
          </a:lstStyle>
          <a:p>
            <a:r>
              <a:rPr lang="en-US"/>
              <a:t>Click to edit Master title style</a:t>
            </a:r>
          </a:p>
        </p:txBody>
      </p:sp>
      <p:sp>
        <p:nvSpPr>
          <p:cNvPr id="3" name="Date Placeholder 2"/>
          <p:cNvSpPr>
            <a:spLocks noGrp="1"/>
          </p:cNvSpPr>
          <p:nvPr>
            <p:ph type="dt" sz="half" idx="10"/>
          </p:nvPr>
        </p:nvSpPr>
        <p:spPr/>
        <p:txBody>
          <a:bodyPr/>
          <a:lstStyle/>
          <a:p>
            <a:fld id="{FC2AB460-6D87-49DC-A53A-48FDB8BA2DCB}" type="datetime1">
              <a:rPr lang="en-US" smtClean="0"/>
              <a:t>9/6/2022</a:t>
            </a:fld>
            <a:endParaRPr lang="en-US"/>
          </a:p>
        </p:txBody>
      </p:sp>
      <p:sp>
        <p:nvSpPr>
          <p:cNvPr id="4" name="Footer Placeholder 3"/>
          <p:cNvSpPr>
            <a:spLocks noGrp="1"/>
          </p:cNvSpPr>
          <p:nvPr>
            <p:ph type="ftr" sz="quarter" idx="11"/>
          </p:nvPr>
        </p:nvSpPr>
        <p:spPr/>
        <p:txBody>
          <a:bodyPr/>
          <a:lstStyle/>
          <a:p>
            <a:r>
              <a:rPr lang="en-US"/>
              <a:t>Introduction to AI</a:t>
            </a:r>
          </a:p>
        </p:txBody>
      </p:sp>
      <p:sp>
        <p:nvSpPr>
          <p:cNvPr id="5" name="Slide Number Placeholder 4"/>
          <p:cNvSpPr>
            <a:spLocks noGrp="1"/>
          </p:cNvSpPr>
          <p:nvPr>
            <p:ph type="sldNum" sz="quarter" idx="12"/>
          </p:nvPr>
        </p:nvSpPr>
        <p:spPr/>
        <p:txBody>
          <a:bodyPr/>
          <a:lstStyle/>
          <a:p>
            <a:fld id="{B7884E68-CE57-44C0-BE0F-84C629DF22D5}" type="slidenum">
              <a:rPr lang="en-US" smtClean="0"/>
              <a:t>‹#›</a:t>
            </a:fld>
            <a:endParaRPr lang="en-US"/>
          </a:p>
        </p:txBody>
      </p:sp>
    </p:spTree>
    <p:extLst>
      <p:ext uri="{BB962C8B-B14F-4D97-AF65-F5344CB8AC3E}">
        <p14:creationId xmlns:p14="http://schemas.microsoft.com/office/powerpoint/2010/main" val="13698803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7"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7"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CDE16F81-E033-4665-8774-7128A244792E}" type="datetime1">
              <a:rPr lang="en-US" smtClean="0"/>
              <a:t>9/6/2022</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US"/>
              <a:t>Introduction to AI</a:t>
            </a:r>
          </a:p>
        </p:txBody>
      </p:sp>
      <p:sp>
        <p:nvSpPr>
          <p:cNvPr id="9" name="Slide Number Placeholder 8"/>
          <p:cNvSpPr>
            <a:spLocks noGrp="1"/>
          </p:cNvSpPr>
          <p:nvPr>
            <p:ph type="sldNum" sz="quarter" idx="12"/>
          </p:nvPr>
        </p:nvSpPr>
        <p:spPr/>
        <p:txBody>
          <a:bodyPr/>
          <a:lstStyle/>
          <a:p>
            <a:fld id="{B7884E68-CE57-44C0-BE0F-84C629DF22D5}" type="slidenum">
              <a:rPr lang="en-US" smtClean="0"/>
              <a:t>‹#›</a:t>
            </a:fld>
            <a:endParaRPr lang="en-US"/>
          </a:p>
        </p:txBody>
      </p:sp>
    </p:spTree>
    <p:extLst>
      <p:ext uri="{BB962C8B-B14F-4D97-AF65-F5344CB8AC3E}">
        <p14:creationId xmlns:p14="http://schemas.microsoft.com/office/powerpoint/2010/main" val="6371123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8"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800600" y="731520"/>
            <a:ext cx="6492240" cy="5257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2926081"/>
            <a:ext cx="3200400" cy="3379124"/>
          </a:xfrm>
        </p:spPr>
        <p:txBody>
          <a:bodyPr lIns="91440" rIns="91440">
            <a:normAutofit/>
          </a:bodyPr>
          <a:lstStyle>
            <a:lvl1pPr marL="0" indent="0">
              <a:buNone/>
              <a:defRPr sz="1500">
                <a:solidFill>
                  <a:srgbClr val="FFFFFF"/>
                </a:solidFill>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Edit Master text styles</a:t>
            </a:r>
          </a:p>
        </p:txBody>
      </p:sp>
      <p:sp>
        <p:nvSpPr>
          <p:cNvPr id="5" name="Date Placeholder 4"/>
          <p:cNvSpPr>
            <a:spLocks noGrp="1"/>
          </p:cNvSpPr>
          <p:nvPr>
            <p:ph type="dt" sz="half" idx="10"/>
          </p:nvPr>
        </p:nvSpPr>
        <p:spPr>
          <a:xfrm>
            <a:off x="465513" y="6459786"/>
            <a:ext cx="2618511" cy="365125"/>
          </a:xfrm>
        </p:spPr>
        <p:txBody>
          <a:bodyPr/>
          <a:lstStyle>
            <a:lvl1pPr algn="l">
              <a:defRPr/>
            </a:lvl1pPr>
          </a:lstStyle>
          <a:p>
            <a:fld id="{9F28FB0A-6553-46F5-82E8-EC8B61555C30}" type="datetime1">
              <a:rPr lang="en-US" smtClean="0"/>
              <a:t>9/6/2022</a:t>
            </a:fld>
            <a:endParaRPr lang="en-US"/>
          </a:p>
        </p:txBody>
      </p:sp>
      <p:sp>
        <p:nvSpPr>
          <p:cNvPr id="6" name="Footer Placeholder 5"/>
          <p:cNvSpPr>
            <a:spLocks noGrp="1"/>
          </p:cNvSpPr>
          <p:nvPr>
            <p:ph type="ftr" sz="quarter" idx="11"/>
          </p:nvPr>
        </p:nvSpPr>
        <p:spPr>
          <a:xfrm>
            <a:off x="4800600" y="6459786"/>
            <a:ext cx="4648200" cy="365125"/>
          </a:xfrm>
        </p:spPr>
        <p:txBody>
          <a:bodyPr/>
          <a:lstStyle>
            <a:lvl1pPr algn="l">
              <a:defRPr>
                <a:solidFill>
                  <a:schemeClr val="tx2"/>
                </a:solidFill>
              </a:defRPr>
            </a:lvl1pPr>
          </a:lstStyle>
          <a:p>
            <a:r>
              <a:rPr lang="en-US"/>
              <a:t>Introduction to AI</a:t>
            </a: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7884E68-CE57-44C0-BE0F-84C629DF22D5}" type="slidenum">
              <a:rPr lang="en-US" smtClean="0"/>
              <a:t>‹#›</a:t>
            </a:fld>
            <a:endParaRPr lang="en-US"/>
          </a:p>
        </p:txBody>
      </p:sp>
    </p:spTree>
    <p:extLst>
      <p:ext uri="{BB962C8B-B14F-4D97-AF65-F5344CB8AC3E}">
        <p14:creationId xmlns:p14="http://schemas.microsoft.com/office/powerpoint/2010/main" val="39650244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1"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7"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a:t>Click to edit Master title style</a:t>
            </a:r>
          </a:p>
        </p:txBody>
      </p:sp>
      <p:sp>
        <p:nvSpPr>
          <p:cNvPr id="3" name="Picture Placeholder 2"/>
          <p:cNvSpPr>
            <a:spLocks noGrp="1" noChangeAspect="1"/>
          </p:cNvSpPr>
          <p:nvPr>
            <p:ph type="pic" idx="1"/>
          </p:nvPr>
        </p:nvSpPr>
        <p:spPr>
          <a:xfrm>
            <a:off x="17" y="1"/>
            <a:ext cx="12191985" cy="4915076"/>
          </a:xfrm>
          <a:solidFill>
            <a:schemeClr val="bg2">
              <a:lumMod val="90000"/>
            </a:schemeClr>
          </a:solidFill>
        </p:spPr>
        <p:txBody>
          <a:bodyPr lIns="457200" tIns="457200" anchor="t"/>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a:t>Click icon to add picture</a:t>
            </a:r>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0723756-F29F-41B2-9EBD-75E4F940D107}" type="datetime1">
              <a:rPr lang="en-US" smtClean="0"/>
              <a:t>9/6/2022</a:t>
            </a:fld>
            <a:endParaRPr lang="en-US"/>
          </a:p>
        </p:txBody>
      </p:sp>
      <p:sp>
        <p:nvSpPr>
          <p:cNvPr id="6" name="Footer Placeholder 5"/>
          <p:cNvSpPr>
            <a:spLocks noGrp="1"/>
          </p:cNvSpPr>
          <p:nvPr>
            <p:ph type="ftr" sz="quarter" idx="11"/>
          </p:nvPr>
        </p:nvSpPr>
        <p:spPr/>
        <p:txBody>
          <a:bodyPr/>
          <a:lstStyle/>
          <a:p>
            <a:r>
              <a:rPr lang="en-US"/>
              <a:t>Introduction to AI</a:t>
            </a:r>
          </a:p>
        </p:txBody>
      </p:sp>
      <p:sp>
        <p:nvSpPr>
          <p:cNvPr id="7" name="Slide Number Placeholder 6"/>
          <p:cNvSpPr>
            <a:spLocks noGrp="1"/>
          </p:cNvSpPr>
          <p:nvPr>
            <p:ph type="sldNum" sz="quarter" idx="12"/>
          </p:nvPr>
        </p:nvSpPr>
        <p:spPr/>
        <p:txBody>
          <a:bodyPr/>
          <a:lstStyle/>
          <a:p>
            <a:fld id="{B7884E68-CE57-44C0-BE0F-84C629DF22D5}" type="slidenum">
              <a:rPr lang="en-US" smtClean="0"/>
              <a:t>‹#›</a:t>
            </a:fld>
            <a:endParaRPr lang="en-US"/>
          </a:p>
        </p:txBody>
      </p:sp>
    </p:spTree>
    <p:extLst>
      <p:ext uri="{BB962C8B-B14F-4D97-AF65-F5344CB8AC3E}">
        <p14:creationId xmlns:p14="http://schemas.microsoft.com/office/powerpoint/2010/main" val="26684808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Corbel" panose="020B0503020204020204" pitchFamily="34"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0FCA8FB-AFE1-4FC9-B7E5-C7877DDDA747}" type="datetime1">
              <a:rPr lang="en-US" smtClean="0"/>
              <a:t>9/6/2022</a:t>
            </a:fld>
            <a:endParaRPr lang="en-US"/>
          </a:p>
        </p:txBody>
      </p:sp>
      <p:sp>
        <p:nvSpPr>
          <p:cNvPr id="5" name="Footer Placeholder 4"/>
          <p:cNvSpPr>
            <a:spLocks noGrp="1"/>
          </p:cNvSpPr>
          <p:nvPr>
            <p:ph type="ftr" sz="quarter" idx="11"/>
          </p:nvPr>
        </p:nvSpPr>
        <p:spPr/>
        <p:txBody>
          <a:bodyPr/>
          <a:lstStyle/>
          <a:p>
            <a:r>
              <a:rPr lang="en-US"/>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smtClean="0"/>
              <a:t>‹#›</a:t>
            </a:fld>
            <a:endParaRPr lang="en-US"/>
          </a:p>
        </p:txBody>
      </p:sp>
    </p:spTree>
    <p:extLst>
      <p:ext uri="{BB962C8B-B14F-4D97-AF65-F5344CB8AC3E}">
        <p14:creationId xmlns:p14="http://schemas.microsoft.com/office/powerpoint/2010/main" val="7620889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7"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7"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1" y="412301"/>
            <a:ext cx="2628900" cy="5759899"/>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1" y="412301"/>
            <a:ext cx="7734300" cy="5759899"/>
          </a:xfrm>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D97EA6F-3CCB-4B0E-84A2-75ADE2EC08EE}" type="datetime1">
              <a:rPr lang="en-US" smtClean="0"/>
              <a:t>9/6/2022</a:t>
            </a:fld>
            <a:endParaRPr lang="en-US"/>
          </a:p>
        </p:txBody>
      </p:sp>
      <p:sp>
        <p:nvSpPr>
          <p:cNvPr id="5" name="Footer Placeholder 4"/>
          <p:cNvSpPr>
            <a:spLocks noGrp="1"/>
          </p:cNvSpPr>
          <p:nvPr>
            <p:ph type="ftr" sz="quarter" idx="11"/>
          </p:nvPr>
        </p:nvSpPr>
        <p:spPr/>
        <p:txBody>
          <a:bodyPr/>
          <a:lstStyle/>
          <a:p>
            <a:r>
              <a:rPr lang="en-US"/>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smtClean="0"/>
              <a:t>‹#›</a:t>
            </a:fld>
            <a:endParaRPr lang="en-US"/>
          </a:p>
        </p:txBody>
      </p:sp>
    </p:spTree>
    <p:extLst>
      <p:ext uri="{BB962C8B-B14F-4D97-AF65-F5344CB8AC3E}">
        <p14:creationId xmlns:p14="http://schemas.microsoft.com/office/powerpoint/2010/main" val="38193017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7" y="6334317"/>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304800" y="286605"/>
            <a:ext cx="11582400" cy="703996"/>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304800" y="1210736"/>
            <a:ext cx="11582400" cy="5021979"/>
          </a:xfrm>
          <a:prstGeom prst="rect">
            <a:avLst/>
          </a:prstGeom>
        </p:spPr>
        <p:txBody>
          <a:bodyPr vert="horz" lIns="0" tIns="45720" rIns="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04801" y="6442483"/>
            <a:ext cx="2472271" cy="365125"/>
          </a:xfrm>
          <a:prstGeom prst="rect">
            <a:avLst/>
          </a:prstGeom>
        </p:spPr>
        <p:txBody>
          <a:bodyPr vert="horz" lIns="91440" tIns="45720" rIns="91440" bIns="45720" rtlCol="0" anchor="ctr"/>
          <a:lstStyle>
            <a:lvl1pPr algn="l">
              <a:defRPr sz="1333">
                <a:solidFill>
                  <a:schemeClr val="bg1"/>
                </a:solidFill>
              </a:defRPr>
            </a:lvl1pPr>
          </a:lstStyle>
          <a:p>
            <a:fld id="{34563D60-D120-4298-BF7C-486F30C4FA2C}" type="datetime1">
              <a:rPr lang="en-US" smtClean="0"/>
              <a:t>9/6/2022</a:t>
            </a:fld>
            <a:endParaRPr lang="en-US"/>
          </a:p>
        </p:txBody>
      </p:sp>
      <p:sp>
        <p:nvSpPr>
          <p:cNvPr id="5" name="Footer Placeholder 4"/>
          <p:cNvSpPr>
            <a:spLocks noGrp="1"/>
          </p:cNvSpPr>
          <p:nvPr>
            <p:ph type="ftr" sz="quarter" idx="3"/>
          </p:nvPr>
        </p:nvSpPr>
        <p:spPr>
          <a:xfrm>
            <a:off x="3686186" y="6459786"/>
            <a:ext cx="4822804" cy="365125"/>
          </a:xfrm>
          <a:prstGeom prst="rect">
            <a:avLst/>
          </a:prstGeom>
        </p:spPr>
        <p:txBody>
          <a:bodyPr vert="horz" lIns="91440" tIns="45720" rIns="91440" bIns="45720" rtlCol="0" anchor="ctr"/>
          <a:lstStyle>
            <a:lvl1pPr algn="ctr">
              <a:defRPr sz="1333" cap="all" baseline="0">
                <a:solidFill>
                  <a:schemeClr val="bg1"/>
                </a:solidFill>
              </a:defRPr>
            </a:lvl1pPr>
          </a:lstStyle>
          <a:p>
            <a:r>
              <a:rPr lang="en-US"/>
              <a:t>Introduction to AI</a:t>
            </a:r>
          </a:p>
        </p:txBody>
      </p:sp>
      <p:sp>
        <p:nvSpPr>
          <p:cNvPr id="6" name="Slide Number Placeholder 5"/>
          <p:cNvSpPr>
            <a:spLocks noGrp="1"/>
          </p:cNvSpPr>
          <p:nvPr>
            <p:ph type="sldNum" sz="quarter" idx="4"/>
          </p:nvPr>
        </p:nvSpPr>
        <p:spPr>
          <a:xfrm>
            <a:off x="10575176" y="6448468"/>
            <a:ext cx="1312025" cy="365125"/>
          </a:xfrm>
          <a:prstGeom prst="rect">
            <a:avLst/>
          </a:prstGeom>
        </p:spPr>
        <p:txBody>
          <a:bodyPr vert="horz" lIns="91440" tIns="45720" rIns="91440" bIns="45720" rtlCol="0" anchor="ctr"/>
          <a:lstStyle>
            <a:lvl1pPr algn="r">
              <a:defRPr sz="1333">
                <a:solidFill>
                  <a:schemeClr val="bg1"/>
                </a:solidFill>
              </a:defRPr>
            </a:lvl1pPr>
          </a:lstStyle>
          <a:p>
            <a:fld id="{B7884E68-CE57-44C0-BE0F-84C629DF22D5}" type="slidenum">
              <a:rPr lang="en-US" smtClean="0"/>
              <a:t>‹#›</a:t>
            </a:fld>
            <a:endParaRPr lang="en-US"/>
          </a:p>
        </p:txBody>
      </p:sp>
      <p:cxnSp>
        <p:nvCxnSpPr>
          <p:cNvPr id="10" name="Straight Connector 9"/>
          <p:cNvCxnSpPr/>
          <p:nvPr/>
        </p:nvCxnSpPr>
        <p:spPr>
          <a:xfrm>
            <a:off x="304800" y="1092200"/>
            <a:ext cx="1158240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9479485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p:txStyles>
    <p:titleStyle>
      <a:lvl1pPr algn="l" defTabSz="914377" rtl="0" eaLnBrk="1" latinLnBrk="0" hangingPunct="1">
        <a:lnSpc>
          <a:spcPct val="85000"/>
        </a:lnSpc>
        <a:spcBef>
          <a:spcPct val="0"/>
        </a:spcBef>
        <a:buNone/>
        <a:defRPr sz="4800" kern="1200" spc="-51" baseline="0">
          <a:solidFill>
            <a:schemeClr val="accent6">
              <a:lumMod val="50000"/>
            </a:schemeClr>
          </a:solidFill>
          <a:latin typeface="+mj-lt"/>
          <a:ea typeface="+mj-ea"/>
          <a:cs typeface="+mj-cs"/>
        </a:defRPr>
      </a:lvl1pPr>
    </p:titleStyle>
    <p:bodyStyle>
      <a:lvl1pPr marL="91438" indent="-91438" algn="l" defTabSz="914377"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3200" kern="1200">
          <a:solidFill>
            <a:schemeClr val="tx1"/>
          </a:solidFill>
          <a:latin typeface="+mn-lt"/>
          <a:ea typeface="+mn-ea"/>
          <a:cs typeface="+mn-cs"/>
        </a:defRPr>
      </a:lvl1pPr>
      <a:lvl2pPr marL="384038" indent="-182875" algn="l" defTabSz="914377" rtl="0" eaLnBrk="1" latinLnBrk="0" hangingPunct="1">
        <a:lnSpc>
          <a:spcPct val="90000"/>
        </a:lnSpc>
        <a:spcBef>
          <a:spcPts val="200"/>
        </a:spcBef>
        <a:spcAft>
          <a:spcPts val="400"/>
        </a:spcAft>
        <a:buClr>
          <a:schemeClr val="accent1"/>
        </a:buClr>
        <a:buFont typeface="Calibri" pitchFamily="34" charset="0"/>
        <a:buChar char="◦"/>
        <a:defRPr sz="3200" kern="1200">
          <a:solidFill>
            <a:schemeClr val="tx1"/>
          </a:solidFill>
          <a:latin typeface="+mn-lt"/>
          <a:ea typeface="+mn-ea"/>
          <a:cs typeface="+mn-cs"/>
        </a:defRPr>
      </a:lvl2pPr>
      <a:lvl3pPr marL="566914" indent="-182875" algn="l" defTabSz="914377" rtl="0" eaLnBrk="1" latinLnBrk="0" hangingPunct="1">
        <a:lnSpc>
          <a:spcPct val="90000"/>
        </a:lnSpc>
        <a:spcBef>
          <a:spcPts val="200"/>
        </a:spcBef>
        <a:spcAft>
          <a:spcPts val="400"/>
        </a:spcAft>
        <a:buClr>
          <a:schemeClr val="accent1"/>
        </a:buClr>
        <a:buFont typeface="Calibri" pitchFamily="34" charset="0"/>
        <a:buChar char="◦"/>
        <a:defRPr sz="2400" kern="1200">
          <a:solidFill>
            <a:schemeClr val="tx1"/>
          </a:solidFill>
          <a:latin typeface="+mn-lt"/>
          <a:ea typeface="+mn-ea"/>
          <a:cs typeface="+mn-cs"/>
        </a:defRPr>
      </a:lvl3pPr>
      <a:lvl4pPr marL="749789" indent="-182875" algn="l" defTabSz="914377" rtl="0" eaLnBrk="1" latinLnBrk="0" hangingPunct="1">
        <a:lnSpc>
          <a:spcPct val="90000"/>
        </a:lnSpc>
        <a:spcBef>
          <a:spcPts val="200"/>
        </a:spcBef>
        <a:spcAft>
          <a:spcPts val="400"/>
        </a:spcAft>
        <a:buClr>
          <a:schemeClr val="accent1"/>
        </a:buClr>
        <a:buFont typeface="Calibri" pitchFamily="34" charset="0"/>
        <a:buChar char="◦"/>
        <a:defRPr sz="2133" kern="1200">
          <a:solidFill>
            <a:schemeClr val="tx1"/>
          </a:solidFill>
          <a:latin typeface="+mn-lt"/>
          <a:ea typeface="+mn-ea"/>
          <a:cs typeface="+mn-cs"/>
        </a:defRPr>
      </a:lvl4pPr>
      <a:lvl5pPr marL="932665" indent="-182875" algn="l" defTabSz="914377" rtl="0" eaLnBrk="1" latinLnBrk="0" hangingPunct="1">
        <a:lnSpc>
          <a:spcPct val="90000"/>
        </a:lnSpc>
        <a:spcBef>
          <a:spcPts val="200"/>
        </a:spcBef>
        <a:spcAft>
          <a:spcPts val="400"/>
        </a:spcAft>
        <a:buClr>
          <a:schemeClr val="accent1"/>
        </a:buClr>
        <a:buFont typeface="Calibri" pitchFamily="34" charset="0"/>
        <a:buChar char="◦"/>
        <a:defRPr sz="2133"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www.openbookproject.net/py4fun/hanoi/hanoi3.html" TargetMode="External"/><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tps://www.youtube.com/watch?v=rf6uf3jNjbo" TargetMode="External"/><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37.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41.png"/><Relationship Id="rId3" Type="http://schemas.openxmlformats.org/officeDocument/2006/relationships/image" Target="../media/image31.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32.png"/><Relationship Id="rId9" Type="http://schemas.openxmlformats.org/officeDocument/2006/relationships/image" Target="../media/image37.png"/></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26.wmf"/></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5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9F09E55A-E307-452F-B33F-FD246998A834}" type="datetime1">
              <a:rPr lang="en-US" smtClean="0"/>
              <a:t>9/6/2022</a:t>
            </a:fld>
            <a:endParaRPr lang="en-US"/>
          </a:p>
        </p:txBody>
      </p:sp>
      <p:sp>
        <p:nvSpPr>
          <p:cNvPr id="4" name="Footer Placeholder 3"/>
          <p:cNvSpPr>
            <a:spLocks noGrp="1"/>
          </p:cNvSpPr>
          <p:nvPr>
            <p:ph type="ftr" sz="quarter" idx="11"/>
          </p:nvPr>
        </p:nvSpPr>
        <p:spPr/>
        <p:txBody>
          <a:bodyPr/>
          <a:lstStyle/>
          <a:p>
            <a:r>
              <a:rPr lang="en-US"/>
              <a:t>Introduction to AI</a:t>
            </a:r>
          </a:p>
        </p:txBody>
      </p:sp>
      <p:sp>
        <p:nvSpPr>
          <p:cNvPr id="5" name="Slide Number Placeholder 4"/>
          <p:cNvSpPr>
            <a:spLocks noGrp="1"/>
          </p:cNvSpPr>
          <p:nvPr>
            <p:ph type="sldNum" sz="quarter" idx="12"/>
          </p:nvPr>
        </p:nvSpPr>
        <p:spPr/>
        <p:txBody>
          <a:bodyPr/>
          <a:lstStyle/>
          <a:p>
            <a:fld id="{B7884E68-CE57-44C0-BE0F-84C629DF22D5}" type="slidenum">
              <a:rPr lang="en-US" smtClean="0"/>
              <a:t>1</a:t>
            </a:fld>
            <a:endParaRPr lang="en-US"/>
          </a:p>
        </p:txBody>
      </p:sp>
      <p:sp>
        <p:nvSpPr>
          <p:cNvPr id="2" name="Text Placeholder 1"/>
          <p:cNvSpPr>
            <a:spLocks noGrp="1"/>
          </p:cNvSpPr>
          <p:nvPr>
            <p:ph type="body" sz="quarter" idx="13"/>
          </p:nvPr>
        </p:nvSpPr>
        <p:spPr>
          <a:xfrm>
            <a:off x="0" y="4710903"/>
            <a:ext cx="12192000" cy="914400"/>
          </a:xfrm>
        </p:spPr>
        <p:txBody>
          <a:bodyPr anchor="ctr"/>
          <a:lstStyle/>
          <a:p>
            <a:pPr algn="ctr"/>
            <a:r>
              <a:rPr lang="en-US"/>
              <a:t>Goal Trees and Problem Solving</a:t>
            </a:r>
          </a:p>
        </p:txBody>
      </p:sp>
    </p:spTree>
    <p:extLst>
      <p:ext uri="{BB962C8B-B14F-4D97-AF65-F5344CB8AC3E}">
        <p14:creationId xmlns:p14="http://schemas.microsoft.com/office/powerpoint/2010/main" val="20314806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Outline</a:t>
            </a:r>
          </a:p>
        </p:txBody>
      </p:sp>
      <p:sp>
        <p:nvSpPr>
          <p:cNvPr id="3" name="Content Placeholder 2"/>
          <p:cNvSpPr>
            <a:spLocks noGrp="1"/>
          </p:cNvSpPr>
          <p:nvPr>
            <p:ph idx="1"/>
          </p:nvPr>
        </p:nvSpPr>
        <p:spPr/>
        <p:txBody>
          <a:bodyPr/>
          <a:lstStyle/>
          <a:p>
            <a:r>
              <a:rPr lang="en-US" dirty="0"/>
              <a:t>Problem solving </a:t>
            </a:r>
          </a:p>
          <a:p>
            <a:pPr lvl="1"/>
            <a:r>
              <a:rPr lang="en-US" dirty="0"/>
              <a:t>Review</a:t>
            </a:r>
          </a:p>
          <a:p>
            <a:pPr lvl="1"/>
            <a:r>
              <a:rPr lang="en-US" dirty="0"/>
              <a:t>Goal trees</a:t>
            </a:r>
          </a:p>
          <a:p>
            <a:r>
              <a:rPr lang="en-US" dirty="0"/>
              <a:t>Problem Reduction </a:t>
            </a:r>
          </a:p>
          <a:p>
            <a:pPr lvl="1"/>
            <a:r>
              <a:rPr lang="en-US" sz="2800" dirty="0"/>
              <a:t>Symbolic Integration [The start of AI]</a:t>
            </a:r>
          </a:p>
          <a:p>
            <a:pPr lvl="1"/>
            <a:r>
              <a:rPr lang="en-US" sz="2800" dirty="0"/>
              <a:t>Box Staking Problem</a:t>
            </a:r>
          </a:p>
          <a:p>
            <a:r>
              <a:rPr lang="en-US" dirty="0"/>
              <a:t>Understanding Goal Trees</a:t>
            </a:r>
          </a:p>
          <a:p>
            <a:r>
              <a:rPr lang="en-US" dirty="0"/>
              <a:t>Conclusion</a:t>
            </a:r>
          </a:p>
        </p:txBody>
      </p:sp>
      <p:sp>
        <p:nvSpPr>
          <p:cNvPr id="4" name="Date Placeholder 3"/>
          <p:cNvSpPr>
            <a:spLocks noGrp="1"/>
          </p:cNvSpPr>
          <p:nvPr>
            <p:ph type="dt" sz="half" idx="10"/>
          </p:nvPr>
        </p:nvSpPr>
        <p:spPr/>
        <p:txBody>
          <a:bodyPr/>
          <a:lstStyle/>
          <a:p>
            <a:fld id="{C4099B13-216D-4554-BF85-52DF30316557}" type="datetime1">
              <a:rPr lang="en-US" smtClean="0"/>
              <a:t>9/6/2022</a:t>
            </a:fld>
            <a:endParaRPr lang="en-US"/>
          </a:p>
        </p:txBody>
      </p:sp>
      <p:sp>
        <p:nvSpPr>
          <p:cNvPr id="5" name="Footer Placeholder 4"/>
          <p:cNvSpPr>
            <a:spLocks noGrp="1"/>
          </p:cNvSpPr>
          <p:nvPr>
            <p:ph type="ftr" sz="quarter" idx="11"/>
          </p:nvPr>
        </p:nvSpPr>
        <p:spPr/>
        <p:txBody>
          <a:bodyPr/>
          <a:lstStyle/>
          <a:p>
            <a:r>
              <a:rPr lang="en-US"/>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smtClean="0"/>
              <a:t>2</a:t>
            </a:fld>
            <a:endParaRPr lang="en-US"/>
          </a:p>
        </p:txBody>
      </p:sp>
    </p:spTree>
    <p:extLst>
      <p:ext uri="{BB962C8B-B14F-4D97-AF65-F5344CB8AC3E}">
        <p14:creationId xmlns:p14="http://schemas.microsoft.com/office/powerpoint/2010/main" val="5200624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Problem solving - Review</a:t>
            </a:r>
          </a:p>
        </p:txBody>
      </p:sp>
      <p:sp>
        <p:nvSpPr>
          <p:cNvPr id="3" name="Content Placeholder 2"/>
          <p:cNvSpPr>
            <a:spLocks noGrp="1"/>
          </p:cNvSpPr>
          <p:nvPr>
            <p:ph idx="1"/>
          </p:nvPr>
        </p:nvSpPr>
        <p:spPr>
          <a:xfrm>
            <a:off x="304800" y="1228153"/>
            <a:ext cx="11582400" cy="5021979"/>
          </a:xfrm>
        </p:spPr>
        <p:txBody>
          <a:bodyPr/>
          <a:lstStyle/>
          <a:p>
            <a:r>
              <a:rPr lang="en-US"/>
              <a:t>As we concluded from previous lectures, successful </a:t>
            </a:r>
            <a:r>
              <a:rPr lang="en-US">
                <a:solidFill>
                  <a:srgbClr val="C00000"/>
                </a:solidFill>
              </a:rPr>
              <a:t>problem solving </a:t>
            </a:r>
            <a:r>
              <a:rPr lang="en-US"/>
              <a:t>is aided by: </a:t>
            </a:r>
          </a:p>
          <a:p>
            <a:pPr lvl="1"/>
            <a:r>
              <a:rPr lang="en-US"/>
              <a:t>choosing the best </a:t>
            </a:r>
            <a:r>
              <a:rPr lang="en-US">
                <a:solidFill>
                  <a:srgbClr val="C00000"/>
                </a:solidFill>
              </a:rPr>
              <a:t>representation</a:t>
            </a:r>
            <a:r>
              <a:rPr lang="en-US"/>
              <a:t> for the problem, e.g., using </a:t>
            </a:r>
            <a:r>
              <a:rPr lang="en-US">
                <a:solidFill>
                  <a:srgbClr val="C00000"/>
                </a:solidFill>
              </a:rPr>
              <a:t>visual perception</a:t>
            </a:r>
          </a:p>
          <a:p>
            <a:pPr lvl="1"/>
            <a:r>
              <a:rPr lang="en-US"/>
              <a:t>identifying the </a:t>
            </a:r>
            <a:r>
              <a:rPr lang="en-US">
                <a:solidFill>
                  <a:srgbClr val="C00000"/>
                </a:solidFill>
              </a:rPr>
              <a:t>initial</a:t>
            </a:r>
            <a:r>
              <a:rPr lang="en-US"/>
              <a:t> and </a:t>
            </a:r>
            <a:r>
              <a:rPr lang="en-US">
                <a:solidFill>
                  <a:srgbClr val="C00000"/>
                </a:solidFill>
              </a:rPr>
              <a:t>goal</a:t>
            </a:r>
            <a:r>
              <a:rPr lang="en-US"/>
              <a:t> states</a:t>
            </a:r>
          </a:p>
          <a:p>
            <a:pPr lvl="1"/>
            <a:r>
              <a:rPr lang="en-US"/>
              <a:t>identifying </a:t>
            </a:r>
            <a:r>
              <a:rPr lang="en-US">
                <a:solidFill>
                  <a:srgbClr val="C00000"/>
                </a:solidFill>
              </a:rPr>
              <a:t>all possible states</a:t>
            </a:r>
          </a:p>
          <a:p>
            <a:pPr lvl="1"/>
            <a:r>
              <a:rPr lang="en-US"/>
              <a:t>exposing </a:t>
            </a:r>
            <a:r>
              <a:rPr lang="en-US">
                <a:solidFill>
                  <a:srgbClr val="C00000"/>
                </a:solidFill>
              </a:rPr>
              <a:t>constraints</a:t>
            </a:r>
          </a:p>
          <a:p>
            <a:pPr lvl="1"/>
            <a:endParaRPr lang="en-US"/>
          </a:p>
        </p:txBody>
      </p:sp>
      <p:sp>
        <p:nvSpPr>
          <p:cNvPr id="4" name="Date Placeholder 3"/>
          <p:cNvSpPr>
            <a:spLocks noGrp="1"/>
          </p:cNvSpPr>
          <p:nvPr>
            <p:ph type="dt" sz="half" idx="10"/>
          </p:nvPr>
        </p:nvSpPr>
        <p:spPr/>
        <p:txBody>
          <a:bodyPr/>
          <a:lstStyle/>
          <a:p>
            <a:fld id="{4C87BEC4-B835-4E55-9D7F-50B76A3ED418}" type="datetime1">
              <a:rPr lang="en-US" smtClean="0"/>
              <a:t>9/6/2022</a:t>
            </a:fld>
            <a:endParaRPr lang="en-US"/>
          </a:p>
        </p:txBody>
      </p:sp>
      <p:sp>
        <p:nvSpPr>
          <p:cNvPr id="5" name="Footer Placeholder 4"/>
          <p:cNvSpPr>
            <a:spLocks noGrp="1"/>
          </p:cNvSpPr>
          <p:nvPr>
            <p:ph type="ftr" sz="quarter" idx="11"/>
          </p:nvPr>
        </p:nvSpPr>
        <p:spPr/>
        <p:txBody>
          <a:bodyPr/>
          <a:lstStyle/>
          <a:p>
            <a:r>
              <a:rPr lang="en-US"/>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smtClean="0"/>
              <a:t>3</a:t>
            </a:fld>
            <a:endParaRPr lang="en-US"/>
          </a:p>
        </p:txBody>
      </p:sp>
    </p:spTree>
    <p:extLst>
      <p:ext uri="{BB962C8B-B14F-4D97-AF65-F5344CB8AC3E}">
        <p14:creationId xmlns:p14="http://schemas.microsoft.com/office/powerpoint/2010/main" val="6646282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Problem solving – Goal trees</a:t>
            </a:r>
          </a:p>
        </p:txBody>
      </p:sp>
      <p:sp>
        <p:nvSpPr>
          <p:cNvPr id="3" name="Content Placeholder 2"/>
          <p:cNvSpPr>
            <a:spLocks noGrp="1"/>
          </p:cNvSpPr>
          <p:nvPr>
            <p:ph idx="1"/>
          </p:nvPr>
        </p:nvSpPr>
        <p:spPr>
          <a:xfrm>
            <a:off x="304799" y="1228153"/>
            <a:ext cx="7895617" cy="5021979"/>
          </a:xfrm>
        </p:spPr>
        <p:txBody>
          <a:bodyPr/>
          <a:lstStyle/>
          <a:p>
            <a:r>
              <a:rPr lang="en-US"/>
              <a:t>A </a:t>
            </a:r>
            <a:r>
              <a:rPr lang="en-US" i="1">
                <a:solidFill>
                  <a:srgbClr val="C00000"/>
                </a:solidFill>
              </a:rPr>
              <a:t>tree</a:t>
            </a:r>
            <a:r>
              <a:rPr lang="en-US"/>
              <a:t> is commonly encountered data shape that allows representing nonlinear hierarchical relationships</a:t>
            </a:r>
          </a:p>
          <a:p>
            <a:r>
              <a:rPr lang="en-US"/>
              <a:t>A tree is a collection of structures called </a:t>
            </a:r>
            <a:r>
              <a:rPr lang="en-US">
                <a:solidFill>
                  <a:srgbClr val="C00000"/>
                </a:solidFill>
              </a:rPr>
              <a:t>nodes</a:t>
            </a:r>
            <a:r>
              <a:rPr lang="en-US"/>
              <a:t> connected using </a:t>
            </a:r>
            <a:r>
              <a:rPr lang="en-US">
                <a:solidFill>
                  <a:srgbClr val="C00000"/>
                </a:solidFill>
              </a:rPr>
              <a:t>edges</a:t>
            </a:r>
            <a:r>
              <a:rPr lang="en-US"/>
              <a:t> where a single node represents a value, a </a:t>
            </a:r>
            <a:r>
              <a:rPr lang="en-US" i="1">
                <a:solidFill>
                  <a:srgbClr val="C00000"/>
                </a:solidFill>
              </a:rPr>
              <a:t>state</a:t>
            </a:r>
            <a:r>
              <a:rPr lang="en-US"/>
              <a:t> or something meaningful</a:t>
            </a:r>
          </a:p>
          <a:p>
            <a:endParaRPr lang="en-US"/>
          </a:p>
        </p:txBody>
      </p:sp>
      <p:sp>
        <p:nvSpPr>
          <p:cNvPr id="4" name="Date Placeholder 3"/>
          <p:cNvSpPr>
            <a:spLocks noGrp="1"/>
          </p:cNvSpPr>
          <p:nvPr>
            <p:ph type="dt" sz="half" idx="10"/>
          </p:nvPr>
        </p:nvSpPr>
        <p:spPr/>
        <p:txBody>
          <a:bodyPr/>
          <a:lstStyle/>
          <a:p>
            <a:fld id="{4C87BEC4-B835-4E55-9D7F-50B76A3ED418}" type="datetime1">
              <a:rPr lang="en-US" smtClean="0"/>
              <a:t>9/6/2022</a:t>
            </a:fld>
            <a:endParaRPr lang="en-US"/>
          </a:p>
        </p:txBody>
      </p:sp>
      <p:sp>
        <p:nvSpPr>
          <p:cNvPr id="5" name="Footer Placeholder 4"/>
          <p:cNvSpPr>
            <a:spLocks noGrp="1"/>
          </p:cNvSpPr>
          <p:nvPr>
            <p:ph type="ftr" sz="quarter" idx="11"/>
          </p:nvPr>
        </p:nvSpPr>
        <p:spPr/>
        <p:txBody>
          <a:bodyPr/>
          <a:lstStyle/>
          <a:p>
            <a:r>
              <a:rPr lang="en-US"/>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smtClean="0"/>
              <a:t>4</a:t>
            </a:fld>
            <a:endParaRPr lang="en-US"/>
          </a:p>
        </p:txBody>
      </p:sp>
      <p:pic>
        <p:nvPicPr>
          <p:cNvPr id="7" name="Picture 6">
            <a:extLst>
              <a:ext uri="{FF2B5EF4-FFF2-40B4-BE49-F238E27FC236}">
                <a16:creationId xmlns:a16="http://schemas.microsoft.com/office/drawing/2014/main" id="{A33C3F0D-A5F1-4B24-AFCF-AA1AE5A59591}"/>
              </a:ext>
            </a:extLst>
          </p:cNvPr>
          <p:cNvPicPr>
            <a:picLocks noChangeAspect="1"/>
          </p:cNvPicPr>
          <p:nvPr/>
        </p:nvPicPr>
        <p:blipFill>
          <a:blip r:embed="rId2"/>
          <a:stretch>
            <a:fillRect/>
          </a:stretch>
        </p:blipFill>
        <p:spPr>
          <a:xfrm>
            <a:off x="8389318" y="1228153"/>
            <a:ext cx="3497882" cy="3592223"/>
          </a:xfrm>
          <a:prstGeom prst="rect">
            <a:avLst/>
          </a:prstGeom>
        </p:spPr>
      </p:pic>
    </p:spTree>
    <p:extLst>
      <p:ext uri="{BB962C8B-B14F-4D97-AF65-F5344CB8AC3E}">
        <p14:creationId xmlns:p14="http://schemas.microsoft.com/office/powerpoint/2010/main" val="2773598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Problem solving – Goal trees</a:t>
            </a:r>
          </a:p>
        </p:txBody>
      </p:sp>
      <p:sp>
        <p:nvSpPr>
          <p:cNvPr id="3" name="Content Placeholder 2"/>
          <p:cNvSpPr>
            <a:spLocks noGrp="1"/>
          </p:cNvSpPr>
          <p:nvPr>
            <p:ph idx="1"/>
          </p:nvPr>
        </p:nvSpPr>
        <p:spPr>
          <a:xfrm>
            <a:off x="304799" y="1228153"/>
            <a:ext cx="7895617" cy="5021979"/>
          </a:xfrm>
        </p:spPr>
        <p:txBody>
          <a:bodyPr>
            <a:normAutofit/>
          </a:bodyPr>
          <a:lstStyle/>
          <a:p>
            <a:r>
              <a:rPr lang="en-US" dirty="0"/>
              <a:t>Properties of trees:</a:t>
            </a:r>
          </a:p>
          <a:p>
            <a:pPr lvl="1"/>
            <a:r>
              <a:rPr lang="en-US" dirty="0"/>
              <a:t>A node may have multiple successors</a:t>
            </a:r>
          </a:p>
          <a:p>
            <a:pPr lvl="1"/>
            <a:r>
              <a:rPr lang="en-US" dirty="0"/>
              <a:t>Nodes with at least one successor is called a </a:t>
            </a:r>
            <a:r>
              <a:rPr lang="en-US" i="1" dirty="0">
                <a:solidFill>
                  <a:srgbClr val="C00000"/>
                </a:solidFill>
              </a:rPr>
              <a:t>parent</a:t>
            </a:r>
            <a:r>
              <a:rPr lang="en-US" dirty="0"/>
              <a:t> and its successors are called </a:t>
            </a:r>
            <a:r>
              <a:rPr lang="en-US" i="1" dirty="0">
                <a:solidFill>
                  <a:srgbClr val="C00000"/>
                </a:solidFill>
              </a:rPr>
              <a:t>children</a:t>
            </a:r>
          </a:p>
          <a:p>
            <a:pPr lvl="1"/>
            <a:r>
              <a:rPr lang="en-US" dirty="0"/>
              <a:t>A node without a child is called a </a:t>
            </a:r>
            <a:r>
              <a:rPr lang="en-US" i="1" dirty="0">
                <a:solidFill>
                  <a:srgbClr val="C00000"/>
                </a:solidFill>
              </a:rPr>
              <a:t>leaf</a:t>
            </a:r>
            <a:r>
              <a:rPr lang="en-US" dirty="0"/>
              <a:t> node</a:t>
            </a:r>
          </a:p>
          <a:p>
            <a:pPr lvl="1"/>
            <a:r>
              <a:rPr lang="en-US" dirty="0"/>
              <a:t>A node that has no parent is called the </a:t>
            </a:r>
            <a:r>
              <a:rPr lang="en-US" i="1" dirty="0">
                <a:solidFill>
                  <a:srgbClr val="C00000"/>
                </a:solidFill>
              </a:rPr>
              <a:t>root</a:t>
            </a:r>
          </a:p>
          <a:p>
            <a:pPr lvl="1"/>
            <a:r>
              <a:rPr lang="en-US" i="1" dirty="0">
                <a:solidFill>
                  <a:srgbClr val="C00000"/>
                </a:solidFill>
              </a:rPr>
              <a:t>Depth</a:t>
            </a:r>
            <a:r>
              <a:rPr lang="en-US" dirty="0"/>
              <a:t> of a tree is the number of levels between the root and the farthest leaf node</a:t>
            </a:r>
          </a:p>
          <a:p>
            <a:pPr lvl="2"/>
            <a:r>
              <a:rPr lang="en-US" sz="2400" dirty="0"/>
              <a:t>Depth of shown tree is </a:t>
            </a:r>
            <a:r>
              <a:rPr lang="en-US" sz="2400" b="1" dirty="0">
                <a:solidFill>
                  <a:srgbClr val="0000FF"/>
                </a:solidFill>
              </a:rPr>
              <a:t>3</a:t>
            </a:r>
            <a:r>
              <a:rPr lang="en-US" sz="2400" dirty="0"/>
              <a:t> </a:t>
            </a:r>
          </a:p>
          <a:p>
            <a:endParaRPr lang="en-US" dirty="0"/>
          </a:p>
        </p:txBody>
      </p:sp>
      <p:sp>
        <p:nvSpPr>
          <p:cNvPr id="4" name="Date Placeholder 3"/>
          <p:cNvSpPr>
            <a:spLocks noGrp="1"/>
          </p:cNvSpPr>
          <p:nvPr>
            <p:ph type="dt" sz="half" idx="10"/>
          </p:nvPr>
        </p:nvSpPr>
        <p:spPr/>
        <p:txBody>
          <a:bodyPr/>
          <a:lstStyle/>
          <a:p>
            <a:fld id="{4C87BEC4-B835-4E55-9D7F-50B76A3ED418}" type="datetime1">
              <a:rPr lang="en-US" smtClean="0"/>
              <a:t>9/6/2022</a:t>
            </a:fld>
            <a:endParaRPr lang="en-US"/>
          </a:p>
        </p:txBody>
      </p:sp>
      <p:sp>
        <p:nvSpPr>
          <p:cNvPr id="5" name="Footer Placeholder 4"/>
          <p:cNvSpPr>
            <a:spLocks noGrp="1"/>
          </p:cNvSpPr>
          <p:nvPr>
            <p:ph type="ftr" sz="quarter" idx="11"/>
          </p:nvPr>
        </p:nvSpPr>
        <p:spPr/>
        <p:txBody>
          <a:bodyPr/>
          <a:lstStyle/>
          <a:p>
            <a:r>
              <a:rPr lang="en-US"/>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smtClean="0"/>
              <a:t>5</a:t>
            </a:fld>
            <a:endParaRPr lang="en-US"/>
          </a:p>
        </p:txBody>
      </p:sp>
      <p:pic>
        <p:nvPicPr>
          <p:cNvPr id="7" name="Picture 6">
            <a:extLst>
              <a:ext uri="{FF2B5EF4-FFF2-40B4-BE49-F238E27FC236}">
                <a16:creationId xmlns:a16="http://schemas.microsoft.com/office/drawing/2014/main" id="{A33C3F0D-A5F1-4B24-AFCF-AA1AE5A59591}"/>
              </a:ext>
            </a:extLst>
          </p:cNvPr>
          <p:cNvPicPr>
            <a:picLocks noChangeAspect="1"/>
          </p:cNvPicPr>
          <p:nvPr/>
        </p:nvPicPr>
        <p:blipFill>
          <a:blip r:embed="rId2"/>
          <a:stretch>
            <a:fillRect/>
          </a:stretch>
        </p:blipFill>
        <p:spPr>
          <a:xfrm>
            <a:off x="8389318" y="1228153"/>
            <a:ext cx="3497882" cy="3592223"/>
          </a:xfrm>
          <a:prstGeom prst="rect">
            <a:avLst/>
          </a:prstGeom>
        </p:spPr>
      </p:pic>
    </p:spTree>
    <p:extLst>
      <p:ext uri="{BB962C8B-B14F-4D97-AF65-F5344CB8AC3E}">
        <p14:creationId xmlns:p14="http://schemas.microsoft.com/office/powerpoint/2010/main" val="9999119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39AB80-009E-2A29-CFBD-D64FF956FC85}"/>
              </a:ext>
            </a:extLst>
          </p:cNvPr>
          <p:cNvSpPr>
            <a:spLocks noGrp="1"/>
          </p:cNvSpPr>
          <p:nvPr>
            <p:ph type="title"/>
          </p:nvPr>
        </p:nvSpPr>
        <p:spPr/>
        <p:txBody>
          <a:bodyPr>
            <a:normAutofit fontScale="90000"/>
          </a:bodyPr>
          <a:lstStyle/>
          <a:p>
            <a:r>
              <a:rPr lang="en-US"/>
              <a:t>Tower Of Hanoi </a:t>
            </a:r>
          </a:p>
        </p:txBody>
      </p:sp>
      <p:sp>
        <p:nvSpPr>
          <p:cNvPr id="3" name="Content Placeholder 2">
            <a:extLst>
              <a:ext uri="{FF2B5EF4-FFF2-40B4-BE49-F238E27FC236}">
                <a16:creationId xmlns:a16="http://schemas.microsoft.com/office/drawing/2014/main" id="{C862ABCF-DE65-4AB9-B5CA-0FB126566747}"/>
              </a:ext>
            </a:extLst>
          </p:cNvPr>
          <p:cNvSpPr>
            <a:spLocks noGrp="1"/>
          </p:cNvSpPr>
          <p:nvPr>
            <p:ph idx="1"/>
          </p:nvPr>
        </p:nvSpPr>
        <p:spPr>
          <a:xfrm>
            <a:off x="304800" y="1228153"/>
            <a:ext cx="11379200" cy="5021979"/>
          </a:xfrm>
        </p:spPr>
        <p:txBody>
          <a:bodyPr/>
          <a:lstStyle/>
          <a:p>
            <a:r>
              <a:rPr lang="en-US"/>
              <a:t>The objective of the game is to move all </a:t>
            </a:r>
            <a:r>
              <a:rPr lang="en-US" b="1" i="1"/>
              <a:t>n</a:t>
            </a:r>
            <a:r>
              <a:rPr lang="en-US"/>
              <a:t> disks from pin </a:t>
            </a:r>
            <a:r>
              <a:rPr lang="en-US">
                <a:latin typeface="Segoe Script" panose="030B0504020000000003" pitchFamily="66" charset="0"/>
              </a:rPr>
              <a:t>A</a:t>
            </a:r>
            <a:r>
              <a:rPr lang="en-US"/>
              <a:t> over to pin </a:t>
            </a:r>
            <a:r>
              <a:rPr lang="en-US">
                <a:latin typeface="Segoe Script" panose="030B0504020000000003" pitchFamily="66" charset="0"/>
              </a:rPr>
              <a:t>C</a:t>
            </a:r>
            <a:r>
              <a:rPr lang="en-US"/>
              <a:t>  but with the following constraints:</a:t>
            </a:r>
          </a:p>
          <a:p>
            <a:pPr lvl="1"/>
            <a:r>
              <a:rPr lang="en-US"/>
              <a:t>You cannot place a larger disk onto a smaller disk.</a:t>
            </a:r>
          </a:p>
          <a:p>
            <a:pPr lvl="1"/>
            <a:r>
              <a:rPr lang="en-US"/>
              <a:t>You can move one disk at a time </a:t>
            </a:r>
          </a:p>
          <a:p>
            <a:r>
              <a:rPr lang="en-US"/>
              <a:t>Example </a:t>
            </a:r>
            <a:r>
              <a:rPr lang="en-US" b="1" i="1"/>
              <a:t>n</a:t>
            </a:r>
            <a:r>
              <a:rPr lang="en-US"/>
              <a:t> = 3</a:t>
            </a:r>
          </a:p>
        </p:txBody>
      </p:sp>
      <p:sp>
        <p:nvSpPr>
          <p:cNvPr id="4" name="Date Placeholder 3">
            <a:extLst>
              <a:ext uri="{FF2B5EF4-FFF2-40B4-BE49-F238E27FC236}">
                <a16:creationId xmlns:a16="http://schemas.microsoft.com/office/drawing/2014/main" id="{945DAD61-5F0F-85A0-F767-74F45CEB5623}"/>
              </a:ext>
            </a:extLst>
          </p:cNvPr>
          <p:cNvSpPr>
            <a:spLocks noGrp="1"/>
          </p:cNvSpPr>
          <p:nvPr>
            <p:ph type="dt" sz="half" idx="10"/>
          </p:nvPr>
        </p:nvSpPr>
        <p:spPr/>
        <p:txBody>
          <a:bodyPr/>
          <a:lstStyle/>
          <a:p>
            <a:fld id="{4C87BEC4-B835-4E55-9D7F-50B76A3ED418}" type="datetime1">
              <a:rPr lang="en-US" smtClean="0"/>
              <a:t>9/6/2022</a:t>
            </a:fld>
            <a:endParaRPr lang="en-US"/>
          </a:p>
        </p:txBody>
      </p:sp>
      <p:sp>
        <p:nvSpPr>
          <p:cNvPr id="5" name="Footer Placeholder 4">
            <a:extLst>
              <a:ext uri="{FF2B5EF4-FFF2-40B4-BE49-F238E27FC236}">
                <a16:creationId xmlns:a16="http://schemas.microsoft.com/office/drawing/2014/main" id="{9D9C48A9-78AC-CFEC-473D-53256A543044}"/>
              </a:ext>
            </a:extLst>
          </p:cNvPr>
          <p:cNvSpPr>
            <a:spLocks noGrp="1"/>
          </p:cNvSpPr>
          <p:nvPr>
            <p:ph type="ftr" sz="quarter" idx="11"/>
          </p:nvPr>
        </p:nvSpPr>
        <p:spPr/>
        <p:txBody>
          <a:bodyPr/>
          <a:lstStyle/>
          <a:p>
            <a:r>
              <a:rPr lang="en-US"/>
              <a:t>Introduction to AI</a:t>
            </a:r>
          </a:p>
        </p:txBody>
      </p:sp>
      <p:sp>
        <p:nvSpPr>
          <p:cNvPr id="6" name="Slide Number Placeholder 5">
            <a:extLst>
              <a:ext uri="{FF2B5EF4-FFF2-40B4-BE49-F238E27FC236}">
                <a16:creationId xmlns:a16="http://schemas.microsoft.com/office/drawing/2014/main" id="{DB664021-2C97-2405-B5C7-D754A174AAFB}"/>
              </a:ext>
            </a:extLst>
          </p:cNvPr>
          <p:cNvSpPr>
            <a:spLocks noGrp="1"/>
          </p:cNvSpPr>
          <p:nvPr>
            <p:ph type="sldNum" sz="quarter" idx="12"/>
          </p:nvPr>
        </p:nvSpPr>
        <p:spPr/>
        <p:txBody>
          <a:bodyPr/>
          <a:lstStyle/>
          <a:p>
            <a:fld id="{B7884E68-CE57-44C0-BE0F-84C629DF22D5}" type="slidenum">
              <a:rPr lang="en-US" smtClean="0"/>
              <a:t>6</a:t>
            </a:fld>
            <a:endParaRPr lang="en-US"/>
          </a:p>
        </p:txBody>
      </p:sp>
      <p:pic>
        <p:nvPicPr>
          <p:cNvPr id="8" name="Picture 7">
            <a:extLst>
              <a:ext uri="{FF2B5EF4-FFF2-40B4-BE49-F238E27FC236}">
                <a16:creationId xmlns:a16="http://schemas.microsoft.com/office/drawing/2014/main" id="{B1460D82-E25F-6968-B1BB-A13D659D02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86186" y="3429000"/>
            <a:ext cx="6849431" cy="2762636"/>
          </a:xfrm>
          <a:prstGeom prst="rect">
            <a:avLst/>
          </a:prstGeom>
        </p:spPr>
      </p:pic>
    </p:spTree>
    <p:extLst>
      <p:ext uri="{BB962C8B-B14F-4D97-AF65-F5344CB8AC3E}">
        <p14:creationId xmlns:p14="http://schemas.microsoft.com/office/powerpoint/2010/main" val="26747452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Example of Tower of Hanoi</a:t>
            </a:r>
          </a:p>
        </p:txBody>
      </p:sp>
      <p:sp>
        <p:nvSpPr>
          <p:cNvPr id="3" name="Content Placeholder 2"/>
          <p:cNvSpPr>
            <a:spLocks noGrp="1"/>
          </p:cNvSpPr>
          <p:nvPr>
            <p:ph idx="1"/>
          </p:nvPr>
        </p:nvSpPr>
        <p:spPr>
          <a:xfrm>
            <a:off x="304800" y="1228153"/>
            <a:ext cx="11115472" cy="5135069"/>
          </a:xfrm>
        </p:spPr>
        <p:txBody>
          <a:bodyPr>
            <a:normAutofit/>
          </a:bodyPr>
          <a:lstStyle/>
          <a:p>
            <a:r>
              <a:rPr lang="en-US" sz="2400"/>
              <a:t>The Tree starts from the Initial state and details the steps on how to reach the goal state</a:t>
            </a:r>
          </a:p>
          <a:p>
            <a:endParaRPr lang="en-US" sz="2400"/>
          </a:p>
          <a:p>
            <a:endParaRPr lang="en-US" sz="2400"/>
          </a:p>
          <a:p>
            <a:endParaRPr lang="en-US" sz="2400"/>
          </a:p>
          <a:p>
            <a:endParaRPr lang="en-US" sz="2400"/>
          </a:p>
          <a:p>
            <a:endParaRPr lang="en-US" sz="2400"/>
          </a:p>
          <a:p>
            <a:endParaRPr lang="en-US" sz="2400"/>
          </a:p>
          <a:p>
            <a:endParaRPr lang="en-US" sz="2400"/>
          </a:p>
          <a:p>
            <a:r>
              <a:rPr lang="en-US" sz="2400"/>
              <a:t>The above Tree is up to the </a:t>
            </a:r>
            <a:r>
              <a:rPr lang="en-US" sz="2400">
                <a:solidFill>
                  <a:srgbClr val="C00000"/>
                </a:solidFill>
              </a:rPr>
              <a:t>2nd level</a:t>
            </a:r>
            <a:r>
              <a:rPr lang="en-US" sz="2400"/>
              <a:t>, you can continue until you reach the goal state. </a:t>
            </a:r>
            <a:endParaRPr lang="en-US" sz="1800"/>
          </a:p>
        </p:txBody>
      </p:sp>
      <p:sp>
        <p:nvSpPr>
          <p:cNvPr id="4" name="Date Placeholder 3"/>
          <p:cNvSpPr>
            <a:spLocks noGrp="1"/>
          </p:cNvSpPr>
          <p:nvPr>
            <p:ph type="dt" sz="half" idx="10"/>
          </p:nvPr>
        </p:nvSpPr>
        <p:spPr/>
        <p:txBody>
          <a:bodyPr/>
          <a:lstStyle/>
          <a:p>
            <a:fld id="{A16DA90C-D0FB-40CC-A84F-5299CA563797}" type="datetime1">
              <a:rPr lang="en-US" smtClean="0"/>
              <a:t>9/6/2022</a:t>
            </a:fld>
            <a:endParaRPr lang="en-US"/>
          </a:p>
        </p:txBody>
      </p:sp>
      <p:sp>
        <p:nvSpPr>
          <p:cNvPr id="5" name="Footer Placeholder 4"/>
          <p:cNvSpPr>
            <a:spLocks noGrp="1"/>
          </p:cNvSpPr>
          <p:nvPr>
            <p:ph type="ftr" sz="quarter" idx="11"/>
          </p:nvPr>
        </p:nvSpPr>
        <p:spPr/>
        <p:txBody>
          <a:bodyPr/>
          <a:lstStyle/>
          <a:p>
            <a:r>
              <a:rPr lang="en-US"/>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smtClean="0"/>
              <a:t>7</a:t>
            </a:fld>
            <a:endParaRPr lang="en-US"/>
          </a:p>
        </p:txBody>
      </p:sp>
      <p:grpSp>
        <p:nvGrpSpPr>
          <p:cNvPr id="17" name="Group 16"/>
          <p:cNvGrpSpPr/>
          <p:nvPr/>
        </p:nvGrpSpPr>
        <p:grpSpPr>
          <a:xfrm>
            <a:off x="1286421" y="1885872"/>
            <a:ext cx="10584566" cy="3657757"/>
            <a:chOff x="1607434" y="1895299"/>
            <a:chExt cx="10584566" cy="3657757"/>
          </a:xfrm>
        </p:grpSpPr>
        <p:grpSp>
          <p:nvGrpSpPr>
            <p:cNvPr id="15" name="Group 14"/>
            <p:cNvGrpSpPr/>
            <p:nvPr/>
          </p:nvGrpSpPr>
          <p:grpSpPr>
            <a:xfrm>
              <a:off x="1607434" y="1895299"/>
              <a:ext cx="9763893" cy="3657757"/>
              <a:chOff x="1947904" y="1691014"/>
              <a:chExt cx="9763893" cy="3657757"/>
            </a:xfrm>
          </p:grpSpPr>
          <p:pic>
            <p:nvPicPr>
              <p:cNvPr id="2050" name="Picture 2" descr="http://localhost:8888/notebooks/Downloads/COE%20292/Topic2-GoalTreeAndProblemSolving/img/TowerOfHanoiTreeUptoLevel2.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47904" y="1691014"/>
                <a:ext cx="7985235" cy="3657757"/>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10394292" y="1770434"/>
                <a:ext cx="836896" cy="369332"/>
              </a:xfrm>
              <a:prstGeom prst="rect">
                <a:avLst/>
              </a:prstGeom>
              <a:noFill/>
            </p:spPr>
            <p:txBody>
              <a:bodyPr wrap="none" rtlCol="0">
                <a:spAutoFit/>
              </a:bodyPr>
              <a:lstStyle/>
              <a:p>
                <a:r>
                  <a:rPr lang="en-US"/>
                  <a:t>Level 0</a:t>
                </a:r>
              </a:p>
            </p:txBody>
          </p:sp>
          <p:sp>
            <p:nvSpPr>
              <p:cNvPr id="9" name="TextBox 8"/>
              <p:cNvSpPr txBox="1"/>
              <p:nvPr/>
            </p:nvSpPr>
            <p:spPr>
              <a:xfrm>
                <a:off x="10394292" y="3060970"/>
                <a:ext cx="836896" cy="369332"/>
              </a:xfrm>
              <a:prstGeom prst="rect">
                <a:avLst/>
              </a:prstGeom>
              <a:noFill/>
            </p:spPr>
            <p:txBody>
              <a:bodyPr wrap="none" rtlCol="0">
                <a:spAutoFit/>
              </a:bodyPr>
              <a:lstStyle/>
              <a:p>
                <a:r>
                  <a:rPr lang="en-US"/>
                  <a:t>Level 1</a:t>
                </a:r>
              </a:p>
            </p:txBody>
          </p:sp>
          <p:sp>
            <p:nvSpPr>
              <p:cNvPr id="10" name="TextBox 9"/>
              <p:cNvSpPr txBox="1"/>
              <p:nvPr/>
            </p:nvSpPr>
            <p:spPr>
              <a:xfrm>
                <a:off x="10394292" y="4527430"/>
                <a:ext cx="836896" cy="369332"/>
              </a:xfrm>
              <a:prstGeom prst="rect">
                <a:avLst/>
              </a:prstGeom>
              <a:noFill/>
            </p:spPr>
            <p:txBody>
              <a:bodyPr wrap="none" rtlCol="0">
                <a:spAutoFit/>
              </a:bodyPr>
              <a:lstStyle/>
              <a:p>
                <a:r>
                  <a:rPr lang="en-US"/>
                  <a:t>Level 2</a:t>
                </a:r>
              </a:p>
            </p:txBody>
          </p:sp>
          <p:cxnSp>
            <p:nvCxnSpPr>
              <p:cNvPr id="11" name="Straight Arrow Connector 10"/>
              <p:cNvCxnSpPr/>
              <p:nvPr/>
            </p:nvCxnSpPr>
            <p:spPr>
              <a:xfrm>
                <a:off x="11702374" y="1955100"/>
                <a:ext cx="9423" cy="3190832"/>
              </a:xfrm>
              <a:prstGeom prst="straightConnector1">
                <a:avLst/>
              </a:prstGeom>
              <a:ln w="28575">
                <a:prstDash val="sysDash"/>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11711797" y="1955100"/>
                <a:ext cx="0" cy="1564792"/>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16" name="TextBox 15"/>
            <p:cNvSpPr txBox="1"/>
            <p:nvPr/>
          </p:nvSpPr>
          <p:spPr>
            <a:xfrm>
              <a:off x="11450515" y="5101047"/>
              <a:ext cx="741485" cy="369332"/>
            </a:xfrm>
            <a:prstGeom prst="rect">
              <a:avLst/>
            </a:prstGeom>
            <a:noFill/>
          </p:spPr>
          <p:txBody>
            <a:bodyPr wrap="none" rtlCol="0">
              <a:spAutoFit/>
            </a:bodyPr>
            <a:lstStyle/>
            <a:p>
              <a:r>
                <a:rPr lang="en-US">
                  <a:solidFill>
                    <a:srgbClr val="0000FF"/>
                  </a:solidFill>
                </a:rPr>
                <a:t>depth</a:t>
              </a:r>
            </a:p>
          </p:txBody>
        </p:sp>
      </p:grpSp>
      <p:sp>
        <p:nvSpPr>
          <p:cNvPr id="8" name="TextBox 7"/>
          <p:cNvSpPr txBox="1"/>
          <p:nvPr/>
        </p:nvSpPr>
        <p:spPr>
          <a:xfrm>
            <a:off x="304800" y="3401011"/>
            <a:ext cx="1371600" cy="646331"/>
          </a:xfrm>
          <a:prstGeom prst="rect">
            <a:avLst/>
          </a:prstGeom>
          <a:noFill/>
        </p:spPr>
        <p:txBody>
          <a:bodyPr wrap="square" rtlCol="0">
            <a:spAutoFit/>
          </a:bodyPr>
          <a:lstStyle/>
          <a:p>
            <a:r>
              <a:rPr lang="en-US">
                <a:solidFill>
                  <a:srgbClr val="FF0000"/>
                </a:solidFill>
              </a:rPr>
              <a:t>violate constraints</a:t>
            </a:r>
          </a:p>
        </p:txBody>
      </p:sp>
      <p:cxnSp>
        <p:nvCxnSpPr>
          <p:cNvPr id="14" name="Straight Arrow Connector 13"/>
          <p:cNvCxnSpPr/>
          <p:nvPr/>
        </p:nvCxnSpPr>
        <p:spPr>
          <a:xfrm>
            <a:off x="1124712" y="3968496"/>
            <a:ext cx="416224" cy="585216"/>
          </a:xfrm>
          <a:prstGeom prst="straightConnector1">
            <a:avLst/>
          </a:prstGeom>
          <a:ln>
            <a:solidFill>
              <a:srgbClr val="0000CC"/>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4608576" y="3401011"/>
            <a:ext cx="1371600" cy="646331"/>
          </a:xfrm>
          <a:prstGeom prst="rect">
            <a:avLst/>
          </a:prstGeom>
          <a:noFill/>
        </p:spPr>
        <p:txBody>
          <a:bodyPr wrap="square" rtlCol="0">
            <a:spAutoFit/>
          </a:bodyPr>
          <a:lstStyle/>
          <a:p>
            <a:r>
              <a:rPr lang="en-US">
                <a:solidFill>
                  <a:srgbClr val="FF0000"/>
                </a:solidFill>
              </a:rPr>
              <a:t>violate constraints</a:t>
            </a:r>
          </a:p>
        </p:txBody>
      </p:sp>
      <p:cxnSp>
        <p:nvCxnSpPr>
          <p:cNvPr id="21" name="Straight Arrow Connector 20"/>
          <p:cNvCxnSpPr/>
          <p:nvPr/>
        </p:nvCxnSpPr>
        <p:spPr>
          <a:xfrm>
            <a:off x="5428488" y="3968496"/>
            <a:ext cx="416224" cy="585216"/>
          </a:xfrm>
          <a:prstGeom prst="straightConnector1">
            <a:avLst/>
          </a:prstGeom>
          <a:ln>
            <a:solidFill>
              <a:srgbClr val="0000CC"/>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029929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Example of Tower of Hanoi</a:t>
            </a:r>
          </a:p>
        </p:txBody>
      </p:sp>
      <p:sp>
        <p:nvSpPr>
          <p:cNvPr id="6" name="Date Placeholder 5"/>
          <p:cNvSpPr>
            <a:spLocks noGrp="1"/>
          </p:cNvSpPr>
          <p:nvPr>
            <p:ph type="dt" sz="half" idx="10"/>
          </p:nvPr>
        </p:nvSpPr>
        <p:spPr/>
        <p:txBody>
          <a:bodyPr/>
          <a:lstStyle/>
          <a:p>
            <a:fld id="{72B0BF97-149B-46E5-8EB3-74D0FF7F322E}" type="datetime1">
              <a:rPr lang="en-US" smtClean="0"/>
              <a:t>9/6/2022</a:t>
            </a:fld>
            <a:endParaRPr lang="en-US"/>
          </a:p>
        </p:txBody>
      </p:sp>
      <p:sp>
        <p:nvSpPr>
          <p:cNvPr id="7" name="Footer Placeholder 6"/>
          <p:cNvSpPr>
            <a:spLocks noGrp="1"/>
          </p:cNvSpPr>
          <p:nvPr>
            <p:ph type="ftr" sz="quarter" idx="11"/>
          </p:nvPr>
        </p:nvSpPr>
        <p:spPr/>
        <p:txBody>
          <a:bodyPr/>
          <a:lstStyle/>
          <a:p>
            <a:r>
              <a:rPr lang="en-US"/>
              <a:t>Introduction to AI</a:t>
            </a:r>
          </a:p>
        </p:txBody>
      </p:sp>
      <p:sp>
        <p:nvSpPr>
          <p:cNvPr id="8" name="Slide Number Placeholder 7"/>
          <p:cNvSpPr>
            <a:spLocks noGrp="1"/>
          </p:cNvSpPr>
          <p:nvPr>
            <p:ph type="sldNum" sz="quarter" idx="12"/>
          </p:nvPr>
        </p:nvSpPr>
        <p:spPr/>
        <p:txBody>
          <a:bodyPr/>
          <a:lstStyle/>
          <a:p>
            <a:fld id="{B7884E68-CE57-44C0-BE0F-84C629DF22D5}" type="slidenum">
              <a:rPr lang="en-US" smtClean="0"/>
              <a:t>8</a:t>
            </a:fld>
            <a:endParaRPr lang="en-US"/>
          </a:p>
        </p:txBody>
      </p:sp>
      <p:pic>
        <p:nvPicPr>
          <p:cNvPr id="5" name="Picture 4"/>
          <p:cNvPicPr>
            <a:picLocks noChangeAspect="1"/>
          </p:cNvPicPr>
          <p:nvPr/>
        </p:nvPicPr>
        <p:blipFill>
          <a:blip r:embed="rId2"/>
          <a:stretch>
            <a:fillRect/>
          </a:stretch>
        </p:blipFill>
        <p:spPr>
          <a:xfrm>
            <a:off x="2441068" y="2170748"/>
            <a:ext cx="7181850" cy="2790825"/>
          </a:xfrm>
          <a:prstGeom prst="rect">
            <a:avLst/>
          </a:prstGeom>
        </p:spPr>
      </p:pic>
    </p:spTree>
    <p:extLst>
      <p:ext uri="{BB962C8B-B14F-4D97-AF65-F5344CB8AC3E}">
        <p14:creationId xmlns:p14="http://schemas.microsoft.com/office/powerpoint/2010/main" val="29372959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Example of Tower of Hanoi</a:t>
            </a:r>
          </a:p>
        </p:txBody>
      </p:sp>
      <p:sp>
        <p:nvSpPr>
          <p:cNvPr id="5" name="Date Placeholder 4"/>
          <p:cNvSpPr>
            <a:spLocks noGrp="1"/>
          </p:cNvSpPr>
          <p:nvPr>
            <p:ph type="dt" sz="half" idx="10"/>
          </p:nvPr>
        </p:nvSpPr>
        <p:spPr/>
        <p:txBody>
          <a:bodyPr/>
          <a:lstStyle/>
          <a:p>
            <a:fld id="{6EE41414-1A6D-4B6E-82B6-7C1D93EB5A8D}" type="datetime1">
              <a:rPr lang="en-US" smtClean="0"/>
              <a:t>9/6/2022</a:t>
            </a:fld>
            <a:endParaRPr lang="en-US"/>
          </a:p>
        </p:txBody>
      </p:sp>
      <p:sp>
        <p:nvSpPr>
          <p:cNvPr id="6" name="Footer Placeholder 5"/>
          <p:cNvSpPr>
            <a:spLocks noGrp="1"/>
          </p:cNvSpPr>
          <p:nvPr>
            <p:ph type="ftr" sz="quarter" idx="11"/>
          </p:nvPr>
        </p:nvSpPr>
        <p:spPr/>
        <p:txBody>
          <a:bodyPr/>
          <a:lstStyle/>
          <a:p>
            <a:r>
              <a:rPr lang="en-US"/>
              <a:t>Introduction to AI</a:t>
            </a:r>
          </a:p>
        </p:txBody>
      </p:sp>
      <p:sp>
        <p:nvSpPr>
          <p:cNvPr id="7" name="Slide Number Placeholder 6"/>
          <p:cNvSpPr>
            <a:spLocks noGrp="1"/>
          </p:cNvSpPr>
          <p:nvPr>
            <p:ph type="sldNum" sz="quarter" idx="12"/>
          </p:nvPr>
        </p:nvSpPr>
        <p:spPr/>
        <p:txBody>
          <a:bodyPr/>
          <a:lstStyle/>
          <a:p>
            <a:fld id="{B7884E68-CE57-44C0-BE0F-84C629DF22D5}" type="slidenum">
              <a:rPr lang="en-US" smtClean="0"/>
              <a:t>9</a:t>
            </a:fld>
            <a:endParaRPr lang="en-US"/>
          </a:p>
        </p:txBody>
      </p:sp>
      <p:pic>
        <p:nvPicPr>
          <p:cNvPr id="4" name="Picture 3"/>
          <p:cNvPicPr>
            <a:picLocks noChangeAspect="1"/>
          </p:cNvPicPr>
          <p:nvPr/>
        </p:nvPicPr>
        <p:blipFill>
          <a:blip r:embed="rId2"/>
          <a:stretch>
            <a:fillRect/>
          </a:stretch>
        </p:blipFill>
        <p:spPr>
          <a:xfrm>
            <a:off x="2520106" y="1877963"/>
            <a:ext cx="7056112" cy="3166081"/>
          </a:xfrm>
          <a:prstGeom prst="rect">
            <a:avLst/>
          </a:prstGeom>
        </p:spPr>
      </p:pic>
    </p:spTree>
    <p:extLst>
      <p:ext uri="{BB962C8B-B14F-4D97-AF65-F5344CB8AC3E}">
        <p14:creationId xmlns:p14="http://schemas.microsoft.com/office/powerpoint/2010/main" val="15236987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Example of Tower of Hanoi</a:t>
            </a:r>
          </a:p>
        </p:txBody>
      </p:sp>
      <p:sp>
        <p:nvSpPr>
          <p:cNvPr id="5" name="Date Placeholder 4"/>
          <p:cNvSpPr>
            <a:spLocks noGrp="1"/>
          </p:cNvSpPr>
          <p:nvPr>
            <p:ph type="dt" sz="half" idx="10"/>
          </p:nvPr>
        </p:nvSpPr>
        <p:spPr/>
        <p:txBody>
          <a:bodyPr/>
          <a:lstStyle/>
          <a:p>
            <a:fld id="{540746B0-3BAF-4D69-978F-F37A381D9668}" type="datetime1">
              <a:rPr lang="en-US" smtClean="0"/>
              <a:t>9/6/2022</a:t>
            </a:fld>
            <a:endParaRPr lang="en-US"/>
          </a:p>
        </p:txBody>
      </p:sp>
      <p:sp>
        <p:nvSpPr>
          <p:cNvPr id="6" name="Footer Placeholder 5"/>
          <p:cNvSpPr>
            <a:spLocks noGrp="1"/>
          </p:cNvSpPr>
          <p:nvPr>
            <p:ph type="ftr" sz="quarter" idx="11"/>
          </p:nvPr>
        </p:nvSpPr>
        <p:spPr/>
        <p:txBody>
          <a:bodyPr/>
          <a:lstStyle/>
          <a:p>
            <a:r>
              <a:rPr lang="en-US"/>
              <a:t>Introduction to AI</a:t>
            </a:r>
          </a:p>
        </p:txBody>
      </p:sp>
      <p:sp>
        <p:nvSpPr>
          <p:cNvPr id="7" name="Slide Number Placeholder 6"/>
          <p:cNvSpPr>
            <a:spLocks noGrp="1"/>
          </p:cNvSpPr>
          <p:nvPr>
            <p:ph type="sldNum" sz="quarter" idx="12"/>
          </p:nvPr>
        </p:nvSpPr>
        <p:spPr/>
        <p:txBody>
          <a:bodyPr/>
          <a:lstStyle/>
          <a:p>
            <a:fld id="{B7884E68-CE57-44C0-BE0F-84C629DF22D5}" type="slidenum">
              <a:rPr lang="en-US" smtClean="0"/>
              <a:t>10</a:t>
            </a:fld>
            <a:endParaRPr lang="en-US"/>
          </a:p>
        </p:txBody>
      </p:sp>
      <p:pic>
        <p:nvPicPr>
          <p:cNvPr id="4" name="Picture 3"/>
          <p:cNvPicPr>
            <a:picLocks noChangeAspect="1"/>
          </p:cNvPicPr>
          <p:nvPr/>
        </p:nvPicPr>
        <p:blipFill>
          <a:blip r:embed="rId2"/>
          <a:stretch>
            <a:fillRect/>
          </a:stretch>
        </p:blipFill>
        <p:spPr>
          <a:xfrm>
            <a:off x="2600325" y="1862137"/>
            <a:ext cx="6991350" cy="3133725"/>
          </a:xfrm>
          <a:prstGeom prst="rect">
            <a:avLst/>
          </a:prstGeom>
        </p:spPr>
      </p:pic>
    </p:spTree>
    <p:extLst>
      <p:ext uri="{BB962C8B-B14F-4D97-AF65-F5344CB8AC3E}">
        <p14:creationId xmlns:p14="http://schemas.microsoft.com/office/powerpoint/2010/main" val="7361735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Example of Tower of Hanoi</a:t>
            </a:r>
          </a:p>
        </p:txBody>
      </p:sp>
      <p:sp>
        <p:nvSpPr>
          <p:cNvPr id="5" name="Date Placeholder 4"/>
          <p:cNvSpPr>
            <a:spLocks noGrp="1"/>
          </p:cNvSpPr>
          <p:nvPr>
            <p:ph type="dt" sz="half" idx="10"/>
          </p:nvPr>
        </p:nvSpPr>
        <p:spPr/>
        <p:txBody>
          <a:bodyPr/>
          <a:lstStyle/>
          <a:p>
            <a:fld id="{9E941B91-6A2D-41C9-A0FD-959D58F70DF9}" type="datetime1">
              <a:rPr lang="en-US" smtClean="0"/>
              <a:t>9/6/2022</a:t>
            </a:fld>
            <a:endParaRPr lang="en-US"/>
          </a:p>
        </p:txBody>
      </p:sp>
      <p:sp>
        <p:nvSpPr>
          <p:cNvPr id="6" name="Footer Placeholder 5"/>
          <p:cNvSpPr>
            <a:spLocks noGrp="1"/>
          </p:cNvSpPr>
          <p:nvPr>
            <p:ph type="ftr" sz="quarter" idx="11"/>
          </p:nvPr>
        </p:nvSpPr>
        <p:spPr/>
        <p:txBody>
          <a:bodyPr/>
          <a:lstStyle/>
          <a:p>
            <a:r>
              <a:rPr lang="en-US"/>
              <a:t>Introduction to AI</a:t>
            </a:r>
          </a:p>
        </p:txBody>
      </p:sp>
      <p:sp>
        <p:nvSpPr>
          <p:cNvPr id="7" name="Slide Number Placeholder 6"/>
          <p:cNvSpPr>
            <a:spLocks noGrp="1"/>
          </p:cNvSpPr>
          <p:nvPr>
            <p:ph type="sldNum" sz="quarter" idx="12"/>
          </p:nvPr>
        </p:nvSpPr>
        <p:spPr/>
        <p:txBody>
          <a:bodyPr/>
          <a:lstStyle/>
          <a:p>
            <a:fld id="{B7884E68-CE57-44C0-BE0F-84C629DF22D5}" type="slidenum">
              <a:rPr lang="en-US" smtClean="0"/>
              <a:t>11</a:t>
            </a:fld>
            <a:endParaRPr lang="en-US"/>
          </a:p>
        </p:txBody>
      </p:sp>
      <p:pic>
        <p:nvPicPr>
          <p:cNvPr id="4" name="Picture 3"/>
          <p:cNvPicPr>
            <a:picLocks noChangeAspect="1"/>
          </p:cNvPicPr>
          <p:nvPr/>
        </p:nvPicPr>
        <p:blipFill>
          <a:blip r:embed="rId2"/>
          <a:stretch>
            <a:fillRect/>
          </a:stretch>
        </p:blipFill>
        <p:spPr>
          <a:xfrm>
            <a:off x="2609850" y="1795462"/>
            <a:ext cx="6972300" cy="3267075"/>
          </a:xfrm>
          <a:prstGeom prst="rect">
            <a:avLst/>
          </a:prstGeom>
        </p:spPr>
      </p:pic>
    </p:spTree>
    <p:extLst>
      <p:ext uri="{BB962C8B-B14F-4D97-AF65-F5344CB8AC3E}">
        <p14:creationId xmlns:p14="http://schemas.microsoft.com/office/powerpoint/2010/main" val="28330506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Example of Tower of Hanoi</a:t>
            </a:r>
          </a:p>
        </p:txBody>
      </p:sp>
      <p:sp>
        <p:nvSpPr>
          <p:cNvPr id="5" name="Date Placeholder 4"/>
          <p:cNvSpPr>
            <a:spLocks noGrp="1"/>
          </p:cNvSpPr>
          <p:nvPr>
            <p:ph type="dt" sz="half" idx="10"/>
          </p:nvPr>
        </p:nvSpPr>
        <p:spPr/>
        <p:txBody>
          <a:bodyPr/>
          <a:lstStyle/>
          <a:p>
            <a:fld id="{98CDDDAF-3ECD-41B0-B1A7-0946935A8425}" type="datetime1">
              <a:rPr lang="en-US" smtClean="0"/>
              <a:t>9/6/2022</a:t>
            </a:fld>
            <a:endParaRPr lang="en-US"/>
          </a:p>
        </p:txBody>
      </p:sp>
      <p:sp>
        <p:nvSpPr>
          <p:cNvPr id="6" name="Footer Placeholder 5"/>
          <p:cNvSpPr>
            <a:spLocks noGrp="1"/>
          </p:cNvSpPr>
          <p:nvPr>
            <p:ph type="ftr" sz="quarter" idx="11"/>
          </p:nvPr>
        </p:nvSpPr>
        <p:spPr/>
        <p:txBody>
          <a:bodyPr/>
          <a:lstStyle/>
          <a:p>
            <a:r>
              <a:rPr lang="en-US"/>
              <a:t>Introduction to AI</a:t>
            </a:r>
          </a:p>
        </p:txBody>
      </p:sp>
      <p:sp>
        <p:nvSpPr>
          <p:cNvPr id="7" name="Slide Number Placeholder 6"/>
          <p:cNvSpPr>
            <a:spLocks noGrp="1"/>
          </p:cNvSpPr>
          <p:nvPr>
            <p:ph type="sldNum" sz="quarter" idx="12"/>
          </p:nvPr>
        </p:nvSpPr>
        <p:spPr/>
        <p:txBody>
          <a:bodyPr/>
          <a:lstStyle/>
          <a:p>
            <a:fld id="{B7884E68-CE57-44C0-BE0F-84C629DF22D5}" type="slidenum">
              <a:rPr lang="en-US" smtClean="0"/>
              <a:t>12</a:t>
            </a:fld>
            <a:endParaRPr lang="en-US"/>
          </a:p>
        </p:txBody>
      </p:sp>
      <p:pic>
        <p:nvPicPr>
          <p:cNvPr id="4" name="Picture 3"/>
          <p:cNvPicPr>
            <a:picLocks noChangeAspect="1"/>
          </p:cNvPicPr>
          <p:nvPr/>
        </p:nvPicPr>
        <p:blipFill>
          <a:blip r:embed="rId2"/>
          <a:stretch>
            <a:fillRect/>
          </a:stretch>
        </p:blipFill>
        <p:spPr>
          <a:xfrm>
            <a:off x="2562225" y="1935289"/>
            <a:ext cx="7067550" cy="3133725"/>
          </a:xfrm>
          <a:prstGeom prst="rect">
            <a:avLst/>
          </a:prstGeom>
        </p:spPr>
      </p:pic>
    </p:spTree>
    <p:extLst>
      <p:ext uri="{BB962C8B-B14F-4D97-AF65-F5344CB8AC3E}">
        <p14:creationId xmlns:p14="http://schemas.microsoft.com/office/powerpoint/2010/main" val="21400877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Example of Tower of Hanoi</a:t>
            </a:r>
          </a:p>
        </p:txBody>
      </p:sp>
      <p:sp>
        <p:nvSpPr>
          <p:cNvPr id="5" name="Date Placeholder 4"/>
          <p:cNvSpPr>
            <a:spLocks noGrp="1"/>
          </p:cNvSpPr>
          <p:nvPr>
            <p:ph type="dt" sz="half" idx="10"/>
          </p:nvPr>
        </p:nvSpPr>
        <p:spPr/>
        <p:txBody>
          <a:bodyPr/>
          <a:lstStyle/>
          <a:p>
            <a:fld id="{F5C19E0F-9051-474D-B4CA-58BC56F80D1C}" type="datetime1">
              <a:rPr lang="en-US" smtClean="0"/>
              <a:t>9/6/2022</a:t>
            </a:fld>
            <a:endParaRPr lang="en-US"/>
          </a:p>
        </p:txBody>
      </p:sp>
      <p:sp>
        <p:nvSpPr>
          <p:cNvPr id="6" name="Footer Placeholder 5"/>
          <p:cNvSpPr>
            <a:spLocks noGrp="1"/>
          </p:cNvSpPr>
          <p:nvPr>
            <p:ph type="ftr" sz="quarter" idx="11"/>
          </p:nvPr>
        </p:nvSpPr>
        <p:spPr/>
        <p:txBody>
          <a:bodyPr/>
          <a:lstStyle/>
          <a:p>
            <a:r>
              <a:rPr lang="en-US"/>
              <a:t>Introduction to AI</a:t>
            </a:r>
          </a:p>
        </p:txBody>
      </p:sp>
      <p:sp>
        <p:nvSpPr>
          <p:cNvPr id="7" name="Slide Number Placeholder 6"/>
          <p:cNvSpPr>
            <a:spLocks noGrp="1"/>
          </p:cNvSpPr>
          <p:nvPr>
            <p:ph type="sldNum" sz="quarter" idx="12"/>
          </p:nvPr>
        </p:nvSpPr>
        <p:spPr/>
        <p:txBody>
          <a:bodyPr/>
          <a:lstStyle/>
          <a:p>
            <a:fld id="{B7884E68-CE57-44C0-BE0F-84C629DF22D5}" type="slidenum">
              <a:rPr lang="en-US" smtClean="0"/>
              <a:t>13</a:t>
            </a:fld>
            <a:endParaRPr lang="en-US"/>
          </a:p>
        </p:txBody>
      </p:sp>
      <p:pic>
        <p:nvPicPr>
          <p:cNvPr id="4" name="Picture 3"/>
          <p:cNvPicPr>
            <a:picLocks noChangeAspect="1"/>
          </p:cNvPicPr>
          <p:nvPr/>
        </p:nvPicPr>
        <p:blipFill>
          <a:blip r:embed="rId2"/>
          <a:stretch>
            <a:fillRect/>
          </a:stretch>
        </p:blipFill>
        <p:spPr>
          <a:xfrm>
            <a:off x="2590800" y="1714500"/>
            <a:ext cx="7010400" cy="3429000"/>
          </a:xfrm>
          <a:prstGeom prst="rect">
            <a:avLst/>
          </a:prstGeom>
        </p:spPr>
      </p:pic>
    </p:spTree>
    <p:extLst>
      <p:ext uri="{BB962C8B-B14F-4D97-AF65-F5344CB8AC3E}">
        <p14:creationId xmlns:p14="http://schemas.microsoft.com/office/powerpoint/2010/main" val="27277353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Example of Tower of Hanoi</a:t>
            </a:r>
          </a:p>
        </p:txBody>
      </p:sp>
      <p:sp>
        <p:nvSpPr>
          <p:cNvPr id="3" name="Content Placeholder 2"/>
          <p:cNvSpPr>
            <a:spLocks noGrp="1"/>
          </p:cNvSpPr>
          <p:nvPr>
            <p:ph idx="1"/>
          </p:nvPr>
        </p:nvSpPr>
        <p:spPr/>
        <p:txBody>
          <a:bodyPr>
            <a:normAutofit/>
          </a:bodyPr>
          <a:lstStyle/>
          <a:p>
            <a:endParaRPr lang="en-US" b="1"/>
          </a:p>
          <a:p>
            <a:endParaRPr lang="en-US" b="1"/>
          </a:p>
          <a:p>
            <a:endParaRPr lang="en-US" b="1"/>
          </a:p>
          <a:p>
            <a:endParaRPr lang="en-US" b="1"/>
          </a:p>
          <a:p>
            <a:endParaRPr lang="en-US" b="1"/>
          </a:p>
          <a:p>
            <a:endParaRPr lang="en-US" b="1"/>
          </a:p>
          <a:p>
            <a:pPr marL="76198" indent="0">
              <a:buNone/>
            </a:pPr>
            <a:endParaRPr lang="en-US"/>
          </a:p>
          <a:p>
            <a:endParaRPr lang="en-US"/>
          </a:p>
        </p:txBody>
      </p:sp>
      <p:sp>
        <p:nvSpPr>
          <p:cNvPr id="5" name="Date Placeholder 4"/>
          <p:cNvSpPr>
            <a:spLocks noGrp="1"/>
          </p:cNvSpPr>
          <p:nvPr>
            <p:ph type="dt" sz="half" idx="10"/>
          </p:nvPr>
        </p:nvSpPr>
        <p:spPr/>
        <p:txBody>
          <a:bodyPr/>
          <a:lstStyle/>
          <a:p>
            <a:fld id="{A8A049C4-A3FA-4FE9-BE81-8EBD0F918644}" type="datetime1">
              <a:rPr lang="en-US" smtClean="0"/>
              <a:t>9/6/2022</a:t>
            </a:fld>
            <a:endParaRPr lang="en-US"/>
          </a:p>
        </p:txBody>
      </p:sp>
      <p:sp>
        <p:nvSpPr>
          <p:cNvPr id="6" name="Footer Placeholder 5"/>
          <p:cNvSpPr>
            <a:spLocks noGrp="1"/>
          </p:cNvSpPr>
          <p:nvPr>
            <p:ph type="ftr" sz="quarter" idx="11"/>
          </p:nvPr>
        </p:nvSpPr>
        <p:spPr/>
        <p:txBody>
          <a:bodyPr/>
          <a:lstStyle/>
          <a:p>
            <a:r>
              <a:rPr lang="en-US"/>
              <a:t>Introduction to AI</a:t>
            </a:r>
          </a:p>
        </p:txBody>
      </p:sp>
      <p:sp>
        <p:nvSpPr>
          <p:cNvPr id="7" name="Slide Number Placeholder 6"/>
          <p:cNvSpPr>
            <a:spLocks noGrp="1"/>
          </p:cNvSpPr>
          <p:nvPr>
            <p:ph type="sldNum" sz="quarter" idx="12"/>
          </p:nvPr>
        </p:nvSpPr>
        <p:spPr/>
        <p:txBody>
          <a:bodyPr/>
          <a:lstStyle/>
          <a:p>
            <a:fld id="{B7884E68-CE57-44C0-BE0F-84C629DF22D5}" type="slidenum">
              <a:rPr lang="en-US" smtClean="0"/>
              <a:t>14</a:t>
            </a:fld>
            <a:endParaRPr lang="en-US"/>
          </a:p>
        </p:txBody>
      </p:sp>
      <p:pic>
        <p:nvPicPr>
          <p:cNvPr id="4" name="Picture 3"/>
          <p:cNvPicPr>
            <a:picLocks noChangeAspect="1"/>
          </p:cNvPicPr>
          <p:nvPr/>
        </p:nvPicPr>
        <p:blipFill>
          <a:blip r:embed="rId2"/>
          <a:stretch>
            <a:fillRect/>
          </a:stretch>
        </p:blipFill>
        <p:spPr>
          <a:xfrm>
            <a:off x="2334577" y="1799303"/>
            <a:ext cx="7248525" cy="3222818"/>
          </a:xfrm>
          <a:prstGeom prst="rect">
            <a:avLst/>
          </a:prstGeom>
        </p:spPr>
      </p:pic>
      <p:sp>
        <p:nvSpPr>
          <p:cNvPr id="9" name="TextBox 8">
            <a:extLst>
              <a:ext uri="{FF2B5EF4-FFF2-40B4-BE49-F238E27FC236}">
                <a16:creationId xmlns:a16="http://schemas.microsoft.com/office/drawing/2014/main" id="{B8FE1319-E367-4E54-B097-3A848DA10F0D}"/>
              </a:ext>
            </a:extLst>
          </p:cNvPr>
          <p:cNvSpPr txBox="1"/>
          <p:nvPr/>
        </p:nvSpPr>
        <p:spPr>
          <a:xfrm>
            <a:off x="1491288" y="5259673"/>
            <a:ext cx="9739900" cy="830997"/>
          </a:xfrm>
          <a:prstGeom prst="rect">
            <a:avLst/>
          </a:prstGeom>
          <a:noFill/>
        </p:spPr>
        <p:txBody>
          <a:bodyPr wrap="square" rtlCol="0">
            <a:spAutoFit/>
          </a:bodyPr>
          <a:lstStyle/>
          <a:p>
            <a:r>
              <a:rPr lang="en-US" sz="2400" dirty="0">
                <a:solidFill>
                  <a:srgbClr val="FF0000"/>
                </a:solidFill>
              </a:rPr>
              <a:t>Animation with n=4: </a:t>
            </a:r>
            <a:r>
              <a:rPr lang="en-US" sz="2400" dirty="0">
                <a:hlinkClick r:id="rId3"/>
              </a:rPr>
              <a:t>https://www.openbookproject.net/py4fun/hanoi/hanoi3.html</a:t>
            </a:r>
            <a:r>
              <a:rPr lang="en-US" sz="2400" dirty="0"/>
              <a:t> </a:t>
            </a:r>
          </a:p>
        </p:txBody>
      </p:sp>
    </p:spTree>
    <p:extLst>
      <p:ext uri="{BB962C8B-B14F-4D97-AF65-F5344CB8AC3E}">
        <p14:creationId xmlns:p14="http://schemas.microsoft.com/office/powerpoint/2010/main" val="9467655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Rounded Corners 8">
            <a:extLst>
              <a:ext uri="{FF2B5EF4-FFF2-40B4-BE49-F238E27FC236}">
                <a16:creationId xmlns:a16="http://schemas.microsoft.com/office/drawing/2014/main" id="{0BC26BD8-9447-4F73-A0C1-841ABEDF683D}"/>
              </a:ext>
            </a:extLst>
          </p:cNvPr>
          <p:cNvSpPr/>
          <p:nvPr/>
        </p:nvSpPr>
        <p:spPr>
          <a:xfrm>
            <a:off x="1077462" y="3579819"/>
            <a:ext cx="7775573" cy="1427609"/>
          </a:xfrm>
          <a:prstGeom prst="roundRect">
            <a:avLst/>
          </a:prstGeom>
          <a:solidFill>
            <a:srgbClr val="00B05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7">
            <a:extLst>
              <a:ext uri="{FF2B5EF4-FFF2-40B4-BE49-F238E27FC236}">
                <a16:creationId xmlns:a16="http://schemas.microsoft.com/office/drawing/2014/main" id="{1FD42607-3097-4E42-B480-7278276B70E6}"/>
              </a:ext>
            </a:extLst>
          </p:cNvPr>
          <p:cNvSpPr/>
          <p:nvPr/>
        </p:nvSpPr>
        <p:spPr>
          <a:xfrm>
            <a:off x="1121684" y="2461784"/>
            <a:ext cx="7020830" cy="967216"/>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normAutofit fontScale="90000"/>
          </a:bodyPr>
          <a:lstStyle/>
          <a:p>
            <a:r>
              <a:rPr lang="en-US"/>
              <a:t>Example of Tower of Hanoi</a:t>
            </a:r>
          </a:p>
        </p:txBody>
      </p:sp>
      <p:sp>
        <p:nvSpPr>
          <p:cNvPr id="11" name="Content Placeholder 10"/>
          <p:cNvSpPr>
            <a:spLocks noGrp="1"/>
          </p:cNvSpPr>
          <p:nvPr>
            <p:ph idx="1"/>
          </p:nvPr>
        </p:nvSpPr>
        <p:spPr>
          <a:xfrm>
            <a:off x="304800" y="1286987"/>
            <a:ext cx="8548236" cy="5021979"/>
          </a:xfrm>
        </p:spPr>
        <p:txBody>
          <a:bodyPr>
            <a:normAutofit fontScale="92500" lnSpcReduction="10000"/>
          </a:bodyPr>
          <a:lstStyle/>
          <a:p>
            <a:r>
              <a:rPr lang="en-US" dirty="0"/>
              <a:t>One possible solution (path from root to goal) is shown on the right.</a:t>
            </a:r>
          </a:p>
          <a:p>
            <a:endParaRPr lang="en-US" b="1" dirty="0"/>
          </a:p>
          <a:p>
            <a:pPr lvl="2"/>
            <a:r>
              <a:rPr lang="en-US" b="1" dirty="0"/>
              <a:t>If a computer program can give you the steps, is that program "Intelligent"?</a:t>
            </a:r>
          </a:p>
          <a:p>
            <a:pPr lvl="2"/>
            <a:endParaRPr lang="en-US" b="1" dirty="0"/>
          </a:p>
          <a:p>
            <a:pPr lvl="2"/>
            <a:r>
              <a:rPr lang="en-US" dirty="0"/>
              <a:t>The program is not intelligent, but it is programmed in a way that makes it look intelligent. The core  algorithm is only listing all possible combinations and eliminating states that do not satisfy the input constraints.</a:t>
            </a:r>
            <a:endParaRPr lang="en-US" b="1" dirty="0"/>
          </a:p>
          <a:p>
            <a:pPr lvl="3"/>
            <a:endParaRPr lang="en-US" b="1" dirty="0"/>
          </a:p>
          <a:p>
            <a:r>
              <a:rPr lang="en-US" dirty="0"/>
              <a:t>Attempt the problem if we have 7 disks instead of 3 (i.e., </a:t>
            </a:r>
            <a:r>
              <a:rPr lang="en-US" b="1" i="1" dirty="0"/>
              <a:t>n</a:t>
            </a:r>
            <a:r>
              <a:rPr lang="en-US" dirty="0"/>
              <a:t> =7). </a:t>
            </a:r>
            <a:endParaRPr lang="en-US" b="1" dirty="0"/>
          </a:p>
          <a:p>
            <a:endParaRPr lang="en-US" dirty="0"/>
          </a:p>
        </p:txBody>
      </p:sp>
      <p:sp>
        <p:nvSpPr>
          <p:cNvPr id="4" name="Date Placeholder 3"/>
          <p:cNvSpPr>
            <a:spLocks noGrp="1"/>
          </p:cNvSpPr>
          <p:nvPr>
            <p:ph type="dt" sz="half" idx="10"/>
          </p:nvPr>
        </p:nvSpPr>
        <p:spPr/>
        <p:txBody>
          <a:bodyPr/>
          <a:lstStyle/>
          <a:p>
            <a:fld id="{4C87BEC4-B835-4E55-9D7F-50B76A3ED418}" type="datetime1">
              <a:rPr lang="en-US" smtClean="0"/>
              <a:pPr/>
              <a:t>9/6/2022</a:t>
            </a:fld>
            <a:endParaRPr lang="en-US"/>
          </a:p>
        </p:txBody>
      </p:sp>
      <p:sp>
        <p:nvSpPr>
          <p:cNvPr id="5" name="Footer Placeholder 4"/>
          <p:cNvSpPr>
            <a:spLocks noGrp="1"/>
          </p:cNvSpPr>
          <p:nvPr>
            <p:ph type="ftr" sz="quarter" idx="11"/>
          </p:nvPr>
        </p:nvSpPr>
        <p:spPr/>
        <p:txBody>
          <a:bodyPr/>
          <a:lstStyle/>
          <a:p>
            <a:r>
              <a:rPr lang="en-US"/>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smtClean="0"/>
              <a:pPr/>
              <a:t>15</a:t>
            </a:fld>
            <a:endParaRPr lang="en-US"/>
          </a:p>
        </p:txBody>
      </p:sp>
      <p:pic>
        <p:nvPicPr>
          <p:cNvPr id="14" name="Picture 13" descr="Diagram&#10;&#10;Description automatically generated">
            <a:extLst>
              <a:ext uri="{FF2B5EF4-FFF2-40B4-BE49-F238E27FC236}">
                <a16:creationId xmlns:a16="http://schemas.microsoft.com/office/drawing/2014/main" id="{580DAB80-A607-4B58-9EE4-9534D548938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148157" y="1167392"/>
            <a:ext cx="2854037" cy="5143500"/>
          </a:xfrm>
          <a:prstGeom prst="rect">
            <a:avLst/>
          </a:prstGeom>
        </p:spPr>
      </p:pic>
    </p:spTree>
    <p:extLst>
      <p:ext uri="{BB962C8B-B14F-4D97-AF65-F5344CB8AC3E}">
        <p14:creationId xmlns:p14="http://schemas.microsoft.com/office/powerpoint/2010/main" val="30005170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0ABB4-D281-447F-8A0A-45B8F61EBF03}"/>
              </a:ext>
            </a:extLst>
          </p:cNvPr>
          <p:cNvSpPr>
            <a:spLocks noGrp="1"/>
          </p:cNvSpPr>
          <p:nvPr>
            <p:ph type="title"/>
          </p:nvPr>
        </p:nvSpPr>
        <p:spPr/>
        <p:txBody>
          <a:bodyPr>
            <a:normAutofit fontScale="90000"/>
          </a:bodyPr>
          <a:lstStyle/>
          <a:p>
            <a:r>
              <a:rPr lang="en-US">
                <a:latin typeface="Corbel"/>
              </a:rPr>
              <a:t>Recursive Functions</a:t>
            </a:r>
            <a:endParaRPr lang="en-US"/>
          </a:p>
        </p:txBody>
      </p:sp>
      <p:sp>
        <p:nvSpPr>
          <p:cNvPr id="3" name="Content Placeholder 2">
            <a:extLst>
              <a:ext uri="{FF2B5EF4-FFF2-40B4-BE49-F238E27FC236}">
                <a16:creationId xmlns:a16="http://schemas.microsoft.com/office/drawing/2014/main" id="{3F362E1B-A255-4241-BC42-E23EA224E952}"/>
              </a:ext>
            </a:extLst>
          </p:cNvPr>
          <p:cNvSpPr>
            <a:spLocks noGrp="1"/>
          </p:cNvSpPr>
          <p:nvPr>
            <p:ph sz="half" idx="1"/>
          </p:nvPr>
        </p:nvSpPr>
        <p:spPr/>
        <p:txBody>
          <a:bodyPr vert="horz" lIns="0" tIns="45720" rIns="0" bIns="45720" rtlCol="0" anchor="t">
            <a:normAutofit/>
          </a:bodyPr>
          <a:lstStyle/>
          <a:p>
            <a:pPr marL="533400" indent="-457200">
              <a:buFont typeface="Arial" panose="020F0502020204030204" pitchFamily="34" charset="0"/>
              <a:buChar char="•"/>
            </a:pPr>
            <a:r>
              <a:rPr lang="en-US" sz="2800">
                <a:cs typeface="Calibri"/>
              </a:rPr>
              <a:t>A function defined in terms of itself</a:t>
            </a:r>
            <a:endParaRPr lang="en-US"/>
          </a:p>
          <a:p>
            <a:pPr marL="533400" indent="-457200">
              <a:buFont typeface="Arial" panose="020F0502020204030204" pitchFamily="34" charset="0"/>
              <a:buChar char="•"/>
            </a:pPr>
            <a:r>
              <a:rPr lang="en-US" sz="2800" b="1">
                <a:cs typeface="Calibri"/>
              </a:rPr>
              <a:t>Example</a:t>
            </a:r>
            <a:r>
              <a:rPr lang="en-US" sz="2800">
                <a:cs typeface="Calibri"/>
              </a:rPr>
              <a:t>: Factorial Function (n!)</a:t>
            </a:r>
          </a:p>
          <a:p>
            <a:pPr marL="533400" indent="-457200">
              <a:buFont typeface="Arial" panose="020F0502020204030204" pitchFamily="34" charset="0"/>
              <a:buChar char="•"/>
            </a:pPr>
            <a:r>
              <a:rPr lang="en-US" sz="2800">
                <a:cs typeface="Calibri"/>
              </a:rPr>
              <a:t>f(n) = n! = n x (n-1)! = n x f(n-1) </a:t>
            </a:r>
          </a:p>
          <a:p>
            <a:pPr marL="533400" indent="-457200">
              <a:buFont typeface="Arial" panose="020F0502020204030204" pitchFamily="34" charset="0"/>
              <a:buChar char="•"/>
            </a:pPr>
            <a:r>
              <a:rPr lang="en-US" sz="2800">
                <a:cs typeface="Calibri"/>
              </a:rPr>
              <a:t>In Programming (Python), a recursive function is a function that calls itself</a:t>
            </a:r>
          </a:p>
          <a:p>
            <a:pPr marL="90805" indent="-457200">
              <a:buFont typeface="Arial" panose="020F0502020204030204" pitchFamily="34" charset="0"/>
              <a:buChar char="•"/>
            </a:pPr>
            <a:r>
              <a:rPr lang="en-US" sz="2800">
                <a:cs typeface="Calibri"/>
              </a:rPr>
              <a:t>Creating such functions require:</a:t>
            </a:r>
          </a:p>
          <a:p>
            <a:pPr marL="658495" lvl="1" indent="-457200">
              <a:buAutoNum type="arabicPeriod"/>
            </a:pPr>
            <a:r>
              <a:rPr lang="en-US" sz="2250">
                <a:cs typeface="Calibri"/>
              </a:rPr>
              <a:t>Basis step</a:t>
            </a:r>
          </a:p>
          <a:p>
            <a:pPr marL="658495" lvl="1" indent="-457200">
              <a:buFont typeface="Calibri" pitchFamily="34" charset="0"/>
              <a:buAutoNum type="arabicPeriod"/>
            </a:pPr>
            <a:r>
              <a:rPr lang="en-US" sz="2250">
                <a:cs typeface="Calibri"/>
              </a:rPr>
              <a:t>Recursive Step</a:t>
            </a:r>
          </a:p>
        </p:txBody>
      </p:sp>
      <p:sp>
        <p:nvSpPr>
          <p:cNvPr id="7" name="Content Placeholder 6">
            <a:extLst>
              <a:ext uri="{FF2B5EF4-FFF2-40B4-BE49-F238E27FC236}">
                <a16:creationId xmlns:a16="http://schemas.microsoft.com/office/drawing/2014/main" id="{8E985D07-D9D3-48EC-9B89-B361F25D8E87}"/>
              </a:ext>
            </a:extLst>
          </p:cNvPr>
          <p:cNvSpPr>
            <a:spLocks noGrp="1"/>
          </p:cNvSpPr>
          <p:nvPr>
            <p:ph sz="half" idx="2"/>
          </p:nvPr>
        </p:nvSpPr>
        <p:spPr>
          <a:solidFill>
            <a:schemeClr val="tx1"/>
          </a:solidFill>
        </p:spPr>
        <p:txBody>
          <a:bodyPr vert="horz" lIns="0" tIns="45720" rIns="0" bIns="45720" rtlCol="0" anchor="t">
            <a:noAutofit/>
          </a:bodyPr>
          <a:lstStyle/>
          <a:p>
            <a:r>
              <a:rPr lang="en-US" sz="1600" b="1" dirty="0">
                <a:solidFill>
                  <a:srgbClr val="6A9955"/>
                </a:solidFill>
                <a:latin typeface="Consolas" panose="020B0609020204030204" pitchFamily="49" charset="0"/>
              </a:rPr>
              <a:t># Non-Recursive definition</a:t>
            </a:r>
            <a:endParaRPr lang="en-US" sz="1600" b="1" dirty="0">
              <a:solidFill>
                <a:srgbClr val="D4D4D4"/>
              </a:solidFill>
              <a:latin typeface="Consolas" panose="020B0609020204030204" pitchFamily="49" charset="0"/>
            </a:endParaRPr>
          </a:p>
          <a:p>
            <a:r>
              <a:rPr lang="en-US" sz="1600" b="1" dirty="0">
                <a:solidFill>
                  <a:srgbClr val="569CD6"/>
                </a:solidFill>
                <a:latin typeface="Consolas" panose="020B0609020204030204" pitchFamily="49" charset="0"/>
              </a:rPr>
              <a:t>def</a:t>
            </a:r>
            <a:r>
              <a:rPr lang="en-US" sz="1600" b="1" dirty="0">
                <a:solidFill>
                  <a:srgbClr val="D4D4D4"/>
                </a:solidFill>
                <a:latin typeface="Consolas" panose="020B0609020204030204" pitchFamily="49" charset="0"/>
              </a:rPr>
              <a:t> </a:t>
            </a:r>
            <a:r>
              <a:rPr lang="en-US" sz="1600" b="1" dirty="0">
                <a:solidFill>
                  <a:srgbClr val="DCDCAA"/>
                </a:solidFill>
                <a:latin typeface="Consolas" panose="020B0609020204030204" pitchFamily="49" charset="0"/>
              </a:rPr>
              <a:t>fac1</a:t>
            </a:r>
            <a:r>
              <a:rPr lang="en-US" sz="1600" b="1" dirty="0">
                <a:solidFill>
                  <a:srgbClr val="D4D4D4"/>
                </a:solidFill>
                <a:latin typeface="Consolas" panose="020B0609020204030204" pitchFamily="49" charset="0"/>
              </a:rPr>
              <a:t>(</a:t>
            </a:r>
            <a:r>
              <a:rPr lang="en-US" sz="1600" b="1" dirty="0">
                <a:solidFill>
                  <a:srgbClr val="9CDCFE"/>
                </a:solidFill>
                <a:latin typeface="Consolas" panose="020B0609020204030204" pitchFamily="49" charset="0"/>
              </a:rPr>
              <a:t>n</a:t>
            </a:r>
            <a:r>
              <a:rPr lang="en-US" sz="1600" b="1" dirty="0">
                <a:solidFill>
                  <a:srgbClr val="D4D4D4"/>
                </a:solidFill>
                <a:latin typeface="Consolas" panose="020B0609020204030204" pitchFamily="49" charset="0"/>
              </a:rPr>
              <a:t>):</a:t>
            </a:r>
          </a:p>
          <a:p>
            <a:r>
              <a:rPr lang="en-US" sz="1600" b="1" dirty="0">
                <a:solidFill>
                  <a:srgbClr val="D4D4D4"/>
                </a:solidFill>
                <a:latin typeface="Consolas" panose="020B0609020204030204" pitchFamily="49" charset="0"/>
              </a:rPr>
              <a:t>    </a:t>
            </a:r>
            <a:r>
              <a:rPr lang="en-US" sz="1600" b="1" dirty="0">
                <a:solidFill>
                  <a:srgbClr val="9CDCFE"/>
                </a:solidFill>
                <a:latin typeface="Consolas" panose="020B0609020204030204" pitchFamily="49" charset="0"/>
              </a:rPr>
              <a:t>f</a:t>
            </a:r>
            <a:r>
              <a:rPr lang="en-US" sz="1600" b="1" dirty="0">
                <a:solidFill>
                  <a:srgbClr val="D4D4D4"/>
                </a:solidFill>
                <a:latin typeface="Consolas" panose="020B0609020204030204" pitchFamily="49" charset="0"/>
              </a:rPr>
              <a:t> = </a:t>
            </a:r>
            <a:r>
              <a:rPr lang="en-US" sz="1600" b="1" dirty="0">
                <a:solidFill>
                  <a:srgbClr val="B5CEA8"/>
                </a:solidFill>
                <a:latin typeface="Consolas" panose="020B0609020204030204" pitchFamily="49" charset="0"/>
              </a:rPr>
              <a:t>1</a:t>
            </a:r>
            <a:endParaRPr lang="en-US" sz="1600" b="1" dirty="0">
              <a:solidFill>
                <a:srgbClr val="D4D4D4"/>
              </a:solidFill>
              <a:latin typeface="Consolas" panose="020B0609020204030204" pitchFamily="49" charset="0"/>
            </a:endParaRPr>
          </a:p>
          <a:p>
            <a:r>
              <a:rPr lang="en-US" sz="1600" b="1" dirty="0">
                <a:solidFill>
                  <a:srgbClr val="D4D4D4"/>
                </a:solidFill>
                <a:latin typeface="Consolas" panose="020B0609020204030204" pitchFamily="49" charset="0"/>
              </a:rPr>
              <a:t>    </a:t>
            </a:r>
            <a:r>
              <a:rPr lang="en-US" sz="1600" b="1" dirty="0">
                <a:solidFill>
                  <a:srgbClr val="C586C0"/>
                </a:solidFill>
                <a:latin typeface="Consolas" panose="020B0609020204030204" pitchFamily="49" charset="0"/>
              </a:rPr>
              <a:t>for</a:t>
            </a:r>
            <a:r>
              <a:rPr lang="en-US" sz="1600" b="1" dirty="0">
                <a:solidFill>
                  <a:srgbClr val="D4D4D4"/>
                </a:solidFill>
                <a:latin typeface="Consolas" panose="020B0609020204030204" pitchFamily="49" charset="0"/>
              </a:rPr>
              <a:t> </a:t>
            </a:r>
            <a:r>
              <a:rPr lang="en-US" sz="1600" b="1" dirty="0" err="1">
                <a:solidFill>
                  <a:srgbClr val="9CDCFE"/>
                </a:solidFill>
                <a:latin typeface="Consolas" panose="020B0609020204030204" pitchFamily="49" charset="0"/>
              </a:rPr>
              <a:t>i</a:t>
            </a:r>
            <a:r>
              <a:rPr lang="en-US" sz="1600" b="1" dirty="0">
                <a:solidFill>
                  <a:srgbClr val="D4D4D4"/>
                </a:solidFill>
                <a:latin typeface="Consolas" panose="020B0609020204030204" pitchFamily="49" charset="0"/>
              </a:rPr>
              <a:t> </a:t>
            </a:r>
            <a:r>
              <a:rPr lang="en-US" sz="1600" b="1" dirty="0">
                <a:solidFill>
                  <a:srgbClr val="C586C0"/>
                </a:solidFill>
                <a:latin typeface="Consolas" panose="020B0609020204030204" pitchFamily="49" charset="0"/>
              </a:rPr>
              <a:t>in</a:t>
            </a:r>
            <a:r>
              <a:rPr lang="en-US" sz="1600" b="1" dirty="0">
                <a:solidFill>
                  <a:srgbClr val="D4D4D4"/>
                </a:solidFill>
                <a:latin typeface="Consolas" panose="020B0609020204030204" pitchFamily="49" charset="0"/>
              </a:rPr>
              <a:t> </a:t>
            </a:r>
            <a:r>
              <a:rPr lang="en-US" sz="1600" b="1" dirty="0">
                <a:solidFill>
                  <a:srgbClr val="4EC9B0"/>
                </a:solidFill>
                <a:latin typeface="Consolas" panose="020B0609020204030204" pitchFamily="49" charset="0"/>
              </a:rPr>
              <a:t>range</a:t>
            </a:r>
            <a:r>
              <a:rPr lang="en-US" sz="1600" b="1" dirty="0">
                <a:solidFill>
                  <a:srgbClr val="D4D4D4"/>
                </a:solidFill>
                <a:latin typeface="Consolas" panose="020B0609020204030204" pitchFamily="49" charset="0"/>
              </a:rPr>
              <a:t>(</a:t>
            </a:r>
            <a:r>
              <a:rPr lang="en-US" sz="1600" b="1" dirty="0">
                <a:solidFill>
                  <a:srgbClr val="9CDCFE"/>
                </a:solidFill>
                <a:latin typeface="Consolas" panose="020B0609020204030204" pitchFamily="49" charset="0"/>
              </a:rPr>
              <a:t>n</a:t>
            </a:r>
            <a:r>
              <a:rPr lang="en-US" sz="1600" b="1" dirty="0">
                <a:solidFill>
                  <a:srgbClr val="D4D4D4"/>
                </a:solidFill>
                <a:latin typeface="Consolas" panose="020B0609020204030204" pitchFamily="49" charset="0"/>
              </a:rPr>
              <a:t>, </a:t>
            </a:r>
            <a:r>
              <a:rPr lang="en-US" sz="1600" b="1" dirty="0">
                <a:solidFill>
                  <a:srgbClr val="B5CEA8"/>
                </a:solidFill>
                <a:latin typeface="Consolas" panose="020B0609020204030204" pitchFamily="49" charset="0"/>
              </a:rPr>
              <a:t>1</a:t>
            </a:r>
            <a:r>
              <a:rPr lang="en-US" sz="1600" b="1" dirty="0">
                <a:solidFill>
                  <a:srgbClr val="D4D4D4"/>
                </a:solidFill>
                <a:latin typeface="Consolas" panose="020B0609020204030204" pitchFamily="49" charset="0"/>
              </a:rPr>
              <a:t>, -</a:t>
            </a:r>
            <a:r>
              <a:rPr lang="en-US" sz="1600" b="1" dirty="0">
                <a:solidFill>
                  <a:srgbClr val="B5CEA8"/>
                </a:solidFill>
                <a:latin typeface="Consolas" panose="020B0609020204030204" pitchFamily="49" charset="0"/>
              </a:rPr>
              <a:t>1</a:t>
            </a:r>
            <a:r>
              <a:rPr lang="en-US" sz="1600" b="1" dirty="0">
                <a:solidFill>
                  <a:srgbClr val="D4D4D4"/>
                </a:solidFill>
                <a:latin typeface="Consolas" panose="020B0609020204030204" pitchFamily="49" charset="0"/>
              </a:rPr>
              <a:t>):</a:t>
            </a:r>
          </a:p>
          <a:p>
            <a:r>
              <a:rPr lang="en-US" sz="1600" b="1" dirty="0">
                <a:solidFill>
                  <a:srgbClr val="D4D4D4"/>
                </a:solidFill>
                <a:latin typeface="Consolas" panose="020B0609020204030204" pitchFamily="49" charset="0"/>
              </a:rPr>
              <a:t>        </a:t>
            </a:r>
            <a:r>
              <a:rPr lang="en-US" sz="1600" b="1" dirty="0">
                <a:solidFill>
                  <a:srgbClr val="9CDCFE"/>
                </a:solidFill>
                <a:latin typeface="Consolas" panose="020B0609020204030204" pitchFamily="49" charset="0"/>
              </a:rPr>
              <a:t>f</a:t>
            </a:r>
            <a:r>
              <a:rPr lang="en-US" sz="1600" b="1" dirty="0">
                <a:solidFill>
                  <a:srgbClr val="D4D4D4"/>
                </a:solidFill>
                <a:latin typeface="Consolas" panose="020B0609020204030204" pitchFamily="49" charset="0"/>
              </a:rPr>
              <a:t> = </a:t>
            </a:r>
            <a:r>
              <a:rPr lang="en-US" sz="1600" b="1" dirty="0">
                <a:solidFill>
                  <a:srgbClr val="9CDCFE"/>
                </a:solidFill>
                <a:latin typeface="Consolas" panose="020B0609020204030204" pitchFamily="49" charset="0"/>
              </a:rPr>
              <a:t>f</a:t>
            </a:r>
            <a:r>
              <a:rPr lang="en-US" sz="1600" b="1" dirty="0">
                <a:solidFill>
                  <a:srgbClr val="D4D4D4"/>
                </a:solidFill>
                <a:latin typeface="Consolas" panose="020B0609020204030204" pitchFamily="49" charset="0"/>
              </a:rPr>
              <a:t> * </a:t>
            </a:r>
            <a:r>
              <a:rPr lang="en-US" sz="1600" b="1" dirty="0" err="1">
                <a:solidFill>
                  <a:srgbClr val="9CDCFE"/>
                </a:solidFill>
                <a:latin typeface="Consolas" panose="020B0609020204030204" pitchFamily="49" charset="0"/>
              </a:rPr>
              <a:t>i</a:t>
            </a:r>
            <a:endParaRPr lang="en-US" sz="1600" b="1" dirty="0">
              <a:solidFill>
                <a:srgbClr val="D4D4D4"/>
              </a:solidFill>
              <a:latin typeface="Consolas" panose="020B0609020204030204" pitchFamily="49" charset="0"/>
            </a:endParaRPr>
          </a:p>
          <a:p>
            <a:r>
              <a:rPr lang="en-US" sz="1600" b="1" dirty="0">
                <a:solidFill>
                  <a:srgbClr val="D4D4D4"/>
                </a:solidFill>
                <a:latin typeface="Consolas" panose="020B0609020204030204" pitchFamily="49" charset="0"/>
              </a:rPr>
              <a:t>    </a:t>
            </a:r>
            <a:r>
              <a:rPr lang="en-US" sz="1600" b="1" dirty="0">
                <a:solidFill>
                  <a:srgbClr val="C586C0"/>
                </a:solidFill>
                <a:latin typeface="Consolas" panose="020B0609020204030204" pitchFamily="49" charset="0"/>
              </a:rPr>
              <a:t>return</a:t>
            </a:r>
            <a:r>
              <a:rPr lang="en-US" sz="1600" b="1" dirty="0">
                <a:solidFill>
                  <a:srgbClr val="D4D4D4"/>
                </a:solidFill>
                <a:latin typeface="Consolas" panose="020B0609020204030204" pitchFamily="49" charset="0"/>
              </a:rPr>
              <a:t> </a:t>
            </a:r>
            <a:r>
              <a:rPr lang="en-US" sz="1600" b="1" dirty="0">
                <a:solidFill>
                  <a:srgbClr val="9CDCFE"/>
                </a:solidFill>
                <a:latin typeface="Consolas" panose="020B0609020204030204" pitchFamily="49" charset="0"/>
              </a:rPr>
              <a:t>f</a:t>
            </a:r>
            <a:endParaRPr lang="en-US" sz="1600" b="1" dirty="0">
              <a:solidFill>
                <a:srgbClr val="D4D4D4"/>
              </a:solidFill>
              <a:latin typeface="Consolas" panose="020B0609020204030204" pitchFamily="49" charset="0"/>
            </a:endParaRPr>
          </a:p>
          <a:p>
            <a:br>
              <a:rPr lang="en-US" sz="1600" b="1" dirty="0">
                <a:solidFill>
                  <a:srgbClr val="D4D4D4"/>
                </a:solidFill>
                <a:latin typeface="Consolas" panose="020B0609020204030204" pitchFamily="49" charset="0"/>
              </a:rPr>
            </a:br>
            <a:r>
              <a:rPr lang="en-US" sz="1600" b="1" dirty="0">
                <a:solidFill>
                  <a:srgbClr val="6A9955"/>
                </a:solidFill>
                <a:latin typeface="Consolas" panose="020B0609020204030204" pitchFamily="49" charset="0"/>
              </a:rPr>
              <a:t># Recursive definition</a:t>
            </a:r>
            <a:endParaRPr lang="en-US" sz="1600" b="1" dirty="0">
              <a:solidFill>
                <a:srgbClr val="D4D4D4"/>
              </a:solidFill>
              <a:latin typeface="Consolas" panose="020B0609020204030204" pitchFamily="49" charset="0"/>
            </a:endParaRPr>
          </a:p>
          <a:p>
            <a:r>
              <a:rPr lang="en-US" sz="1600" b="1" dirty="0">
                <a:solidFill>
                  <a:srgbClr val="569CD6"/>
                </a:solidFill>
                <a:latin typeface="Consolas" panose="020B0609020204030204" pitchFamily="49" charset="0"/>
              </a:rPr>
              <a:t>def</a:t>
            </a:r>
            <a:r>
              <a:rPr lang="en-US" sz="1600" b="1" dirty="0">
                <a:solidFill>
                  <a:srgbClr val="D4D4D4"/>
                </a:solidFill>
                <a:latin typeface="Consolas" panose="020B0609020204030204" pitchFamily="49" charset="0"/>
              </a:rPr>
              <a:t> </a:t>
            </a:r>
            <a:r>
              <a:rPr lang="en-US" sz="1600" b="1" dirty="0">
                <a:solidFill>
                  <a:srgbClr val="DCDCAA"/>
                </a:solidFill>
                <a:latin typeface="Consolas" panose="020B0609020204030204" pitchFamily="49" charset="0"/>
              </a:rPr>
              <a:t>fac2</a:t>
            </a:r>
            <a:r>
              <a:rPr lang="en-US" sz="1600" b="1" dirty="0">
                <a:solidFill>
                  <a:srgbClr val="D4D4D4"/>
                </a:solidFill>
                <a:latin typeface="Consolas" panose="020B0609020204030204" pitchFamily="49" charset="0"/>
              </a:rPr>
              <a:t>(</a:t>
            </a:r>
            <a:r>
              <a:rPr lang="en-US" sz="1600" b="1" dirty="0">
                <a:solidFill>
                  <a:srgbClr val="9CDCFE"/>
                </a:solidFill>
                <a:latin typeface="Consolas" panose="020B0609020204030204" pitchFamily="49" charset="0"/>
              </a:rPr>
              <a:t>n</a:t>
            </a:r>
            <a:r>
              <a:rPr lang="en-US" sz="1600" b="1" dirty="0">
                <a:solidFill>
                  <a:srgbClr val="D4D4D4"/>
                </a:solidFill>
                <a:latin typeface="Consolas" panose="020B0609020204030204" pitchFamily="49" charset="0"/>
              </a:rPr>
              <a:t>):</a:t>
            </a:r>
          </a:p>
          <a:p>
            <a:r>
              <a:rPr lang="en-US" sz="1600" b="1" dirty="0">
                <a:solidFill>
                  <a:srgbClr val="D4D4D4"/>
                </a:solidFill>
                <a:latin typeface="Consolas" panose="020B0609020204030204" pitchFamily="49" charset="0"/>
              </a:rPr>
              <a:t>    </a:t>
            </a:r>
            <a:r>
              <a:rPr lang="en-US" sz="1600" b="1" dirty="0">
                <a:solidFill>
                  <a:srgbClr val="C586C0"/>
                </a:solidFill>
                <a:latin typeface="Consolas" panose="020B0609020204030204" pitchFamily="49" charset="0"/>
              </a:rPr>
              <a:t>if</a:t>
            </a:r>
            <a:r>
              <a:rPr lang="en-US" sz="1600" b="1" dirty="0">
                <a:solidFill>
                  <a:srgbClr val="D4D4D4"/>
                </a:solidFill>
                <a:latin typeface="Consolas" panose="020B0609020204030204" pitchFamily="49" charset="0"/>
              </a:rPr>
              <a:t> </a:t>
            </a:r>
            <a:r>
              <a:rPr lang="en-US" sz="1600" b="1" dirty="0">
                <a:solidFill>
                  <a:srgbClr val="9CDCFE"/>
                </a:solidFill>
                <a:latin typeface="Consolas" panose="020B0609020204030204" pitchFamily="49" charset="0"/>
              </a:rPr>
              <a:t>n</a:t>
            </a:r>
            <a:r>
              <a:rPr lang="en-US" sz="1600" b="1" dirty="0">
                <a:solidFill>
                  <a:srgbClr val="D4D4D4"/>
                </a:solidFill>
                <a:latin typeface="Consolas" panose="020B0609020204030204" pitchFamily="49" charset="0"/>
              </a:rPr>
              <a:t> == </a:t>
            </a:r>
            <a:r>
              <a:rPr lang="en-US" sz="1600" b="1" dirty="0">
                <a:solidFill>
                  <a:srgbClr val="B5CEA8"/>
                </a:solidFill>
                <a:latin typeface="Consolas" panose="020B0609020204030204" pitchFamily="49" charset="0"/>
              </a:rPr>
              <a:t>1</a:t>
            </a:r>
            <a:r>
              <a:rPr lang="en-US" sz="1600" b="1" dirty="0">
                <a:solidFill>
                  <a:srgbClr val="D4D4D4"/>
                </a:solidFill>
                <a:latin typeface="Consolas" panose="020B0609020204030204" pitchFamily="49" charset="0"/>
              </a:rPr>
              <a:t> :</a:t>
            </a:r>
          </a:p>
          <a:p>
            <a:r>
              <a:rPr lang="en-US" sz="1600" b="1" dirty="0">
                <a:solidFill>
                  <a:srgbClr val="D4D4D4"/>
                </a:solidFill>
                <a:latin typeface="Consolas" panose="020B0609020204030204" pitchFamily="49" charset="0"/>
              </a:rPr>
              <a:t>        </a:t>
            </a:r>
            <a:r>
              <a:rPr lang="en-US" sz="1600" b="1" dirty="0">
                <a:solidFill>
                  <a:srgbClr val="C586C0"/>
                </a:solidFill>
                <a:latin typeface="Consolas" panose="020B0609020204030204" pitchFamily="49" charset="0"/>
              </a:rPr>
              <a:t>return</a:t>
            </a:r>
            <a:r>
              <a:rPr lang="en-US" sz="1600" b="1" dirty="0">
                <a:solidFill>
                  <a:srgbClr val="D4D4D4"/>
                </a:solidFill>
                <a:latin typeface="Consolas" panose="020B0609020204030204" pitchFamily="49" charset="0"/>
              </a:rPr>
              <a:t> </a:t>
            </a:r>
            <a:r>
              <a:rPr lang="en-US" sz="1600" b="1" dirty="0">
                <a:solidFill>
                  <a:srgbClr val="B5CEA8"/>
                </a:solidFill>
                <a:latin typeface="Consolas" panose="020B0609020204030204" pitchFamily="49" charset="0"/>
              </a:rPr>
              <a:t>1		</a:t>
            </a:r>
            <a:r>
              <a:rPr lang="en-US" sz="1600" b="1" dirty="0">
                <a:solidFill>
                  <a:srgbClr val="6A9955"/>
                </a:solidFill>
                <a:latin typeface="Consolas" panose="020B0609020204030204" pitchFamily="49" charset="0"/>
              </a:rPr>
              <a:t> # basis step</a:t>
            </a:r>
            <a:r>
              <a:rPr lang="en-US" sz="1600" b="1" dirty="0">
                <a:solidFill>
                  <a:srgbClr val="B5CEA8"/>
                </a:solidFill>
                <a:latin typeface="Consolas" panose="020B0609020204030204" pitchFamily="49" charset="0"/>
              </a:rPr>
              <a:t> </a:t>
            </a:r>
            <a:endParaRPr lang="en-US" sz="1600" b="1" dirty="0">
              <a:solidFill>
                <a:srgbClr val="D4D4D4"/>
              </a:solidFill>
              <a:latin typeface="Consolas" panose="020B0609020204030204" pitchFamily="49" charset="0"/>
            </a:endParaRPr>
          </a:p>
          <a:p>
            <a:r>
              <a:rPr lang="en-US" sz="1600" b="1" dirty="0">
                <a:solidFill>
                  <a:srgbClr val="D4D4D4"/>
                </a:solidFill>
                <a:latin typeface="Consolas" panose="020B0609020204030204" pitchFamily="49" charset="0"/>
              </a:rPr>
              <a:t>    </a:t>
            </a:r>
            <a:r>
              <a:rPr lang="en-US" sz="1600" b="1" dirty="0">
                <a:solidFill>
                  <a:srgbClr val="C586C0"/>
                </a:solidFill>
                <a:latin typeface="Consolas" panose="020B0609020204030204" pitchFamily="49" charset="0"/>
              </a:rPr>
              <a:t>else</a:t>
            </a:r>
            <a:r>
              <a:rPr lang="en-US" sz="1600" b="1" dirty="0">
                <a:solidFill>
                  <a:srgbClr val="D4D4D4"/>
                </a:solidFill>
                <a:latin typeface="Consolas" panose="020B0609020204030204" pitchFamily="49" charset="0"/>
              </a:rPr>
              <a:t>:</a:t>
            </a:r>
          </a:p>
          <a:p>
            <a:r>
              <a:rPr lang="en-US" sz="1600" b="1" dirty="0">
                <a:solidFill>
                  <a:srgbClr val="D4D4D4"/>
                </a:solidFill>
                <a:latin typeface="Consolas" panose="020B0609020204030204" pitchFamily="49" charset="0"/>
              </a:rPr>
              <a:t>        </a:t>
            </a:r>
            <a:r>
              <a:rPr lang="en-US" sz="1600" b="1" dirty="0">
                <a:solidFill>
                  <a:srgbClr val="C586C0"/>
                </a:solidFill>
                <a:latin typeface="Consolas" panose="020B0609020204030204" pitchFamily="49" charset="0"/>
              </a:rPr>
              <a:t>return</a:t>
            </a:r>
            <a:r>
              <a:rPr lang="en-US" sz="1600" b="1" dirty="0">
                <a:solidFill>
                  <a:srgbClr val="D4D4D4"/>
                </a:solidFill>
                <a:latin typeface="Consolas" panose="020B0609020204030204" pitchFamily="49" charset="0"/>
              </a:rPr>
              <a:t> </a:t>
            </a:r>
            <a:r>
              <a:rPr lang="en-US" sz="1600" b="1" dirty="0">
                <a:solidFill>
                  <a:srgbClr val="9CDCFE"/>
                </a:solidFill>
                <a:latin typeface="Consolas" panose="020B0609020204030204" pitchFamily="49" charset="0"/>
              </a:rPr>
              <a:t>n</a:t>
            </a:r>
            <a:r>
              <a:rPr lang="en-US" sz="1600" b="1" dirty="0">
                <a:solidFill>
                  <a:srgbClr val="D4D4D4"/>
                </a:solidFill>
                <a:latin typeface="Consolas" panose="020B0609020204030204" pitchFamily="49" charset="0"/>
              </a:rPr>
              <a:t> * </a:t>
            </a:r>
            <a:r>
              <a:rPr lang="en-US" sz="1600" b="1" dirty="0">
                <a:solidFill>
                  <a:srgbClr val="DCDCAA"/>
                </a:solidFill>
                <a:latin typeface="Consolas" panose="020B0609020204030204" pitchFamily="49" charset="0"/>
              </a:rPr>
              <a:t>fac2</a:t>
            </a:r>
            <a:r>
              <a:rPr lang="en-US" sz="1600" b="1" dirty="0">
                <a:solidFill>
                  <a:srgbClr val="D4D4D4"/>
                </a:solidFill>
                <a:latin typeface="Consolas" panose="020B0609020204030204" pitchFamily="49" charset="0"/>
              </a:rPr>
              <a:t>(</a:t>
            </a:r>
            <a:r>
              <a:rPr lang="en-US" sz="1600" b="1" dirty="0">
                <a:solidFill>
                  <a:srgbClr val="9CDCFE"/>
                </a:solidFill>
                <a:latin typeface="Consolas" panose="020B0609020204030204" pitchFamily="49" charset="0"/>
              </a:rPr>
              <a:t>n</a:t>
            </a:r>
            <a:r>
              <a:rPr lang="en-US" sz="1600" b="1" dirty="0">
                <a:solidFill>
                  <a:srgbClr val="D4D4D4"/>
                </a:solidFill>
                <a:latin typeface="Consolas" panose="020B0609020204030204" pitchFamily="49" charset="0"/>
              </a:rPr>
              <a:t> - </a:t>
            </a:r>
            <a:r>
              <a:rPr lang="en-US" sz="1600" b="1" dirty="0">
                <a:solidFill>
                  <a:srgbClr val="B5CEA8"/>
                </a:solidFill>
                <a:latin typeface="Consolas" panose="020B0609020204030204" pitchFamily="49" charset="0"/>
              </a:rPr>
              <a:t>1</a:t>
            </a:r>
            <a:r>
              <a:rPr lang="en-US" sz="1600" b="1" dirty="0">
                <a:solidFill>
                  <a:srgbClr val="D4D4D4"/>
                </a:solidFill>
                <a:latin typeface="Consolas" panose="020B0609020204030204" pitchFamily="49" charset="0"/>
              </a:rPr>
              <a:t>)	</a:t>
            </a:r>
            <a:r>
              <a:rPr lang="en-US" sz="1600" b="1" dirty="0">
                <a:solidFill>
                  <a:srgbClr val="6A9955"/>
                </a:solidFill>
                <a:latin typeface="Consolas" panose="020B0609020204030204" pitchFamily="49" charset="0"/>
              </a:rPr>
              <a:t> # Recursive step</a:t>
            </a:r>
            <a:endParaRPr lang="en-US" sz="1600" b="1" dirty="0">
              <a:solidFill>
                <a:srgbClr val="D4D4D4"/>
              </a:solidFill>
              <a:effectLst/>
              <a:latin typeface="Consolas" panose="020B0609020204030204" pitchFamily="49" charset="0"/>
            </a:endParaRPr>
          </a:p>
        </p:txBody>
      </p:sp>
      <p:sp>
        <p:nvSpPr>
          <p:cNvPr id="4" name="Date Placeholder 3">
            <a:extLst>
              <a:ext uri="{FF2B5EF4-FFF2-40B4-BE49-F238E27FC236}">
                <a16:creationId xmlns:a16="http://schemas.microsoft.com/office/drawing/2014/main" id="{302B320F-8145-4628-A232-4DBEF8E5923C}"/>
              </a:ext>
            </a:extLst>
          </p:cNvPr>
          <p:cNvSpPr>
            <a:spLocks noGrp="1"/>
          </p:cNvSpPr>
          <p:nvPr>
            <p:ph type="dt" sz="half" idx="10"/>
          </p:nvPr>
        </p:nvSpPr>
        <p:spPr/>
        <p:txBody>
          <a:bodyPr/>
          <a:lstStyle/>
          <a:p>
            <a:fld id="{4C87BEC4-B835-4E55-9D7F-50B76A3ED418}" type="datetime1">
              <a:rPr lang="en-US" smtClean="0"/>
              <a:t>9/6/2022</a:t>
            </a:fld>
            <a:endParaRPr lang="en-US"/>
          </a:p>
        </p:txBody>
      </p:sp>
      <p:sp>
        <p:nvSpPr>
          <p:cNvPr id="5" name="Footer Placeholder 4">
            <a:extLst>
              <a:ext uri="{FF2B5EF4-FFF2-40B4-BE49-F238E27FC236}">
                <a16:creationId xmlns:a16="http://schemas.microsoft.com/office/drawing/2014/main" id="{F16FFD37-F682-43EE-B7F0-01E1F4601DB3}"/>
              </a:ext>
            </a:extLst>
          </p:cNvPr>
          <p:cNvSpPr>
            <a:spLocks noGrp="1"/>
          </p:cNvSpPr>
          <p:nvPr>
            <p:ph type="ftr" sz="quarter" idx="11"/>
          </p:nvPr>
        </p:nvSpPr>
        <p:spPr/>
        <p:txBody>
          <a:bodyPr/>
          <a:lstStyle/>
          <a:p>
            <a:r>
              <a:rPr lang="en-US"/>
              <a:t>Introduction to AI</a:t>
            </a:r>
          </a:p>
        </p:txBody>
      </p:sp>
      <p:sp>
        <p:nvSpPr>
          <p:cNvPr id="6" name="Slide Number Placeholder 5">
            <a:extLst>
              <a:ext uri="{FF2B5EF4-FFF2-40B4-BE49-F238E27FC236}">
                <a16:creationId xmlns:a16="http://schemas.microsoft.com/office/drawing/2014/main" id="{DC4B9742-F90E-4898-9728-7B31FBBFAE37}"/>
              </a:ext>
            </a:extLst>
          </p:cNvPr>
          <p:cNvSpPr>
            <a:spLocks noGrp="1"/>
          </p:cNvSpPr>
          <p:nvPr>
            <p:ph type="sldNum" sz="quarter" idx="12"/>
          </p:nvPr>
        </p:nvSpPr>
        <p:spPr/>
        <p:txBody>
          <a:bodyPr/>
          <a:lstStyle/>
          <a:p>
            <a:fld id="{B7884E68-CE57-44C0-BE0F-84C629DF22D5}" type="slidenum">
              <a:rPr lang="en-US" smtClean="0"/>
              <a:t>16</a:t>
            </a:fld>
            <a:endParaRPr lang="en-US"/>
          </a:p>
        </p:txBody>
      </p:sp>
    </p:spTree>
    <p:extLst>
      <p:ext uri="{BB962C8B-B14F-4D97-AF65-F5344CB8AC3E}">
        <p14:creationId xmlns:p14="http://schemas.microsoft.com/office/powerpoint/2010/main" val="38158122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1346D898-E229-53A6-8826-4122BEFCF738}"/>
              </a:ext>
            </a:extLst>
          </p:cNvPr>
          <p:cNvSpPr/>
          <p:nvPr/>
        </p:nvSpPr>
        <p:spPr>
          <a:xfrm>
            <a:off x="304800" y="1538514"/>
            <a:ext cx="11582400" cy="2703026"/>
          </a:xfrm>
          <a:prstGeom prst="roundRect">
            <a:avLst>
              <a:gd name="adj" fmla="val 3265"/>
            </a:avLst>
          </a:prstGeom>
          <a:solidFill>
            <a:schemeClr val="bg1">
              <a:lumMod val="85000"/>
              <a:alpha val="4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normAutofit fontScale="90000"/>
          </a:bodyPr>
          <a:lstStyle/>
          <a:p>
            <a:r>
              <a:rPr lang="en-US"/>
              <a:t>Example of Tower of Hanoi</a:t>
            </a:r>
          </a:p>
        </p:txBody>
      </p:sp>
      <p:sp>
        <p:nvSpPr>
          <p:cNvPr id="3" name="Content Placeholder 2"/>
          <p:cNvSpPr>
            <a:spLocks noGrp="1"/>
          </p:cNvSpPr>
          <p:nvPr>
            <p:ph idx="1"/>
          </p:nvPr>
        </p:nvSpPr>
        <p:spPr>
          <a:xfrm>
            <a:off x="304800" y="1208313"/>
            <a:ext cx="11137900" cy="4711619"/>
          </a:xfrm>
        </p:spPr>
        <p:txBody>
          <a:bodyPr>
            <a:normAutofit fontScale="77500" lnSpcReduction="20000"/>
          </a:bodyPr>
          <a:lstStyle/>
          <a:p>
            <a:pPr marL="76198" indent="0">
              <a:spcBef>
                <a:spcPts val="600"/>
              </a:spcBef>
              <a:spcAft>
                <a:spcPts val="0"/>
              </a:spcAft>
              <a:buNone/>
            </a:pPr>
            <a:r>
              <a:rPr lang="en-US" sz="3100" i="1" dirty="0">
                <a:solidFill>
                  <a:schemeClr val="accent3">
                    <a:lumMod val="75000"/>
                  </a:schemeClr>
                </a:solidFill>
              </a:rPr>
              <a:t># Recursive </a:t>
            </a:r>
            <a:r>
              <a:rPr lang="en-US" sz="3000" i="1" dirty="0">
                <a:solidFill>
                  <a:schemeClr val="accent3">
                    <a:lumMod val="75000"/>
                  </a:schemeClr>
                </a:solidFill>
              </a:rPr>
              <a:t>Python function to solve the tower of Hanoi</a:t>
            </a:r>
          </a:p>
          <a:p>
            <a:pPr marL="76198" indent="0">
              <a:spcBef>
                <a:spcPts val="600"/>
              </a:spcBef>
              <a:spcAft>
                <a:spcPts val="0"/>
              </a:spcAft>
              <a:buNone/>
            </a:pPr>
            <a:r>
              <a:rPr lang="en-US" sz="2800" b="1" dirty="0">
                <a:solidFill>
                  <a:srgbClr val="00B050"/>
                </a:solidFill>
                <a:latin typeface="Courier New" panose="02070309020205020404" pitchFamily="49" charset="0"/>
                <a:cs typeface="Courier New" panose="02070309020205020404" pitchFamily="49" charset="0"/>
              </a:rPr>
              <a:t>def</a:t>
            </a:r>
            <a:r>
              <a:rPr lang="en-US" sz="2800" dirty="0">
                <a:latin typeface="Courier New" panose="02070309020205020404" pitchFamily="49" charset="0"/>
                <a:cs typeface="Courier New" panose="02070309020205020404" pitchFamily="49" charset="0"/>
              </a:rPr>
              <a:t> </a:t>
            </a:r>
            <a:r>
              <a:rPr lang="en-US" sz="2800" dirty="0" err="1">
                <a:solidFill>
                  <a:srgbClr val="0000FF"/>
                </a:solidFill>
                <a:latin typeface="Courier New" panose="02070309020205020404" pitchFamily="49" charset="0"/>
                <a:cs typeface="Courier New" panose="02070309020205020404" pitchFamily="49" charset="0"/>
              </a:rPr>
              <a:t>TowerOfHanoi</a:t>
            </a:r>
            <a:r>
              <a:rPr lang="en-US" sz="2800" dirty="0">
                <a:latin typeface="Courier New" panose="02070309020205020404" pitchFamily="49" charset="0"/>
                <a:cs typeface="Courier New" panose="02070309020205020404" pitchFamily="49" charset="0"/>
              </a:rPr>
              <a:t>(n, source, destination, auxiliary):</a:t>
            </a:r>
          </a:p>
          <a:p>
            <a:pPr marL="76198" indent="0">
              <a:spcBef>
                <a:spcPts val="600"/>
              </a:spcBef>
              <a:spcAft>
                <a:spcPts val="0"/>
              </a:spcAft>
              <a:buNone/>
            </a:pPr>
            <a:r>
              <a:rPr lang="en-US" sz="2800" dirty="0">
                <a:latin typeface="Courier New" panose="02070309020205020404" pitchFamily="49" charset="0"/>
                <a:cs typeface="Courier New" panose="02070309020205020404" pitchFamily="49" charset="0"/>
              </a:rPr>
              <a:t>    </a:t>
            </a:r>
            <a:r>
              <a:rPr lang="en-US" sz="2800" b="1" dirty="0">
                <a:solidFill>
                  <a:srgbClr val="00B050"/>
                </a:solidFill>
                <a:latin typeface="Courier New" panose="02070309020205020404" pitchFamily="49" charset="0"/>
                <a:cs typeface="Courier New" panose="02070309020205020404" pitchFamily="49" charset="0"/>
              </a:rPr>
              <a:t>if</a:t>
            </a:r>
            <a:r>
              <a:rPr lang="en-US" sz="2800" dirty="0">
                <a:latin typeface="Courier New" panose="02070309020205020404" pitchFamily="49" charset="0"/>
                <a:cs typeface="Courier New" panose="02070309020205020404" pitchFamily="49" charset="0"/>
              </a:rPr>
              <a:t> n==1:</a:t>
            </a:r>
          </a:p>
          <a:p>
            <a:pPr marL="76198" indent="0">
              <a:spcBef>
                <a:spcPts val="600"/>
              </a:spcBef>
              <a:spcAft>
                <a:spcPts val="0"/>
              </a:spcAft>
              <a:buNone/>
            </a:pPr>
            <a:r>
              <a:rPr lang="en-US" sz="2800" dirty="0">
                <a:latin typeface="Courier New" panose="02070309020205020404" pitchFamily="49" charset="0"/>
                <a:cs typeface="Courier New" panose="02070309020205020404" pitchFamily="49" charset="0"/>
              </a:rPr>
              <a:t>        </a:t>
            </a:r>
            <a:r>
              <a:rPr lang="en-US" sz="2800" dirty="0">
                <a:solidFill>
                  <a:srgbClr val="00B050"/>
                </a:solidFill>
                <a:latin typeface="Courier New" panose="02070309020205020404" pitchFamily="49" charset="0"/>
                <a:cs typeface="Courier New" panose="02070309020205020404" pitchFamily="49" charset="0"/>
              </a:rPr>
              <a:t>print</a:t>
            </a:r>
            <a:r>
              <a:rPr lang="en-US" sz="2800" dirty="0">
                <a:latin typeface="Courier New" panose="02070309020205020404" pitchFamily="49" charset="0"/>
                <a:cs typeface="Courier New" panose="02070309020205020404" pitchFamily="49" charset="0"/>
              </a:rPr>
              <a:t> ("</a:t>
            </a:r>
            <a:r>
              <a:rPr lang="en-US" sz="2800" dirty="0">
                <a:solidFill>
                  <a:srgbClr val="C00000"/>
                </a:solidFill>
                <a:latin typeface="Courier New" panose="02070309020205020404" pitchFamily="49" charset="0"/>
                <a:cs typeface="Courier New" panose="02070309020205020404" pitchFamily="49" charset="0"/>
              </a:rPr>
              <a:t>Move disk 1 from source</a:t>
            </a:r>
            <a:r>
              <a:rPr lang="en-US" sz="2800" dirty="0">
                <a:latin typeface="Courier New" panose="02070309020205020404" pitchFamily="49" charset="0"/>
                <a:cs typeface="Courier New" panose="02070309020205020404" pitchFamily="49" charset="0"/>
              </a:rPr>
              <a:t>", source, "</a:t>
            </a:r>
            <a:r>
              <a:rPr lang="en-US" sz="2800" dirty="0">
                <a:solidFill>
                  <a:srgbClr val="C00000"/>
                </a:solidFill>
                <a:latin typeface="Courier New" panose="02070309020205020404" pitchFamily="49" charset="0"/>
                <a:cs typeface="Courier New" panose="02070309020205020404" pitchFamily="49" charset="0"/>
              </a:rPr>
              <a:t>to destination</a:t>
            </a:r>
            <a:r>
              <a:rPr lang="en-US" sz="2800" dirty="0">
                <a:latin typeface="Courier New" panose="02070309020205020404" pitchFamily="49" charset="0"/>
                <a:cs typeface="Courier New" panose="02070309020205020404" pitchFamily="49" charset="0"/>
              </a:rPr>
              <a:t>  		     ",destination)</a:t>
            </a:r>
          </a:p>
          <a:p>
            <a:pPr marL="76198" indent="0">
              <a:spcBef>
                <a:spcPts val="600"/>
              </a:spcBef>
              <a:spcAft>
                <a:spcPts val="0"/>
              </a:spcAft>
              <a:buNone/>
            </a:pPr>
            <a:r>
              <a:rPr lang="en-US" sz="2800" dirty="0">
                <a:latin typeface="Courier New" panose="02070309020205020404" pitchFamily="49" charset="0"/>
                <a:cs typeface="Courier New" panose="02070309020205020404" pitchFamily="49" charset="0"/>
              </a:rPr>
              <a:t>        </a:t>
            </a:r>
            <a:r>
              <a:rPr lang="en-US" sz="2800" b="1" dirty="0">
                <a:solidFill>
                  <a:srgbClr val="00B050"/>
                </a:solidFill>
                <a:latin typeface="Courier New" panose="02070309020205020404" pitchFamily="49" charset="0"/>
                <a:cs typeface="Courier New" panose="02070309020205020404" pitchFamily="49" charset="0"/>
              </a:rPr>
              <a:t>return</a:t>
            </a:r>
          </a:p>
          <a:p>
            <a:pPr marL="76198" indent="0">
              <a:spcBef>
                <a:spcPts val="600"/>
              </a:spcBef>
              <a:spcAft>
                <a:spcPts val="0"/>
              </a:spcAft>
              <a:buNone/>
            </a:pPr>
            <a:r>
              <a:rPr lang="en-US" sz="2800" dirty="0">
                <a:latin typeface="Courier New" panose="02070309020205020404" pitchFamily="49" charset="0"/>
                <a:cs typeface="Courier New" panose="02070309020205020404" pitchFamily="49" charset="0"/>
              </a:rPr>
              <a:t>    </a:t>
            </a:r>
            <a:r>
              <a:rPr lang="en-US" sz="2800" dirty="0" err="1">
                <a:latin typeface="Courier New" panose="02070309020205020404" pitchFamily="49" charset="0"/>
                <a:cs typeface="Courier New" panose="02070309020205020404" pitchFamily="49" charset="0"/>
              </a:rPr>
              <a:t>TowerOfHanoi</a:t>
            </a:r>
            <a:r>
              <a:rPr lang="en-US" sz="2800" dirty="0">
                <a:latin typeface="Courier New" panose="02070309020205020404" pitchFamily="49" charset="0"/>
                <a:cs typeface="Courier New" panose="02070309020205020404" pitchFamily="49" charset="0"/>
              </a:rPr>
              <a:t>(n-</a:t>
            </a:r>
            <a:r>
              <a:rPr lang="en-US" sz="2800" dirty="0">
                <a:solidFill>
                  <a:srgbClr val="00B050"/>
                </a:solidFill>
                <a:latin typeface="Courier New" panose="02070309020205020404" pitchFamily="49" charset="0"/>
                <a:cs typeface="Courier New" panose="02070309020205020404" pitchFamily="49" charset="0"/>
              </a:rPr>
              <a:t>1</a:t>
            </a:r>
            <a:r>
              <a:rPr lang="en-US" sz="2800" dirty="0">
                <a:latin typeface="Courier New" panose="02070309020205020404" pitchFamily="49" charset="0"/>
                <a:cs typeface="Courier New" panose="02070309020205020404" pitchFamily="49" charset="0"/>
              </a:rPr>
              <a:t>, source, auxiliary, destination)</a:t>
            </a:r>
          </a:p>
          <a:p>
            <a:pPr marL="76198" indent="0">
              <a:spcBef>
                <a:spcPts val="600"/>
              </a:spcBef>
              <a:spcAft>
                <a:spcPts val="0"/>
              </a:spcAft>
              <a:buNone/>
            </a:pPr>
            <a:r>
              <a:rPr lang="en-US" sz="2800" dirty="0">
                <a:latin typeface="Courier New" panose="02070309020205020404" pitchFamily="49" charset="0"/>
                <a:cs typeface="Courier New" panose="02070309020205020404" pitchFamily="49" charset="0"/>
              </a:rPr>
              <a:t>    </a:t>
            </a:r>
            <a:r>
              <a:rPr lang="en-US" sz="2800" dirty="0">
                <a:solidFill>
                  <a:srgbClr val="00B050"/>
                </a:solidFill>
                <a:latin typeface="Courier New" panose="02070309020205020404" pitchFamily="49" charset="0"/>
                <a:cs typeface="Courier New" panose="02070309020205020404" pitchFamily="49" charset="0"/>
              </a:rPr>
              <a:t>print</a:t>
            </a:r>
            <a:r>
              <a:rPr lang="en-US" sz="2800" dirty="0">
                <a:latin typeface="Courier New" panose="02070309020205020404" pitchFamily="49" charset="0"/>
                <a:cs typeface="Courier New" panose="02070309020205020404" pitchFamily="49" charset="0"/>
              </a:rPr>
              <a:t> ("</a:t>
            </a:r>
            <a:r>
              <a:rPr lang="en-US" sz="2800" dirty="0">
                <a:solidFill>
                  <a:srgbClr val="C00000"/>
                </a:solidFill>
                <a:latin typeface="Courier New" panose="02070309020205020404" pitchFamily="49" charset="0"/>
                <a:cs typeface="Courier New" panose="02070309020205020404" pitchFamily="49" charset="0"/>
              </a:rPr>
              <a:t>Move disk</a:t>
            </a:r>
            <a:r>
              <a:rPr lang="en-US" sz="2800" dirty="0">
                <a:latin typeface="Courier New" panose="02070309020205020404" pitchFamily="49" charset="0"/>
                <a:cs typeface="Courier New" panose="02070309020205020404" pitchFamily="49" charset="0"/>
              </a:rPr>
              <a:t>", n, “</a:t>
            </a:r>
            <a:r>
              <a:rPr lang="en-US" sz="2800" dirty="0">
                <a:solidFill>
                  <a:srgbClr val="C00000"/>
                </a:solidFill>
                <a:latin typeface="Courier New" panose="02070309020205020404" pitchFamily="49" charset="0"/>
                <a:cs typeface="Courier New" panose="02070309020205020404" pitchFamily="49" charset="0"/>
              </a:rPr>
              <a:t>from source</a:t>
            </a:r>
            <a:r>
              <a:rPr lang="en-US" sz="2800" dirty="0">
                <a:latin typeface="Courier New" panose="02070309020205020404" pitchFamily="49" charset="0"/>
                <a:cs typeface="Courier New" panose="02070309020205020404" pitchFamily="49" charset="0"/>
              </a:rPr>
              <a:t>", source, 				      "</a:t>
            </a:r>
            <a:r>
              <a:rPr lang="en-US" sz="2800" dirty="0">
                <a:solidFill>
                  <a:srgbClr val="C00000"/>
                </a:solidFill>
                <a:latin typeface="Courier New" panose="02070309020205020404" pitchFamily="49" charset="0"/>
                <a:cs typeface="Courier New" panose="02070309020205020404" pitchFamily="49" charset="0"/>
              </a:rPr>
              <a:t>to destination</a:t>
            </a:r>
            <a:r>
              <a:rPr lang="en-US" sz="2800" dirty="0">
                <a:latin typeface="Courier New" panose="02070309020205020404" pitchFamily="49" charset="0"/>
                <a:cs typeface="Courier New" panose="02070309020205020404" pitchFamily="49" charset="0"/>
              </a:rPr>
              <a:t>", destination)</a:t>
            </a:r>
          </a:p>
          <a:p>
            <a:pPr marL="76198" indent="0">
              <a:spcBef>
                <a:spcPts val="600"/>
              </a:spcBef>
              <a:spcAft>
                <a:spcPts val="0"/>
              </a:spcAft>
              <a:buNone/>
            </a:pPr>
            <a:r>
              <a:rPr lang="en-US" sz="2800" dirty="0">
                <a:latin typeface="Courier New" panose="02070309020205020404" pitchFamily="49" charset="0"/>
                <a:cs typeface="Courier New" panose="02070309020205020404" pitchFamily="49" charset="0"/>
              </a:rPr>
              <a:t>    </a:t>
            </a:r>
            <a:r>
              <a:rPr lang="en-US" sz="2800" dirty="0" err="1">
                <a:latin typeface="Courier New" panose="02070309020205020404" pitchFamily="49" charset="0"/>
                <a:cs typeface="Courier New" panose="02070309020205020404" pitchFamily="49" charset="0"/>
              </a:rPr>
              <a:t>TowerOfHanoi</a:t>
            </a:r>
            <a:r>
              <a:rPr lang="en-US" sz="2800" dirty="0">
                <a:latin typeface="Courier New" panose="02070309020205020404" pitchFamily="49" charset="0"/>
                <a:cs typeface="Courier New" panose="02070309020205020404" pitchFamily="49" charset="0"/>
              </a:rPr>
              <a:t>(n-</a:t>
            </a:r>
            <a:r>
              <a:rPr lang="en-US" sz="2800" dirty="0">
                <a:solidFill>
                  <a:srgbClr val="00B050"/>
                </a:solidFill>
                <a:latin typeface="Courier New" panose="02070309020205020404" pitchFamily="49" charset="0"/>
                <a:cs typeface="Courier New" panose="02070309020205020404" pitchFamily="49" charset="0"/>
              </a:rPr>
              <a:t>1</a:t>
            </a:r>
            <a:r>
              <a:rPr lang="en-US" sz="2800" dirty="0">
                <a:latin typeface="Courier New" panose="02070309020205020404" pitchFamily="49" charset="0"/>
                <a:cs typeface="Courier New" panose="02070309020205020404" pitchFamily="49" charset="0"/>
              </a:rPr>
              <a:t>, auxiliary, destination, source) </a:t>
            </a:r>
          </a:p>
          <a:p>
            <a:pPr marL="76198" indent="0">
              <a:spcBef>
                <a:spcPts val="600"/>
              </a:spcBef>
              <a:spcAft>
                <a:spcPts val="0"/>
              </a:spcAft>
              <a:buNone/>
            </a:pPr>
            <a:r>
              <a:rPr lang="en-US" sz="2800" dirty="0">
                <a:latin typeface="Courier New" panose="02070309020205020404" pitchFamily="49" charset="0"/>
                <a:cs typeface="Courier New" panose="02070309020205020404" pitchFamily="49" charset="0"/>
              </a:rPr>
              <a:t> </a:t>
            </a:r>
          </a:p>
          <a:p>
            <a:pPr marL="76198" indent="0">
              <a:spcBef>
                <a:spcPts val="600"/>
              </a:spcBef>
              <a:spcAft>
                <a:spcPts val="0"/>
              </a:spcAft>
              <a:buNone/>
            </a:pPr>
            <a:r>
              <a:rPr lang="en-US" sz="3100" i="1" dirty="0">
                <a:solidFill>
                  <a:schemeClr val="accent3">
                    <a:lumMod val="75000"/>
                  </a:schemeClr>
                </a:solidFill>
              </a:rPr>
              <a:t># Driver code</a:t>
            </a:r>
          </a:p>
          <a:p>
            <a:pPr marL="76198" indent="0">
              <a:spcBef>
                <a:spcPts val="600"/>
              </a:spcBef>
              <a:spcAft>
                <a:spcPts val="0"/>
              </a:spcAft>
              <a:buNone/>
            </a:pPr>
            <a:r>
              <a:rPr lang="en-US" sz="3000" dirty="0">
                <a:latin typeface="Courier New" panose="02070309020205020404" pitchFamily="49" charset="0"/>
                <a:cs typeface="Courier New" panose="02070309020205020404" pitchFamily="49" charset="0"/>
              </a:rPr>
              <a:t>n = 3</a:t>
            </a:r>
          </a:p>
          <a:p>
            <a:pPr marL="76198" indent="0">
              <a:spcBef>
                <a:spcPts val="600"/>
              </a:spcBef>
              <a:spcAft>
                <a:spcPts val="0"/>
              </a:spcAft>
              <a:buNone/>
            </a:pPr>
            <a:r>
              <a:rPr lang="en-US" sz="3000" dirty="0" err="1">
                <a:latin typeface="Courier New" panose="02070309020205020404" pitchFamily="49" charset="0"/>
                <a:cs typeface="Courier New" panose="02070309020205020404" pitchFamily="49" charset="0"/>
              </a:rPr>
              <a:t>TowerOfHanoi</a:t>
            </a:r>
            <a:r>
              <a:rPr lang="en-US" sz="3000" dirty="0">
                <a:latin typeface="Courier New" panose="02070309020205020404" pitchFamily="49" charset="0"/>
                <a:cs typeface="Courier New" panose="02070309020205020404" pitchFamily="49" charset="0"/>
              </a:rPr>
              <a:t>(</a:t>
            </a:r>
            <a:r>
              <a:rPr lang="en-US" sz="3000" dirty="0" err="1">
                <a:latin typeface="Courier New" panose="02070309020205020404" pitchFamily="49" charset="0"/>
                <a:cs typeface="Courier New" panose="02070309020205020404" pitchFamily="49" charset="0"/>
              </a:rPr>
              <a:t>n,'A','C','B</a:t>
            </a:r>
            <a:r>
              <a:rPr lang="en-US" sz="3000" dirty="0">
                <a:latin typeface="Courier New" panose="02070309020205020404" pitchFamily="49" charset="0"/>
                <a:cs typeface="Courier New" panose="02070309020205020404" pitchFamily="49" charset="0"/>
              </a:rPr>
              <a:t>')</a:t>
            </a:r>
          </a:p>
          <a:p>
            <a:pPr marL="76198" indent="0">
              <a:spcBef>
                <a:spcPts val="600"/>
              </a:spcBef>
              <a:spcAft>
                <a:spcPts val="0"/>
              </a:spcAft>
              <a:buNone/>
            </a:pPr>
            <a:r>
              <a:rPr lang="en-US" sz="3100" i="1" dirty="0">
                <a:solidFill>
                  <a:schemeClr val="accent3">
                    <a:lumMod val="75000"/>
                  </a:schemeClr>
                </a:solidFill>
              </a:rPr>
              <a:t># A, C, B are the names of rods</a:t>
            </a:r>
          </a:p>
          <a:p>
            <a:endParaRPr lang="en-US" dirty="0"/>
          </a:p>
        </p:txBody>
      </p:sp>
      <p:sp>
        <p:nvSpPr>
          <p:cNvPr id="4" name="Date Placeholder 3"/>
          <p:cNvSpPr>
            <a:spLocks noGrp="1"/>
          </p:cNvSpPr>
          <p:nvPr>
            <p:ph type="dt" sz="half" idx="10"/>
          </p:nvPr>
        </p:nvSpPr>
        <p:spPr/>
        <p:txBody>
          <a:bodyPr/>
          <a:lstStyle/>
          <a:p>
            <a:fld id="{4C87BEC4-B835-4E55-9D7F-50B76A3ED418}" type="datetime1">
              <a:rPr lang="en-US" smtClean="0"/>
              <a:t>9/6/2022</a:t>
            </a:fld>
            <a:endParaRPr lang="en-US"/>
          </a:p>
        </p:txBody>
      </p:sp>
      <p:sp>
        <p:nvSpPr>
          <p:cNvPr id="5" name="Footer Placeholder 4"/>
          <p:cNvSpPr>
            <a:spLocks noGrp="1"/>
          </p:cNvSpPr>
          <p:nvPr>
            <p:ph type="ftr" sz="quarter" idx="11"/>
          </p:nvPr>
        </p:nvSpPr>
        <p:spPr/>
        <p:txBody>
          <a:bodyPr/>
          <a:lstStyle/>
          <a:p>
            <a:r>
              <a:rPr lang="en-US"/>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smtClean="0"/>
              <a:t>17</a:t>
            </a:fld>
            <a:endParaRPr lang="en-US"/>
          </a:p>
        </p:txBody>
      </p:sp>
      <p:pic>
        <p:nvPicPr>
          <p:cNvPr id="9" name="Picture 8">
            <a:extLst>
              <a:ext uri="{FF2B5EF4-FFF2-40B4-BE49-F238E27FC236}">
                <a16:creationId xmlns:a16="http://schemas.microsoft.com/office/drawing/2014/main" id="{678451E8-D2B8-45F3-9E6C-23F3617BFA82}"/>
              </a:ext>
            </a:extLst>
          </p:cNvPr>
          <p:cNvPicPr>
            <a:picLocks noChangeAspect="1"/>
          </p:cNvPicPr>
          <p:nvPr/>
        </p:nvPicPr>
        <p:blipFill>
          <a:blip r:embed="rId2"/>
          <a:stretch>
            <a:fillRect/>
          </a:stretch>
        </p:blipFill>
        <p:spPr>
          <a:xfrm>
            <a:off x="6096000" y="4324877"/>
            <a:ext cx="5962650" cy="1989217"/>
          </a:xfrm>
          <a:prstGeom prst="rect">
            <a:avLst/>
          </a:prstGeom>
        </p:spPr>
      </p:pic>
    </p:spTree>
    <p:extLst>
      <p:ext uri="{BB962C8B-B14F-4D97-AF65-F5344CB8AC3E}">
        <p14:creationId xmlns:p14="http://schemas.microsoft.com/office/powerpoint/2010/main" val="8708275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Problem Reduction</a:t>
            </a:r>
          </a:p>
        </p:txBody>
      </p:sp>
      <p:sp>
        <p:nvSpPr>
          <p:cNvPr id="3" name="Content Placeholder 2"/>
          <p:cNvSpPr>
            <a:spLocks noGrp="1"/>
          </p:cNvSpPr>
          <p:nvPr>
            <p:ph idx="1"/>
          </p:nvPr>
        </p:nvSpPr>
        <p:spPr>
          <a:xfrm>
            <a:off x="304800" y="1228153"/>
            <a:ext cx="6276628" cy="5021979"/>
          </a:xfrm>
        </p:spPr>
        <p:txBody>
          <a:bodyPr/>
          <a:lstStyle/>
          <a:p>
            <a:r>
              <a:rPr lang="en-US"/>
              <a:t>Sometimes we must divide the </a:t>
            </a:r>
            <a:r>
              <a:rPr lang="en-US">
                <a:solidFill>
                  <a:srgbClr val="C00000"/>
                </a:solidFill>
              </a:rPr>
              <a:t>complex</a:t>
            </a:r>
            <a:r>
              <a:rPr lang="en-US"/>
              <a:t> problem into different sets of </a:t>
            </a:r>
            <a:r>
              <a:rPr lang="en-US">
                <a:solidFill>
                  <a:srgbClr val="C00000"/>
                </a:solidFill>
              </a:rPr>
              <a:t>easier</a:t>
            </a:r>
            <a:r>
              <a:rPr lang="en-US"/>
              <a:t> independent problems</a:t>
            </a:r>
          </a:p>
          <a:p>
            <a:r>
              <a:rPr lang="en-US"/>
              <a:t>In </a:t>
            </a:r>
            <a:r>
              <a:rPr lang="en-US">
                <a:solidFill>
                  <a:srgbClr val="C00000"/>
                </a:solidFill>
              </a:rPr>
              <a:t>problem reduction</a:t>
            </a:r>
            <a:r>
              <a:rPr lang="en-US"/>
              <a:t>, we will use the </a:t>
            </a:r>
            <a:r>
              <a:rPr lang="en-US" b="1" i="1"/>
              <a:t>Generate and Test methodology</a:t>
            </a:r>
            <a:r>
              <a:rPr lang="en-US"/>
              <a:t> where we will try to generate different sub-solutions (</a:t>
            </a:r>
            <a:r>
              <a:rPr lang="en-US">
                <a:solidFill>
                  <a:srgbClr val="C00000"/>
                </a:solidFill>
              </a:rPr>
              <a:t>sub-goals</a:t>
            </a:r>
            <a:r>
              <a:rPr lang="en-US"/>
              <a:t>) then test them to see if the goal is reached</a:t>
            </a:r>
          </a:p>
          <a:p>
            <a:endParaRPr lang="en-US"/>
          </a:p>
        </p:txBody>
      </p:sp>
      <p:sp>
        <p:nvSpPr>
          <p:cNvPr id="4" name="Date Placeholder 3"/>
          <p:cNvSpPr>
            <a:spLocks noGrp="1"/>
          </p:cNvSpPr>
          <p:nvPr>
            <p:ph type="dt" sz="half" idx="10"/>
          </p:nvPr>
        </p:nvSpPr>
        <p:spPr/>
        <p:txBody>
          <a:bodyPr/>
          <a:lstStyle/>
          <a:p>
            <a:fld id="{3140373A-C0D2-4346-88C3-57543B9E8726}" type="datetime1">
              <a:rPr lang="en-US" smtClean="0"/>
              <a:t>9/6/2022</a:t>
            </a:fld>
            <a:endParaRPr lang="en-US"/>
          </a:p>
        </p:txBody>
      </p:sp>
      <p:sp>
        <p:nvSpPr>
          <p:cNvPr id="5" name="Footer Placeholder 4"/>
          <p:cNvSpPr>
            <a:spLocks noGrp="1"/>
          </p:cNvSpPr>
          <p:nvPr>
            <p:ph type="ftr" sz="quarter" idx="11"/>
          </p:nvPr>
        </p:nvSpPr>
        <p:spPr/>
        <p:txBody>
          <a:bodyPr/>
          <a:lstStyle/>
          <a:p>
            <a:r>
              <a:rPr lang="en-US"/>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smtClean="0"/>
              <a:t>18</a:t>
            </a:fld>
            <a:endParaRPr lang="en-US"/>
          </a:p>
        </p:txBody>
      </p:sp>
      <p:pic>
        <p:nvPicPr>
          <p:cNvPr id="4098" name="Picture 2" descr="http://localhost:8888/notebooks/Downloads/COE%20292/Topic2-GoalTreeAndProblemSolving/img/ProblemReduction.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69318" y="1536535"/>
            <a:ext cx="5117882" cy="4405214"/>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rot="16200000">
            <a:off x="11194473" y="3066470"/>
            <a:ext cx="377026" cy="523220"/>
          </a:xfrm>
          <a:prstGeom prst="rect">
            <a:avLst/>
          </a:prstGeom>
          <a:noFill/>
        </p:spPr>
        <p:txBody>
          <a:bodyPr wrap="none" rtlCol="0">
            <a:spAutoFit/>
          </a:bodyPr>
          <a:lstStyle/>
          <a:p>
            <a:r>
              <a:rPr lang="en-US" sz="2800" b="1"/>
              <a:t>n</a:t>
            </a:r>
          </a:p>
        </p:txBody>
      </p:sp>
    </p:spTree>
    <p:extLst>
      <p:ext uri="{BB962C8B-B14F-4D97-AF65-F5344CB8AC3E}">
        <p14:creationId xmlns:p14="http://schemas.microsoft.com/office/powerpoint/2010/main" val="4691334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Problem Reduction</a:t>
            </a:r>
          </a:p>
        </p:txBody>
      </p:sp>
      <p:sp>
        <p:nvSpPr>
          <p:cNvPr id="3" name="Content Placeholder 2"/>
          <p:cNvSpPr>
            <a:spLocks noGrp="1"/>
          </p:cNvSpPr>
          <p:nvPr>
            <p:ph idx="1"/>
          </p:nvPr>
        </p:nvSpPr>
        <p:spPr>
          <a:xfrm>
            <a:off x="304800" y="1228153"/>
            <a:ext cx="7187873" cy="5021979"/>
          </a:xfrm>
        </p:spPr>
        <p:txBody>
          <a:bodyPr/>
          <a:lstStyle/>
          <a:p>
            <a:r>
              <a:rPr lang="en-US"/>
              <a:t>In problem reduction we will use              a </a:t>
            </a:r>
            <a:r>
              <a:rPr lang="en-US" b="1">
                <a:solidFill>
                  <a:srgbClr val="C00000"/>
                </a:solidFill>
              </a:rPr>
              <a:t>goal tree </a:t>
            </a:r>
            <a:r>
              <a:rPr lang="en-US"/>
              <a:t>which is a form of tree structure used to represent problems that can be broken down into smaller problems</a:t>
            </a:r>
          </a:p>
          <a:p>
            <a:pPr lvl="1"/>
            <a:r>
              <a:rPr lang="en-US" sz="2400"/>
              <a:t>Similar to that in Tower of Hanoi example</a:t>
            </a:r>
          </a:p>
          <a:p>
            <a:r>
              <a:rPr lang="en-US"/>
              <a:t>The state at which the problem is broken into different sets of independent problems is referred to as the </a:t>
            </a:r>
            <a:r>
              <a:rPr lang="en-US" b="1">
                <a:solidFill>
                  <a:srgbClr val="FF0000"/>
                </a:solidFill>
              </a:rPr>
              <a:t>AND node</a:t>
            </a:r>
            <a:endParaRPr lang="en-US">
              <a:solidFill>
                <a:srgbClr val="FF0000"/>
              </a:solidFill>
            </a:endParaRPr>
          </a:p>
          <a:p>
            <a:endParaRPr lang="en-US"/>
          </a:p>
        </p:txBody>
      </p:sp>
      <p:sp>
        <p:nvSpPr>
          <p:cNvPr id="4" name="Date Placeholder 3"/>
          <p:cNvSpPr>
            <a:spLocks noGrp="1"/>
          </p:cNvSpPr>
          <p:nvPr>
            <p:ph type="dt" sz="half" idx="10"/>
          </p:nvPr>
        </p:nvSpPr>
        <p:spPr/>
        <p:txBody>
          <a:bodyPr/>
          <a:lstStyle/>
          <a:p>
            <a:fld id="{4C87BEC4-B835-4E55-9D7F-50B76A3ED418}" type="datetime1">
              <a:rPr lang="en-US" smtClean="0"/>
              <a:t>9/6/2022</a:t>
            </a:fld>
            <a:endParaRPr lang="en-US"/>
          </a:p>
        </p:txBody>
      </p:sp>
      <p:sp>
        <p:nvSpPr>
          <p:cNvPr id="5" name="Footer Placeholder 4"/>
          <p:cNvSpPr>
            <a:spLocks noGrp="1"/>
          </p:cNvSpPr>
          <p:nvPr>
            <p:ph type="ftr" sz="quarter" idx="11"/>
          </p:nvPr>
        </p:nvSpPr>
        <p:spPr/>
        <p:txBody>
          <a:bodyPr/>
          <a:lstStyle/>
          <a:p>
            <a:r>
              <a:rPr lang="en-US"/>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smtClean="0"/>
              <a:t>19</a:t>
            </a:fld>
            <a:endParaRPr lang="en-US"/>
          </a:p>
        </p:txBody>
      </p:sp>
      <p:pic>
        <p:nvPicPr>
          <p:cNvPr id="5122" name="Picture 2" descr="http://localhost:8888/notebooks/Downloads/COE%20292/Topic2-GoalTreeAndProblemSolving/img/ProblemReductionAndNod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92673" y="1380215"/>
            <a:ext cx="4394528" cy="46639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590154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http://localhost:8888/notebooks/Downloads/COE%20292/Topic2-GoalTreeAndProblemSolving/img/ProblemReductionORNod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52778" y="1382756"/>
            <a:ext cx="4546588" cy="480838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normAutofit fontScale="90000"/>
          </a:bodyPr>
          <a:lstStyle/>
          <a:p>
            <a:r>
              <a:rPr lang="en-US"/>
              <a:t>Problem Reduction</a:t>
            </a:r>
          </a:p>
        </p:txBody>
      </p:sp>
      <p:sp>
        <p:nvSpPr>
          <p:cNvPr id="3" name="Content Placeholder 2"/>
          <p:cNvSpPr>
            <a:spLocks noGrp="1"/>
          </p:cNvSpPr>
          <p:nvPr>
            <p:ph idx="1"/>
          </p:nvPr>
        </p:nvSpPr>
        <p:spPr>
          <a:xfrm>
            <a:off x="304800" y="1228153"/>
            <a:ext cx="7336077" cy="5021979"/>
          </a:xfrm>
        </p:spPr>
        <p:txBody>
          <a:bodyPr vert="horz" lIns="0" tIns="45720" rIns="0" bIns="45720" rtlCol="0" anchor="t">
            <a:normAutofit/>
          </a:bodyPr>
          <a:lstStyle/>
          <a:p>
            <a:pPr marL="304165" indent="-227965"/>
            <a:r>
              <a:rPr lang="en-US"/>
              <a:t>Sometimes we have different ways to solve the problem, so we use </a:t>
            </a:r>
            <a:r>
              <a:rPr lang="en-US" b="1">
                <a:solidFill>
                  <a:srgbClr val="FF0000"/>
                </a:solidFill>
              </a:rPr>
              <a:t>OR</a:t>
            </a:r>
            <a:r>
              <a:rPr lang="en-US">
                <a:solidFill>
                  <a:srgbClr val="FF0000"/>
                </a:solidFill>
              </a:rPr>
              <a:t> </a:t>
            </a:r>
            <a:r>
              <a:rPr lang="en-US" b="1">
                <a:solidFill>
                  <a:srgbClr val="FF0000"/>
                </a:solidFill>
              </a:rPr>
              <a:t>node</a:t>
            </a:r>
            <a:r>
              <a:rPr lang="en-US">
                <a:solidFill>
                  <a:srgbClr val="FF0000"/>
                </a:solidFill>
              </a:rPr>
              <a:t> </a:t>
            </a:r>
            <a:r>
              <a:rPr lang="en-US"/>
              <a:t>like the one shown</a:t>
            </a:r>
          </a:p>
          <a:p>
            <a:pPr marL="304165" indent="-227965"/>
            <a:r>
              <a:rPr lang="en-US"/>
              <a:t>Note that the </a:t>
            </a:r>
            <a:r>
              <a:rPr lang="en-US" b="1">
                <a:solidFill>
                  <a:srgbClr val="FF0000"/>
                </a:solidFill>
              </a:rPr>
              <a:t>AND</a:t>
            </a:r>
            <a:r>
              <a:rPr lang="en-US">
                <a:solidFill>
                  <a:srgbClr val="FF0000"/>
                </a:solidFill>
              </a:rPr>
              <a:t> </a:t>
            </a:r>
            <a:r>
              <a:rPr lang="en-US" b="1">
                <a:solidFill>
                  <a:srgbClr val="FF0000"/>
                </a:solidFill>
              </a:rPr>
              <a:t>node</a:t>
            </a:r>
            <a:r>
              <a:rPr lang="en-US">
                <a:solidFill>
                  <a:srgbClr val="FF0000"/>
                </a:solidFill>
              </a:rPr>
              <a:t> </a:t>
            </a:r>
            <a:r>
              <a:rPr lang="en-US"/>
              <a:t>has the </a:t>
            </a:r>
            <a:r>
              <a:rPr lang="en-US">
                <a:solidFill>
                  <a:srgbClr val="FF0000"/>
                </a:solidFill>
              </a:rPr>
              <a:t>arch</a:t>
            </a:r>
            <a:r>
              <a:rPr lang="en-US"/>
              <a:t> while the </a:t>
            </a:r>
            <a:r>
              <a:rPr lang="en-US" b="1">
                <a:solidFill>
                  <a:srgbClr val="FF0000"/>
                </a:solidFill>
              </a:rPr>
              <a:t>OR</a:t>
            </a:r>
            <a:r>
              <a:rPr lang="en-US">
                <a:solidFill>
                  <a:srgbClr val="FF0000"/>
                </a:solidFill>
              </a:rPr>
              <a:t> </a:t>
            </a:r>
            <a:r>
              <a:rPr lang="en-US" b="1">
                <a:solidFill>
                  <a:srgbClr val="FF0000"/>
                </a:solidFill>
              </a:rPr>
              <a:t>node</a:t>
            </a:r>
            <a:r>
              <a:rPr lang="en-US">
                <a:solidFill>
                  <a:srgbClr val="FF0000"/>
                </a:solidFill>
              </a:rPr>
              <a:t> </a:t>
            </a:r>
            <a:r>
              <a:rPr lang="en-US"/>
              <a:t>does not</a:t>
            </a:r>
            <a:endParaRPr lang="en-US">
              <a:cs typeface="Calibri"/>
            </a:endParaRPr>
          </a:p>
          <a:p>
            <a:pPr marL="304165" indent="-227965"/>
            <a:endParaRPr lang="en-US">
              <a:cs typeface="Calibri"/>
            </a:endParaRPr>
          </a:p>
        </p:txBody>
      </p:sp>
      <p:sp>
        <p:nvSpPr>
          <p:cNvPr id="4" name="Date Placeholder 3"/>
          <p:cNvSpPr>
            <a:spLocks noGrp="1"/>
          </p:cNvSpPr>
          <p:nvPr>
            <p:ph type="dt" sz="half" idx="10"/>
          </p:nvPr>
        </p:nvSpPr>
        <p:spPr/>
        <p:txBody>
          <a:bodyPr/>
          <a:lstStyle/>
          <a:p>
            <a:fld id="{4C87BEC4-B835-4E55-9D7F-50B76A3ED418}" type="datetime1">
              <a:rPr lang="en-US" smtClean="0"/>
              <a:t>9/6/2022</a:t>
            </a:fld>
            <a:endParaRPr lang="en-US"/>
          </a:p>
        </p:txBody>
      </p:sp>
      <p:sp>
        <p:nvSpPr>
          <p:cNvPr id="5" name="Footer Placeholder 4"/>
          <p:cNvSpPr>
            <a:spLocks noGrp="1"/>
          </p:cNvSpPr>
          <p:nvPr>
            <p:ph type="ftr" sz="quarter" idx="11"/>
          </p:nvPr>
        </p:nvSpPr>
        <p:spPr/>
        <p:txBody>
          <a:bodyPr/>
          <a:lstStyle/>
          <a:p>
            <a:r>
              <a:rPr lang="en-US"/>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smtClean="0"/>
              <a:t>20</a:t>
            </a:fld>
            <a:endParaRPr lang="en-US"/>
          </a:p>
        </p:txBody>
      </p:sp>
    </p:spTree>
    <p:extLst>
      <p:ext uri="{BB962C8B-B14F-4D97-AF65-F5344CB8AC3E}">
        <p14:creationId xmlns:p14="http://schemas.microsoft.com/office/powerpoint/2010/main" val="17464167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AND node vs. OR node</a:t>
            </a:r>
          </a:p>
        </p:txBody>
      </p:sp>
      <p:sp>
        <p:nvSpPr>
          <p:cNvPr id="4" name="Date Placeholder 3"/>
          <p:cNvSpPr>
            <a:spLocks noGrp="1"/>
          </p:cNvSpPr>
          <p:nvPr>
            <p:ph type="dt" sz="half" idx="10"/>
          </p:nvPr>
        </p:nvSpPr>
        <p:spPr/>
        <p:txBody>
          <a:bodyPr/>
          <a:lstStyle/>
          <a:p>
            <a:fld id="{4C87BEC4-B835-4E55-9D7F-50B76A3ED418}" type="datetime1">
              <a:rPr lang="en-US" smtClean="0"/>
              <a:t>9/6/2022</a:t>
            </a:fld>
            <a:endParaRPr lang="en-US"/>
          </a:p>
        </p:txBody>
      </p:sp>
      <p:sp>
        <p:nvSpPr>
          <p:cNvPr id="5" name="Footer Placeholder 4"/>
          <p:cNvSpPr>
            <a:spLocks noGrp="1"/>
          </p:cNvSpPr>
          <p:nvPr>
            <p:ph type="ftr" sz="quarter" idx="11"/>
          </p:nvPr>
        </p:nvSpPr>
        <p:spPr/>
        <p:txBody>
          <a:bodyPr/>
          <a:lstStyle/>
          <a:p>
            <a:r>
              <a:rPr lang="en-US"/>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smtClean="0"/>
              <a:t>21</a:t>
            </a:fld>
            <a:endParaRPr lang="en-US"/>
          </a:p>
        </p:txBody>
      </p:sp>
      <p:pic>
        <p:nvPicPr>
          <p:cNvPr id="7" name="Picture 2" descr="http://localhost:8888/notebooks/Downloads/COE%20292/Topic2-GoalTreeAndProblemSolving/img/ProblemReductionAndNod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92673" y="1380215"/>
            <a:ext cx="4394528" cy="4663969"/>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http://localhost:8888/notebooks/Downloads/COE%20292/Topic2-GoalTreeAndProblemSolving/img/ProblemReductionORNode.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7229" y="1380215"/>
            <a:ext cx="4546588" cy="4808388"/>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8274A283-696A-4E9F-8F0D-798016323620}"/>
              </a:ext>
            </a:extLst>
          </p:cNvPr>
          <p:cNvSpPr txBox="1"/>
          <p:nvPr/>
        </p:nvSpPr>
        <p:spPr>
          <a:xfrm>
            <a:off x="5311298" y="3349100"/>
            <a:ext cx="2908574" cy="1015663"/>
          </a:xfrm>
          <a:prstGeom prst="rect">
            <a:avLst/>
          </a:prstGeom>
          <a:noFill/>
        </p:spPr>
        <p:txBody>
          <a:bodyPr wrap="square" lIns="91440" tIns="45720" rIns="91440" bIns="45720" anchor="t">
            <a:spAutoFit/>
          </a:bodyPr>
          <a:lstStyle/>
          <a:p>
            <a:r>
              <a:rPr lang="en-US" sz="2000" b="1">
                <a:solidFill>
                  <a:srgbClr val="0000FF"/>
                </a:solidFill>
              </a:rPr>
              <a:t>Note</a:t>
            </a:r>
            <a:r>
              <a:rPr lang="en-US" sz="2000">
                <a:solidFill>
                  <a:srgbClr val="0000FF"/>
                </a:solidFill>
              </a:rPr>
              <a:t>: </a:t>
            </a:r>
            <a:r>
              <a:rPr lang="en-US" sz="2000"/>
              <a:t>the </a:t>
            </a:r>
            <a:r>
              <a:rPr lang="en-US" sz="2000" b="1"/>
              <a:t>AND</a:t>
            </a:r>
            <a:r>
              <a:rPr lang="en-US" sz="2000"/>
              <a:t> node has the arch whereas the </a:t>
            </a:r>
            <a:r>
              <a:rPr lang="en-US" sz="2000" b="1"/>
              <a:t>OR</a:t>
            </a:r>
            <a:r>
              <a:rPr lang="en-US" sz="2000"/>
              <a:t> node does not </a:t>
            </a:r>
          </a:p>
        </p:txBody>
      </p:sp>
    </p:spTree>
    <p:extLst>
      <p:ext uri="{BB962C8B-B14F-4D97-AF65-F5344CB8AC3E}">
        <p14:creationId xmlns:p14="http://schemas.microsoft.com/office/powerpoint/2010/main" val="42467380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AND-OR Shortcut</a:t>
            </a:r>
          </a:p>
        </p:txBody>
      </p:sp>
      <p:sp>
        <p:nvSpPr>
          <p:cNvPr id="4" name="Date Placeholder 3"/>
          <p:cNvSpPr>
            <a:spLocks noGrp="1"/>
          </p:cNvSpPr>
          <p:nvPr>
            <p:ph type="dt" sz="half" idx="10"/>
          </p:nvPr>
        </p:nvSpPr>
        <p:spPr/>
        <p:txBody>
          <a:bodyPr/>
          <a:lstStyle/>
          <a:p>
            <a:fld id="{4C87BEC4-B835-4E55-9D7F-50B76A3ED418}" type="datetime1">
              <a:rPr lang="en-US" smtClean="0"/>
              <a:t>9/6/2022</a:t>
            </a:fld>
            <a:endParaRPr lang="en-US"/>
          </a:p>
        </p:txBody>
      </p:sp>
      <p:sp>
        <p:nvSpPr>
          <p:cNvPr id="5" name="Footer Placeholder 4"/>
          <p:cNvSpPr>
            <a:spLocks noGrp="1"/>
          </p:cNvSpPr>
          <p:nvPr>
            <p:ph type="ftr" sz="quarter" idx="11"/>
          </p:nvPr>
        </p:nvSpPr>
        <p:spPr/>
        <p:txBody>
          <a:bodyPr/>
          <a:lstStyle/>
          <a:p>
            <a:r>
              <a:rPr lang="en-US"/>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smtClean="0"/>
              <a:t>22</a:t>
            </a:fld>
            <a:endParaRPr lang="en-US"/>
          </a:p>
        </p:txBody>
      </p:sp>
      <p:sp>
        <p:nvSpPr>
          <p:cNvPr id="10" name="Oval 9"/>
          <p:cNvSpPr/>
          <p:nvPr/>
        </p:nvSpPr>
        <p:spPr>
          <a:xfrm>
            <a:off x="9268693" y="1352844"/>
            <a:ext cx="953938" cy="953938"/>
          </a:xfrm>
          <a:prstGeom prst="ellipse">
            <a:avLst/>
          </a:prstGeom>
          <a:solidFill>
            <a:srgbClr val="FFFF00"/>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i="1">
                <a:solidFill>
                  <a:schemeClr val="tx1"/>
                </a:solidFill>
              </a:rPr>
              <a:t>S</a:t>
            </a:r>
            <a:r>
              <a:rPr lang="en-US" sz="2800" b="1" i="1" baseline="-25000">
                <a:solidFill>
                  <a:schemeClr val="tx1"/>
                </a:solidFill>
              </a:rPr>
              <a:t>1</a:t>
            </a:r>
            <a:endParaRPr lang="en-US" b="1" i="1" baseline="-25000">
              <a:solidFill>
                <a:schemeClr val="tx1"/>
              </a:solidFill>
            </a:endParaRPr>
          </a:p>
        </p:txBody>
      </p:sp>
      <p:sp>
        <p:nvSpPr>
          <p:cNvPr id="11" name="Oval 10"/>
          <p:cNvSpPr/>
          <p:nvPr/>
        </p:nvSpPr>
        <p:spPr>
          <a:xfrm>
            <a:off x="9268693" y="2801515"/>
            <a:ext cx="953938" cy="953938"/>
          </a:xfrm>
          <a:prstGeom prst="ellipse">
            <a:avLst/>
          </a:prstGeom>
          <a:solidFill>
            <a:srgbClr val="FFFF00"/>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i="1">
                <a:solidFill>
                  <a:schemeClr val="tx1"/>
                </a:solidFill>
              </a:rPr>
              <a:t>S</a:t>
            </a:r>
            <a:r>
              <a:rPr lang="en-US" sz="2800" b="1" i="1" baseline="-25000">
                <a:solidFill>
                  <a:schemeClr val="tx1"/>
                </a:solidFill>
              </a:rPr>
              <a:t>2</a:t>
            </a:r>
            <a:endParaRPr lang="en-US" b="1" i="1" baseline="-25000">
              <a:solidFill>
                <a:schemeClr val="tx1"/>
              </a:solidFill>
            </a:endParaRPr>
          </a:p>
        </p:txBody>
      </p:sp>
      <p:sp>
        <p:nvSpPr>
          <p:cNvPr id="12" name="Oval 11"/>
          <p:cNvSpPr/>
          <p:nvPr/>
        </p:nvSpPr>
        <p:spPr>
          <a:xfrm>
            <a:off x="7576396" y="4848084"/>
            <a:ext cx="953938" cy="953938"/>
          </a:xfrm>
          <a:prstGeom prst="ellipse">
            <a:avLst/>
          </a:prstGeom>
          <a:solidFill>
            <a:srgbClr val="FFFF00"/>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i="1">
                <a:solidFill>
                  <a:schemeClr val="tx1"/>
                </a:solidFill>
              </a:rPr>
              <a:t>S</a:t>
            </a:r>
            <a:r>
              <a:rPr lang="en-US" sz="2800" b="1" i="1" baseline="-25000">
                <a:solidFill>
                  <a:schemeClr val="tx1"/>
                </a:solidFill>
              </a:rPr>
              <a:t>3</a:t>
            </a:r>
            <a:endParaRPr lang="en-US" b="1" i="1" baseline="-25000">
              <a:solidFill>
                <a:schemeClr val="tx1"/>
              </a:solidFill>
            </a:endParaRPr>
          </a:p>
        </p:txBody>
      </p:sp>
      <p:sp>
        <p:nvSpPr>
          <p:cNvPr id="13" name="Oval 12"/>
          <p:cNvSpPr/>
          <p:nvPr/>
        </p:nvSpPr>
        <p:spPr>
          <a:xfrm>
            <a:off x="9181761" y="4891668"/>
            <a:ext cx="953938" cy="953938"/>
          </a:xfrm>
          <a:prstGeom prst="ellipse">
            <a:avLst/>
          </a:prstGeom>
          <a:solidFill>
            <a:srgbClr val="FFFF00"/>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i="1">
                <a:solidFill>
                  <a:schemeClr val="tx1"/>
                </a:solidFill>
              </a:rPr>
              <a:t>S</a:t>
            </a:r>
            <a:r>
              <a:rPr lang="en-US" sz="2800" b="1" i="1" baseline="-25000">
                <a:solidFill>
                  <a:schemeClr val="tx1"/>
                </a:solidFill>
              </a:rPr>
              <a:t>4</a:t>
            </a:r>
            <a:endParaRPr lang="en-US" b="1" i="1" baseline="-25000">
              <a:solidFill>
                <a:schemeClr val="tx1"/>
              </a:solidFill>
            </a:endParaRPr>
          </a:p>
        </p:txBody>
      </p:sp>
      <p:sp>
        <p:nvSpPr>
          <p:cNvPr id="14" name="Oval 13"/>
          <p:cNvSpPr/>
          <p:nvPr/>
        </p:nvSpPr>
        <p:spPr>
          <a:xfrm>
            <a:off x="10815031" y="4846059"/>
            <a:ext cx="953938" cy="953938"/>
          </a:xfrm>
          <a:prstGeom prst="ellipse">
            <a:avLst/>
          </a:prstGeom>
          <a:solidFill>
            <a:srgbClr val="FFFF00"/>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i="1">
                <a:solidFill>
                  <a:schemeClr val="tx1"/>
                </a:solidFill>
              </a:rPr>
              <a:t>S</a:t>
            </a:r>
            <a:r>
              <a:rPr lang="en-US" sz="2800" b="1" i="1" baseline="-25000">
                <a:solidFill>
                  <a:schemeClr val="tx1"/>
                </a:solidFill>
              </a:rPr>
              <a:t>5</a:t>
            </a:r>
            <a:endParaRPr lang="en-US" b="1" i="1" baseline="-25000">
              <a:solidFill>
                <a:schemeClr val="tx1"/>
              </a:solidFill>
            </a:endParaRPr>
          </a:p>
        </p:txBody>
      </p:sp>
      <p:cxnSp>
        <p:nvCxnSpPr>
          <p:cNvPr id="16" name="Straight Arrow Connector 15"/>
          <p:cNvCxnSpPr>
            <a:stCxn id="10" idx="4"/>
            <a:endCxn id="11" idx="0"/>
          </p:cNvCxnSpPr>
          <p:nvPr/>
        </p:nvCxnSpPr>
        <p:spPr>
          <a:xfrm>
            <a:off x="9745662" y="2306782"/>
            <a:ext cx="0" cy="494733"/>
          </a:xfrm>
          <a:prstGeom prst="straightConnector1">
            <a:avLst/>
          </a:prstGeom>
          <a:ln w="3810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8" name="Straight Arrow Connector 17"/>
          <p:cNvCxnSpPr>
            <a:endCxn id="12" idx="0"/>
          </p:cNvCxnSpPr>
          <p:nvPr/>
        </p:nvCxnSpPr>
        <p:spPr>
          <a:xfrm flipH="1">
            <a:off x="8053365" y="3768437"/>
            <a:ext cx="1692296" cy="1079647"/>
          </a:xfrm>
          <a:prstGeom prst="straightConnector1">
            <a:avLst/>
          </a:prstGeom>
          <a:ln w="3810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9" name="Straight Arrow Connector 18"/>
          <p:cNvCxnSpPr>
            <a:stCxn id="11" idx="4"/>
            <a:endCxn id="13" idx="0"/>
          </p:cNvCxnSpPr>
          <p:nvPr/>
        </p:nvCxnSpPr>
        <p:spPr>
          <a:xfrm flipH="1">
            <a:off x="9658730" y="3755453"/>
            <a:ext cx="86932" cy="1136215"/>
          </a:xfrm>
          <a:prstGeom prst="straightConnector1">
            <a:avLst/>
          </a:prstGeom>
          <a:ln w="3810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p:cNvCxnSpPr>
            <a:stCxn id="11" idx="4"/>
            <a:endCxn id="14" idx="0"/>
          </p:cNvCxnSpPr>
          <p:nvPr/>
        </p:nvCxnSpPr>
        <p:spPr>
          <a:xfrm>
            <a:off x="9745662" y="3755453"/>
            <a:ext cx="1546338" cy="1090606"/>
          </a:xfrm>
          <a:prstGeom prst="straightConnector1">
            <a:avLst/>
          </a:prstGeom>
          <a:ln w="38100">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36" name="Arc 35"/>
          <p:cNvSpPr/>
          <p:nvPr/>
        </p:nvSpPr>
        <p:spPr>
          <a:xfrm>
            <a:off x="9019309" y="3983182"/>
            <a:ext cx="45719" cy="45719"/>
          </a:xfrm>
          <a:prstGeom prst="arc">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7" name="Arc 36"/>
          <p:cNvSpPr/>
          <p:nvPr/>
        </p:nvSpPr>
        <p:spPr>
          <a:xfrm rot="16973985" flipH="1">
            <a:off x="9280204" y="3868732"/>
            <a:ext cx="523076" cy="476967"/>
          </a:xfrm>
          <a:prstGeom prst="arc">
            <a:avLst>
              <a:gd name="adj1" fmla="val 15917699"/>
              <a:gd name="adj2" fmla="val 2962037"/>
            </a:avLst>
          </a:prstGeom>
          <a:ln w="38100"/>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38" name="Oval 37"/>
          <p:cNvSpPr/>
          <p:nvPr/>
        </p:nvSpPr>
        <p:spPr>
          <a:xfrm>
            <a:off x="3041992" y="1130299"/>
            <a:ext cx="953938" cy="953938"/>
          </a:xfrm>
          <a:prstGeom prst="ellipse">
            <a:avLst/>
          </a:prstGeom>
          <a:solidFill>
            <a:srgbClr val="FFFF00"/>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i="1">
                <a:solidFill>
                  <a:schemeClr val="tx1"/>
                </a:solidFill>
              </a:rPr>
              <a:t>S</a:t>
            </a:r>
            <a:r>
              <a:rPr lang="en-US" sz="2800" b="1" i="1" baseline="-25000">
                <a:solidFill>
                  <a:schemeClr val="tx1"/>
                </a:solidFill>
              </a:rPr>
              <a:t>1</a:t>
            </a:r>
            <a:endParaRPr lang="en-US" b="1" i="1" baseline="-25000">
              <a:solidFill>
                <a:schemeClr val="tx1"/>
              </a:solidFill>
            </a:endParaRPr>
          </a:p>
        </p:txBody>
      </p:sp>
      <p:sp>
        <p:nvSpPr>
          <p:cNvPr id="39" name="Oval 38"/>
          <p:cNvSpPr/>
          <p:nvPr/>
        </p:nvSpPr>
        <p:spPr>
          <a:xfrm>
            <a:off x="3041992" y="2329586"/>
            <a:ext cx="953938" cy="953938"/>
          </a:xfrm>
          <a:prstGeom prst="ellipse">
            <a:avLst/>
          </a:prstGeom>
          <a:solidFill>
            <a:srgbClr val="FFFF00"/>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i="1">
                <a:solidFill>
                  <a:schemeClr val="tx1"/>
                </a:solidFill>
              </a:rPr>
              <a:t>S</a:t>
            </a:r>
            <a:r>
              <a:rPr lang="en-US" sz="2800" b="1" i="1" baseline="-25000">
                <a:solidFill>
                  <a:schemeClr val="tx1"/>
                </a:solidFill>
              </a:rPr>
              <a:t>2</a:t>
            </a:r>
            <a:endParaRPr lang="en-US" b="1" i="1" baseline="-25000">
              <a:solidFill>
                <a:schemeClr val="tx1"/>
              </a:solidFill>
            </a:endParaRPr>
          </a:p>
        </p:txBody>
      </p:sp>
      <p:sp>
        <p:nvSpPr>
          <p:cNvPr id="40" name="Oval 39"/>
          <p:cNvSpPr/>
          <p:nvPr/>
        </p:nvSpPr>
        <p:spPr>
          <a:xfrm>
            <a:off x="1234426" y="5133108"/>
            <a:ext cx="953938" cy="953938"/>
          </a:xfrm>
          <a:prstGeom prst="ellipse">
            <a:avLst/>
          </a:prstGeom>
          <a:solidFill>
            <a:srgbClr val="FFFF00"/>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i="1">
                <a:solidFill>
                  <a:schemeClr val="tx1"/>
                </a:solidFill>
              </a:rPr>
              <a:t>S</a:t>
            </a:r>
            <a:r>
              <a:rPr lang="en-US" sz="2800" b="1" i="1" baseline="-25000">
                <a:solidFill>
                  <a:schemeClr val="tx1"/>
                </a:solidFill>
              </a:rPr>
              <a:t>3</a:t>
            </a:r>
            <a:endParaRPr lang="en-US" b="1" i="1" baseline="-25000">
              <a:solidFill>
                <a:schemeClr val="tx1"/>
              </a:solidFill>
            </a:endParaRPr>
          </a:p>
        </p:txBody>
      </p:sp>
      <p:sp>
        <p:nvSpPr>
          <p:cNvPr id="41" name="Oval 40"/>
          <p:cNvSpPr/>
          <p:nvPr/>
        </p:nvSpPr>
        <p:spPr>
          <a:xfrm>
            <a:off x="2565023" y="5133108"/>
            <a:ext cx="953938" cy="953938"/>
          </a:xfrm>
          <a:prstGeom prst="ellipse">
            <a:avLst/>
          </a:prstGeom>
          <a:solidFill>
            <a:srgbClr val="FFFF00"/>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i="1">
                <a:solidFill>
                  <a:schemeClr val="tx1"/>
                </a:solidFill>
              </a:rPr>
              <a:t>S</a:t>
            </a:r>
            <a:r>
              <a:rPr lang="en-US" sz="2800" b="1" i="1" baseline="-25000">
                <a:solidFill>
                  <a:schemeClr val="tx1"/>
                </a:solidFill>
              </a:rPr>
              <a:t>4</a:t>
            </a:r>
            <a:endParaRPr lang="en-US" b="1" i="1" baseline="-25000">
              <a:solidFill>
                <a:schemeClr val="tx1"/>
              </a:solidFill>
            </a:endParaRPr>
          </a:p>
        </p:txBody>
      </p:sp>
      <p:sp>
        <p:nvSpPr>
          <p:cNvPr id="42" name="Oval 41"/>
          <p:cNvSpPr/>
          <p:nvPr/>
        </p:nvSpPr>
        <p:spPr>
          <a:xfrm>
            <a:off x="4588330" y="4623514"/>
            <a:ext cx="953938" cy="953938"/>
          </a:xfrm>
          <a:prstGeom prst="ellipse">
            <a:avLst/>
          </a:prstGeom>
          <a:solidFill>
            <a:srgbClr val="FFFF00"/>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i="1">
                <a:solidFill>
                  <a:schemeClr val="tx1"/>
                </a:solidFill>
              </a:rPr>
              <a:t>S</a:t>
            </a:r>
            <a:r>
              <a:rPr lang="en-US" sz="2800" b="1" i="1" baseline="-25000">
                <a:solidFill>
                  <a:schemeClr val="tx1"/>
                </a:solidFill>
              </a:rPr>
              <a:t>5</a:t>
            </a:r>
            <a:endParaRPr lang="en-US" b="1" i="1" baseline="-25000">
              <a:solidFill>
                <a:schemeClr val="tx1"/>
              </a:solidFill>
            </a:endParaRPr>
          </a:p>
        </p:txBody>
      </p:sp>
      <p:cxnSp>
        <p:nvCxnSpPr>
          <p:cNvPr id="43" name="Straight Arrow Connector 42"/>
          <p:cNvCxnSpPr>
            <a:stCxn id="38" idx="4"/>
            <a:endCxn id="39" idx="0"/>
          </p:cNvCxnSpPr>
          <p:nvPr/>
        </p:nvCxnSpPr>
        <p:spPr>
          <a:xfrm>
            <a:off x="3518961" y="2084237"/>
            <a:ext cx="0" cy="245349"/>
          </a:xfrm>
          <a:prstGeom prst="straightConnector1">
            <a:avLst/>
          </a:prstGeom>
          <a:ln w="3810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44" name="Straight Arrow Connector 43"/>
          <p:cNvCxnSpPr>
            <a:stCxn id="39" idx="4"/>
            <a:endCxn id="51" idx="0"/>
          </p:cNvCxnSpPr>
          <p:nvPr/>
        </p:nvCxnSpPr>
        <p:spPr>
          <a:xfrm flipH="1">
            <a:off x="2474175" y="3283524"/>
            <a:ext cx="1044786" cy="419815"/>
          </a:xfrm>
          <a:prstGeom prst="straightConnector1">
            <a:avLst/>
          </a:prstGeom>
          <a:ln w="3810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45" name="Straight Arrow Connector 44"/>
          <p:cNvCxnSpPr>
            <a:stCxn id="51" idx="4"/>
            <a:endCxn id="41" idx="0"/>
          </p:cNvCxnSpPr>
          <p:nvPr/>
        </p:nvCxnSpPr>
        <p:spPr>
          <a:xfrm>
            <a:off x="2474175" y="4657277"/>
            <a:ext cx="567817" cy="475831"/>
          </a:xfrm>
          <a:prstGeom prst="straightConnector1">
            <a:avLst/>
          </a:prstGeom>
          <a:ln w="3810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46" name="Straight Arrow Connector 45"/>
          <p:cNvCxnSpPr>
            <a:stCxn id="39" idx="4"/>
            <a:endCxn id="42" idx="0"/>
          </p:cNvCxnSpPr>
          <p:nvPr/>
        </p:nvCxnSpPr>
        <p:spPr>
          <a:xfrm>
            <a:off x="3518961" y="3283524"/>
            <a:ext cx="1546338" cy="1339990"/>
          </a:xfrm>
          <a:prstGeom prst="straightConnector1">
            <a:avLst/>
          </a:prstGeom>
          <a:ln w="38100">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47" name="Arc 46"/>
          <p:cNvSpPr/>
          <p:nvPr/>
        </p:nvSpPr>
        <p:spPr>
          <a:xfrm rot="16973985" flipH="1">
            <a:off x="2285418" y="4553915"/>
            <a:ext cx="383699" cy="476967"/>
          </a:xfrm>
          <a:prstGeom prst="arc">
            <a:avLst>
              <a:gd name="adj1" fmla="val 17320750"/>
              <a:gd name="adj2" fmla="val 6002042"/>
            </a:avLst>
          </a:prstGeom>
          <a:ln w="38100"/>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51" name="Oval 50"/>
          <p:cNvSpPr/>
          <p:nvPr/>
        </p:nvSpPr>
        <p:spPr>
          <a:xfrm>
            <a:off x="1997206" y="3703339"/>
            <a:ext cx="953938" cy="953938"/>
          </a:xfrm>
          <a:prstGeom prst="ellipse">
            <a:avLst/>
          </a:prstGeom>
          <a:solidFill>
            <a:srgbClr val="FFFF00"/>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i="1">
                <a:solidFill>
                  <a:schemeClr val="tx1"/>
                </a:solidFill>
              </a:rPr>
              <a:t>S’</a:t>
            </a:r>
            <a:r>
              <a:rPr lang="en-US" sz="2800" b="1" i="1" baseline="-25000">
                <a:solidFill>
                  <a:schemeClr val="tx1"/>
                </a:solidFill>
              </a:rPr>
              <a:t>2</a:t>
            </a:r>
            <a:endParaRPr lang="en-US" b="1" i="1" baseline="-25000">
              <a:solidFill>
                <a:schemeClr val="tx1"/>
              </a:solidFill>
            </a:endParaRPr>
          </a:p>
        </p:txBody>
      </p:sp>
      <p:cxnSp>
        <p:nvCxnSpPr>
          <p:cNvPr id="60" name="Straight Arrow Connector 59"/>
          <p:cNvCxnSpPr>
            <a:stCxn id="51" idx="4"/>
            <a:endCxn id="40" idx="0"/>
          </p:cNvCxnSpPr>
          <p:nvPr/>
        </p:nvCxnSpPr>
        <p:spPr>
          <a:xfrm flipH="1">
            <a:off x="1711395" y="4657277"/>
            <a:ext cx="762780" cy="475831"/>
          </a:xfrm>
          <a:prstGeom prst="straightConnector1">
            <a:avLst/>
          </a:prstGeom>
          <a:ln w="38100">
            <a:solidFill>
              <a:schemeClr val="tx1"/>
            </a:solidFill>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9480087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Example of Tower Of Hanoi – Problem reduction</a:t>
            </a:r>
          </a:p>
        </p:txBody>
      </p:sp>
      <p:sp>
        <p:nvSpPr>
          <p:cNvPr id="3" name="Content Placeholder 2"/>
          <p:cNvSpPr>
            <a:spLocks noGrp="1"/>
          </p:cNvSpPr>
          <p:nvPr>
            <p:ph idx="1"/>
          </p:nvPr>
        </p:nvSpPr>
        <p:spPr/>
        <p:txBody>
          <a:bodyPr/>
          <a:lstStyle/>
          <a:p>
            <a:r>
              <a:rPr lang="en-US"/>
              <a:t>The root node, labeled “3AC” represents the original problem of transferring all 3 disks from A to C</a:t>
            </a:r>
          </a:p>
          <a:p>
            <a:r>
              <a:rPr lang="en-US"/>
              <a:t>The goal can be decomposed into three sub-goals: 2AB, 1AC, 2BC. In order to achieve the goal, all 3 sub-goals must be achieved.</a:t>
            </a:r>
          </a:p>
        </p:txBody>
      </p:sp>
      <p:sp>
        <p:nvSpPr>
          <p:cNvPr id="4" name="Date Placeholder 3"/>
          <p:cNvSpPr>
            <a:spLocks noGrp="1"/>
          </p:cNvSpPr>
          <p:nvPr>
            <p:ph type="dt" sz="half" idx="10"/>
          </p:nvPr>
        </p:nvSpPr>
        <p:spPr/>
        <p:txBody>
          <a:bodyPr/>
          <a:lstStyle/>
          <a:p>
            <a:fld id="{4C87BEC4-B835-4E55-9D7F-50B76A3ED418}" type="datetime1">
              <a:rPr lang="en-US" smtClean="0"/>
              <a:t>9/6/2022</a:t>
            </a:fld>
            <a:endParaRPr lang="en-US"/>
          </a:p>
        </p:txBody>
      </p:sp>
      <p:sp>
        <p:nvSpPr>
          <p:cNvPr id="5" name="Footer Placeholder 4"/>
          <p:cNvSpPr>
            <a:spLocks noGrp="1"/>
          </p:cNvSpPr>
          <p:nvPr>
            <p:ph type="ftr" sz="quarter" idx="11"/>
          </p:nvPr>
        </p:nvSpPr>
        <p:spPr/>
        <p:txBody>
          <a:bodyPr/>
          <a:lstStyle/>
          <a:p>
            <a:r>
              <a:rPr lang="en-US"/>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smtClean="0"/>
              <a:t>23</a:t>
            </a:fld>
            <a:endParaRPr lang="en-US"/>
          </a:p>
        </p:txBody>
      </p:sp>
      <p:pic>
        <p:nvPicPr>
          <p:cNvPr id="7" name="Picture 2" descr="http://localhost:8888/notebooks/Downloads/COE%20292/Topic2-GoalTreeAndProblemSolving/img/TowerOfHanoiInitialStat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6420" y="3783698"/>
            <a:ext cx="5122018" cy="2326013"/>
          </a:xfrm>
          <a:prstGeom prst="rect">
            <a:avLst/>
          </a:prstGeom>
          <a:noFill/>
          <a:extLst>
            <a:ext uri="{909E8E84-426E-40DD-AFC4-6F175D3DCCD1}">
              <a14:hiddenFill xmlns:a14="http://schemas.microsoft.com/office/drawing/2010/main">
                <a:solidFill>
                  <a:srgbClr val="FFFFFF"/>
                </a:solidFill>
              </a14:hiddenFill>
            </a:ext>
          </a:extLst>
        </p:spPr>
      </p:pic>
      <p:sp>
        <p:nvSpPr>
          <p:cNvPr id="8" name="Oval 7"/>
          <p:cNvSpPr/>
          <p:nvPr/>
        </p:nvSpPr>
        <p:spPr>
          <a:xfrm>
            <a:off x="8765887" y="3610421"/>
            <a:ext cx="795528" cy="740664"/>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b="1"/>
              <a:t>3AC</a:t>
            </a:r>
          </a:p>
        </p:txBody>
      </p:sp>
      <p:cxnSp>
        <p:nvCxnSpPr>
          <p:cNvPr id="10" name="Straight Connector 9"/>
          <p:cNvCxnSpPr>
            <a:stCxn id="8" idx="3"/>
          </p:cNvCxnSpPr>
          <p:nvPr/>
        </p:nvCxnSpPr>
        <p:spPr>
          <a:xfrm flipH="1">
            <a:off x="7650817" y="4242617"/>
            <a:ext cx="1231572" cy="812556"/>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p:cNvCxnSpPr>
            <a:stCxn id="8" idx="4"/>
          </p:cNvCxnSpPr>
          <p:nvPr/>
        </p:nvCxnSpPr>
        <p:spPr>
          <a:xfrm>
            <a:off x="9163651" y="4351085"/>
            <a:ext cx="15918" cy="718746"/>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a:stCxn id="8" idx="5"/>
          </p:cNvCxnSpPr>
          <p:nvPr/>
        </p:nvCxnSpPr>
        <p:spPr>
          <a:xfrm>
            <a:off x="9444913" y="4242617"/>
            <a:ext cx="1247490" cy="812556"/>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983712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Example of Tower Of Hanoi – Problem reduction</a:t>
            </a:r>
          </a:p>
        </p:txBody>
      </p:sp>
      <p:sp>
        <p:nvSpPr>
          <p:cNvPr id="4" name="Date Placeholder 3"/>
          <p:cNvSpPr>
            <a:spLocks noGrp="1"/>
          </p:cNvSpPr>
          <p:nvPr>
            <p:ph type="dt" sz="half" idx="10"/>
          </p:nvPr>
        </p:nvSpPr>
        <p:spPr/>
        <p:txBody>
          <a:bodyPr/>
          <a:lstStyle/>
          <a:p>
            <a:fld id="{4C87BEC4-B835-4E55-9D7F-50B76A3ED418}" type="datetime1">
              <a:rPr lang="en-US" smtClean="0"/>
              <a:t>9/6/2022</a:t>
            </a:fld>
            <a:endParaRPr lang="en-US"/>
          </a:p>
        </p:txBody>
      </p:sp>
      <p:sp>
        <p:nvSpPr>
          <p:cNvPr id="5" name="Footer Placeholder 4"/>
          <p:cNvSpPr>
            <a:spLocks noGrp="1"/>
          </p:cNvSpPr>
          <p:nvPr>
            <p:ph type="ftr" sz="quarter" idx="11"/>
          </p:nvPr>
        </p:nvSpPr>
        <p:spPr/>
        <p:txBody>
          <a:bodyPr/>
          <a:lstStyle/>
          <a:p>
            <a:r>
              <a:rPr lang="en-US"/>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smtClean="0"/>
              <a:t>24</a:t>
            </a:fld>
            <a:endParaRPr lang="en-US"/>
          </a:p>
        </p:txBody>
      </p:sp>
      <p:sp>
        <p:nvSpPr>
          <p:cNvPr id="8" name="Oval 7"/>
          <p:cNvSpPr/>
          <p:nvPr/>
        </p:nvSpPr>
        <p:spPr>
          <a:xfrm>
            <a:off x="8765887" y="1708469"/>
            <a:ext cx="795528" cy="740664"/>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b="1"/>
              <a:t>3AC</a:t>
            </a:r>
          </a:p>
        </p:txBody>
      </p:sp>
      <p:cxnSp>
        <p:nvCxnSpPr>
          <p:cNvPr id="10" name="Straight Connector 9"/>
          <p:cNvCxnSpPr>
            <a:stCxn id="8" idx="3"/>
            <a:endCxn id="16" idx="0"/>
          </p:cNvCxnSpPr>
          <p:nvPr/>
        </p:nvCxnSpPr>
        <p:spPr>
          <a:xfrm flipH="1">
            <a:off x="7650817" y="2340665"/>
            <a:ext cx="1231572" cy="812556"/>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p:cNvCxnSpPr>
            <a:stCxn id="8" idx="4"/>
            <a:endCxn id="17" idx="0"/>
          </p:cNvCxnSpPr>
          <p:nvPr/>
        </p:nvCxnSpPr>
        <p:spPr>
          <a:xfrm>
            <a:off x="9163651" y="2449133"/>
            <a:ext cx="15918" cy="718746"/>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a:stCxn id="8" idx="5"/>
            <a:endCxn id="18" idx="0"/>
          </p:cNvCxnSpPr>
          <p:nvPr/>
        </p:nvCxnSpPr>
        <p:spPr>
          <a:xfrm>
            <a:off x="9444913" y="2340665"/>
            <a:ext cx="1247490" cy="812556"/>
          </a:xfrm>
          <a:prstGeom prst="line">
            <a:avLst/>
          </a:prstGeom>
        </p:spPr>
        <p:style>
          <a:lnRef idx="1">
            <a:schemeClr val="accent1"/>
          </a:lnRef>
          <a:fillRef idx="0">
            <a:schemeClr val="accent1"/>
          </a:fillRef>
          <a:effectRef idx="0">
            <a:schemeClr val="accent1"/>
          </a:effectRef>
          <a:fontRef idx="minor">
            <a:schemeClr val="tx1"/>
          </a:fontRef>
        </p:style>
      </p:cxnSp>
      <p:sp>
        <p:nvSpPr>
          <p:cNvPr id="16" name="Oval 15"/>
          <p:cNvSpPr/>
          <p:nvPr/>
        </p:nvSpPr>
        <p:spPr>
          <a:xfrm>
            <a:off x="7253053" y="3153221"/>
            <a:ext cx="795528" cy="740664"/>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700" b="1"/>
              <a:t>2AB</a:t>
            </a:r>
          </a:p>
        </p:txBody>
      </p:sp>
      <p:pic>
        <p:nvPicPr>
          <p:cNvPr id="27" name="Picture 26"/>
          <p:cNvPicPr>
            <a:picLocks noChangeAspect="1"/>
          </p:cNvPicPr>
          <p:nvPr/>
        </p:nvPicPr>
        <p:blipFill>
          <a:blip r:embed="rId2"/>
          <a:stretch>
            <a:fillRect/>
          </a:stretch>
        </p:blipFill>
        <p:spPr>
          <a:xfrm>
            <a:off x="361242" y="2473774"/>
            <a:ext cx="5283297" cy="2530736"/>
          </a:xfrm>
          <a:prstGeom prst="rect">
            <a:avLst/>
          </a:prstGeom>
        </p:spPr>
      </p:pic>
    </p:spTree>
    <p:extLst>
      <p:ext uri="{BB962C8B-B14F-4D97-AF65-F5344CB8AC3E}">
        <p14:creationId xmlns:p14="http://schemas.microsoft.com/office/powerpoint/2010/main" val="35648071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Example of Tower Of Hanoi – Problem reduction</a:t>
            </a:r>
          </a:p>
        </p:txBody>
      </p:sp>
      <p:sp>
        <p:nvSpPr>
          <p:cNvPr id="4" name="Date Placeholder 3"/>
          <p:cNvSpPr>
            <a:spLocks noGrp="1"/>
          </p:cNvSpPr>
          <p:nvPr>
            <p:ph type="dt" sz="half" idx="10"/>
          </p:nvPr>
        </p:nvSpPr>
        <p:spPr/>
        <p:txBody>
          <a:bodyPr/>
          <a:lstStyle/>
          <a:p>
            <a:fld id="{4C87BEC4-B835-4E55-9D7F-50B76A3ED418}" type="datetime1">
              <a:rPr lang="en-US" smtClean="0"/>
              <a:t>9/6/2022</a:t>
            </a:fld>
            <a:endParaRPr lang="en-US"/>
          </a:p>
        </p:txBody>
      </p:sp>
      <p:sp>
        <p:nvSpPr>
          <p:cNvPr id="5" name="Footer Placeholder 4"/>
          <p:cNvSpPr>
            <a:spLocks noGrp="1"/>
          </p:cNvSpPr>
          <p:nvPr>
            <p:ph type="ftr" sz="quarter" idx="11"/>
          </p:nvPr>
        </p:nvSpPr>
        <p:spPr/>
        <p:txBody>
          <a:bodyPr/>
          <a:lstStyle/>
          <a:p>
            <a:r>
              <a:rPr lang="en-US"/>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smtClean="0"/>
              <a:t>25</a:t>
            </a:fld>
            <a:endParaRPr lang="en-US"/>
          </a:p>
        </p:txBody>
      </p:sp>
      <p:sp>
        <p:nvSpPr>
          <p:cNvPr id="8" name="Oval 7"/>
          <p:cNvSpPr/>
          <p:nvPr/>
        </p:nvSpPr>
        <p:spPr>
          <a:xfrm>
            <a:off x="8765887" y="1708469"/>
            <a:ext cx="795528" cy="740664"/>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b="1"/>
              <a:t>3AC</a:t>
            </a:r>
          </a:p>
        </p:txBody>
      </p:sp>
      <p:cxnSp>
        <p:nvCxnSpPr>
          <p:cNvPr id="10" name="Straight Connector 9"/>
          <p:cNvCxnSpPr>
            <a:stCxn id="8" idx="3"/>
            <a:endCxn id="16" idx="0"/>
          </p:cNvCxnSpPr>
          <p:nvPr/>
        </p:nvCxnSpPr>
        <p:spPr>
          <a:xfrm flipH="1">
            <a:off x="7650817" y="2340665"/>
            <a:ext cx="1231572" cy="812556"/>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p:cNvCxnSpPr>
            <a:stCxn id="8" idx="4"/>
            <a:endCxn id="17" idx="0"/>
          </p:cNvCxnSpPr>
          <p:nvPr/>
        </p:nvCxnSpPr>
        <p:spPr>
          <a:xfrm>
            <a:off x="9163651" y="2449133"/>
            <a:ext cx="15918" cy="718746"/>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a:stCxn id="8" idx="5"/>
            <a:endCxn id="18" idx="0"/>
          </p:cNvCxnSpPr>
          <p:nvPr/>
        </p:nvCxnSpPr>
        <p:spPr>
          <a:xfrm>
            <a:off x="9444913" y="2340665"/>
            <a:ext cx="1247490" cy="812556"/>
          </a:xfrm>
          <a:prstGeom prst="line">
            <a:avLst/>
          </a:prstGeom>
        </p:spPr>
        <p:style>
          <a:lnRef idx="1">
            <a:schemeClr val="accent1"/>
          </a:lnRef>
          <a:fillRef idx="0">
            <a:schemeClr val="accent1"/>
          </a:fillRef>
          <a:effectRef idx="0">
            <a:schemeClr val="accent1"/>
          </a:effectRef>
          <a:fontRef idx="minor">
            <a:schemeClr val="tx1"/>
          </a:fontRef>
        </p:style>
      </p:cxnSp>
      <p:sp>
        <p:nvSpPr>
          <p:cNvPr id="16" name="Oval 15"/>
          <p:cNvSpPr/>
          <p:nvPr/>
        </p:nvSpPr>
        <p:spPr>
          <a:xfrm>
            <a:off x="7253053" y="3153221"/>
            <a:ext cx="795528" cy="740664"/>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700" b="1"/>
              <a:t>2AB</a:t>
            </a:r>
          </a:p>
        </p:txBody>
      </p:sp>
      <p:sp>
        <p:nvSpPr>
          <p:cNvPr id="22" name="Oval 21"/>
          <p:cNvSpPr/>
          <p:nvPr/>
        </p:nvSpPr>
        <p:spPr>
          <a:xfrm>
            <a:off x="6314788" y="4660392"/>
            <a:ext cx="795528" cy="740664"/>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b="1"/>
              <a:t>1AC</a:t>
            </a:r>
          </a:p>
        </p:txBody>
      </p:sp>
      <p:cxnSp>
        <p:nvCxnSpPr>
          <p:cNvPr id="29" name="Straight Connector 28"/>
          <p:cNvCxnSpPr>
            <a:stCxn id="16" idx="3"/>
            <a:endCxn id="22" idx="0"/>
          </p:cNvCxnSpPr>
          <p:nvPr/>
        </p:nvCxnSpPr>
        <p:spPr>
          <a:xfrm flipH="1">
            <a:off x="6712552" y="3785417"/>
            <a:ext cx="657003" cy="874975"/>
          </a:xfrm>
          <a:prstGeom prst="line">
            <a:avLst/>
          </a:prstGeom>
        </p:spPr>
        <p:style>
          <a:lnRef idx="1">
            <a:schemeClr val="accent1"/>
          </a:lnRef>
          <a:fillRef idx="0">
            <a:schemeClr val="accent1"/>
          </a:fillRef>
          <a:effectRef idx="0">
            <a:schemeClr val="accent1"/>
          </a:effectRef>
          <a:fontRef idx="minor">
            <a:schemeClr val="tx1"/>
          </a:fontRef>
        </p:style>
      </p:cxnSp>
      <p:pic>
        <p:nvPicPr>
          <p:cNvPr id="27" name="Picture 26"/>
          <p:cNvPicPr>
            <a:picLocks noChangeAspect="1"/>
          </p:cNvPicPr>
          <p:nvPr/>
        </p:nvPicPr>
        <p:blipFill>
          <a:blip r:embed="rId2"/>
          <a:stretch>
            <a:fillRect/>
          </a:stretch>
        </p:blipFill>
        <p:spPr>
          <a:xfrm>
            <a:off x="361242" y="2473774"/>
            <a:ext cx="5283297" cy="2530736"/>
          </a:xfrm>
          <a:prstGeom prst="rect">
            <a:avLst/>
          </a:prstGeom>
        </p:spPr>
      </p:pic>
    </p:spTree>
    <p:extLst>
      <p:ext uri="{BB962C8B-B14F-4D97-AF65-F5344CB8AC3E}">
        <p14:creationId xmlns:p14="http://schemas.microsoft.com/office/powerpoint/2010/main" val="24036571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Example of Tower Of Hanoi – Problem reduction</a:t>
            </a:r>
          </a:p>
        </p:txBody>
      </p:sp>
      <p:sp>
        <p:nvSpPr>
          <p:cNvPr id="4" name="Date Placeholder 3"/>
          <p:cNvSpPr>
            <a:spLocks noGrp="1"/>
          </p:cNvSpPr>
          <p:nvPr>
            <p:ph type="dt" sz="half" idx="10"/>
          </p:nvPr>
        </p:nvSpPr>
        <p:spPr/>
        <p:txBody>
          <a:bodyPr/>
          <a:lstStyle/>
          <a:p>
            <a:fld id="{4C87BEC4-B835-4E55-9D7F-50B76A3ED418}" type="datetime1">
              <a:rPr lang="en-US" smtClean="0"/>
              <a:t>9/6/2022</a:t>
            </a:fld>
            <a:endParaRPr lang="en-US"/>
          </a:p>
        </p:txBody>
      </p:sp>
      <p:sp>
        <p:nvSpPr>
          <p:cNvPr id="5" name="Footer Placeholder 4"/>
          <p:cNvSpPr>
            <a:spLocks noGrp="1"/>
          </p:cNvSpPr>
          <p:nvPr>
            <p:ph type="ftr" sz="quarter" idx="11"/>
          </p:nvPr>
        </p:nvSpPr>
        <p:spPr/>
        <p:txBody>
          <a:bodyPr/>
          <a:lstStyle/>
          <a:p>
            <a:r>
              <a:rPr lang="en-US"/>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smtClean="0"/>
              <a:t>26</a:t>
            </a:fld>
            <a:endParaRPr lang="en-US"/>
          </a:p>
        </p:txBody>
      </p:sp>
      <p:sp>
        <p:nvSpPr>
          <p:cNvPr id="8" name="Oval 7"/>
          <p:cNvSpPr/>
          <p:nvPr/>
        </p:nvSpPr>
        <p:spPr>
          <a:xfrm>
            <a:off x="8765887" y="1708469"/>
            <a:ext cx="795528" cy="740664"/>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700" b="1"/>
              <a:t>3AC</a:t>
            </a:r>
          </a:p>
        </p:txBody>
      </p:sp>
      <p:cxnSp>
        <p:nvCxnSpPr>
          <p:cNvPr id="10" name="Straight Connector 9"/>
          <p:cNvCxnSpPr>
            <a:stCxn id="8" idx="3"/>
            <a:endCxn id="16" idx="0"/>
          </p:cNvCxnSpPr>
          <p:nvPr/>
        </p:nvCxnSpPr>
        <p:spPr>
          <a:xfrm flipH="1">
            <a:off x="7650817" y="2340665"/>
            <a:ext cx="1231572" cy="812556"/>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p:cNvCxnSpPr>
            <a:stCxn id="8" idx="4"/>
            <a:endCxn id="17" idx="0"/>
          </p:cNvCxnSpPr>
          <p:nvPr/>
        </p:nvCxnSpPr>
        <p:spPr>
          <a:xfrm>
            <a:off x="9163651" y="2449133"/>
            <a:ext cx="15918" cy="718746"/>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a:stCxn id="8" idx="5"/>
            <a:endCxn id="18" idx="0"/>
          </p:cNvCxnSpPr>
          <p:nvPr/>
        </p:nvCxnSpPr>
        <p:spPr>
          <a:xfrm>
            <a:off x="9444913" y="2340665"/>
            <a:ext cx="1247490" cy="812556"/>
          </a:xfrm>
          <a:prstGeom prst="line">
            <a:avLst/>
          </a:prstGeom>
        </p:spPr>
        <p:style>
          <a:lnRef idx="1">
            <a:schemeClr val="accent1"/>
          </a:lnRef>
          <a:fillRef idx="0">
            <a:schemeClr val="accent1"/>
          </a:fillRef>
          <a:effectRef idx="0">
            <a:schemeClr val="accent1"/>
          </a:effectRef>
          <a:fontRef idx="minor">
            <a:schemeClr val="tx1"/>
          </a:fontRef>
        </p:style>
      </p:cxnSp>
      <p:sp>
        <p:nvSpPr>
          <p:cNvPr id="16" name="Oval 15"/>
          <p:cNvSpPr/>
          <p:nvPr/>
        </p:nvSpPr>
        <p:spPr>
          <a:xfrm>
            <a:off x="7253053" y="3153221"/>
            <a:ext cx="795528" cy="740664"/>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700" b="1"/>
              <a:t>2AB</a:t>
            </a:r>
          </a:p>
        </p:txBody>
      </p:sp>
      <p:sp>
        <p:nvSpPr>
          <p:cNvPr id="22" name="Oval 21"/>
          <p:cNvSpPr/>
          <p:nvPr/>
        </p:nvSpPr>
        <p:spPr>
          <a:xfrm>
            <a:off x="6314788" y="4660392"/>
            <a:ext cx="795528" cy="740664"/>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700" b="1"/>
              <a:t>1AC</a:t>
            </a:r>
          </a:p>
        </p:txBody>
      </p:sp>
      <p:sp>
        <p:nvSpPr>
          <p:cNvPr id="23" name="Oval 22"/>
          <p:cNvSpPr/>
          <p:nvPr/>
        </p:nvSpPr>
        <p:spPr>
          <a:xfrm>
            <a:off x="7243769" y="4660392"/>
            <a:ext cx="795528" cy="740664"/>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700" b="1"/>
              <a:t>1AB</a:t>
            </a:r>
          </a:p>
        </p:txBody>
      </p:sp>
      <p:cxnSp>
        <p:nvCxnSpPr>
          <p:cNvPr id="29" name="Straight Connector 28"/>
          <p:cNvCxnSpPr>
            <a:stCxn id="16" idx="3"/>
            <a:endCxn id="22" idx="0"/>
          </p:cNvCxnSpPr>
          <p:nvPr/>
        </p:nvCxnSpPr>
        <p:spPr>
          <a:xfrm flipH="1">
            <a:off x="6712552" y="3785417"/>
            <a:ext cx="657003" cy="874975"/>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p:cNvCxnSpPr>
            <a:stCxn id="16" idx="4"/>
            <a:endCxn id="23" idx="0"/>
          </p:cNvCxnSpPr>
          <p:nvPr/>
        </p:nvCxnSpPr>
        <p:spPr>
          <a:xfrm flipH="1">
            <a:off x="7641533" y="3893885"/>
            <a:ext cx="9284" cy="766507"/>
          </a:xfrm>
          <a:prstGeom prst="line">
            <a:avLst/>
          </a:prstGeom>
        </p:spPr>
        <p:style>
          <a:lnRef idx="1">
            <a:schemeClr val="accent1"/>
          </a:lnRef>
          <a:fillRef idx="0">
            <a:schemeClr val="accent1"/>
          </a:fillRef>
          <a:effectRef idx="0">
            <a:schemeClr val="accent1"/>
          </a:effectRef>
          <a:fontRef idx="minor">
            <a:schemeClr val="tx1"/>
          </a:fontRef>
        </p:style>
      </p:cxnSp>
      <p:pic>
        <p:nvPicPr>
          <p:cNvPr id="27" name="Picture 26"/>
          <p:cNvPicPr>
            <a:picLocks noChangeAspect="1"/>
          </p:cNvPicPr>
          <p:nvPr/>
        </p:nvPicPr>
        <p:blipFill>
          <a:blip r:embed="rId2"/>
          <a:stretch>
            <a:fillRect/>
          </a:stretch>
        </p:blipFill>
        <p:spPr>
          <a:xfrm>
            <a:off x="565059" y="2357967"/>
            <a:ext cx="5245844" cy="2660749"/>
          </a:xfrm>
          <a:prstGeom prst="rect">
            <a:avLst/>
          </a:prstGeom>
        </p:spPr>
      </p:pic>
    </p:spTree>
    <p:extLst>
      <p:ext uri="{BB962C8B-B14F-4D97-AF65-F5344CB8AC3E}">
        <p14:creationId xmlns:p14="http://schemas.microsoft.com/office/powerpoint/2010/main" val="4725824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Example of Tower Of Hanoi – Problem reduction</a:t>
            </a:r>
          </a:p>
        </p:txBody>
      </p:sp>
      <p:sp>
        <p:nvSpPr>
          <p:cNvPr id="4" name="Date Placeholder 3"/>
          <p:cNvSpPr>
            <a:spLocks noGrp="1"/>
          </p:cNvSpPr>
          <p:nvPr>
            <p:ph type="dt" sz="half" idx="10"/>
          </p:nvPr>
        </p:nvSpPr>
        <p:spPr/>
        <p:txBody>
          <a:bodyPr/>
          <a:lstStyle/>
          <a:p>
            <a:fld id="{4C87BEC4-B835-4E55-9D7F-50B76A3ED418}" type="datetime1">
              <a:rPr lang="en-US" smtClean="0"/>
              <a:t>9/6/2022</a:t>
            </a:fld>
            <a:endParaRPr lang="en-US"/>
          </a:p>
        </p:txBody>
      </p:sp>
      <p:sp>
        <p:nvSpPr>
          <p:cNvPr id="5" name="Footer Placeholder 4"/>
          <p:cNvSpPr>
            <a:spLocks noGrp="1"/>
          </p:cNvSpPr>
          <p:nvPr>
            <p:ph type="ftr" sz="quarter" idx="11"/>
          </p:nvPr>
        </p:nvSpPr>
        <p:spPr/>
        <p:txBody>
          <a:bodyPr/>
          <a:lstStyle/>
          <a:p>
            <a:r>
              <a:rPr lang="en-US"/>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smtClean="0"/>
              <a:t>27</a:t>
            </a:fld>
            <a:endParaRPr lang="en-US"/>
          </a:p>
        </p:txBody>
      </p:sp>
      <p:sp>
        <p:nvSpPr>
          <p:cNvPr id="8" name="Oval 7"/>
          <p:cNvSpPr/>
          <p:nvPr/>
        </p:nvSpPr>
        <p:spPr>
          <a:xfrm>
            <a:off x="8765887" y="1708469"/>
            <a:ext cx="795528" cy="740664"/>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700" b="1"/>
              <a:t>3AC</a:t>
            </a:r>
          </a:p>
        </p:txBody>
      </p:sp>
      <p:cxnSp>
        <p:nvCxnSpPr>
          <p:cNvPr id="10" name="Straight Connector 9"/>
          <p:cNvCxnSpPr>
            <a:stCxn id="8" idx="3"/>
            <a:endCxn id="16" idx="0"/>
          </p:cNvCxnSpPr>
          <p:nvPr/>
        </p:nvCxnSpPr>
        <p:spPr>
          <a:xfrm flipH="1">
            <a:off x="7650817" y="2340665"/>
            <a:ext cx="1231572" cy="812556"/>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p:cNvCxnSpPr>
            <a:stCxn id="8" idx="4"/>
            <a:endCxn id="17" idx="0"/>
          </p:cNvCxnSpPr>
          <p:nvPr/>
        </p:nvCxnSpPr>
        <p:spPr>
          <a:xfrm>
            <a:off x="9163651" y="2449133"/>
            <a:ext cx="15918" cy="718746"/>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a:stCxn id="8" idx="5"/>
            <a:endCxn id="18" idx="0"/>
          </p:cNvCxnSpPr>
          <p:nvPr/>
        </p:nvCxnSpPr>
        <p:spPr>
          <a:xfrm>
            <a:off x="9444913" y="2340665"/>
            <a:ext cx="1247490" cy="812556"/>
          </a:xfrm>
          <a:prstGeom prst="line">
            <a:avLst/>
          </a:prstGeom>
        </p:spPr>
        <p:style>
          <a:lnRef idx="1">
            <a:schemeClr val="accent1"/>
          </a:lnRef>
          <a:fillRef idx="0">
            <a:schemeClr val="accent1"/>
          </a:fillRef>
          <a:effectRef idx="0">
            <a:schemeClr val="accent1"/>
          </a:effectRef>
          <a:fontRef idx="minor">
            <a:schemeClr val="tx1"/>
          </a:fontRef>
        </p:style>
      </p:cxnSp>
      <p:sp>
        <p:nvSpPr>
          <p:cNvPr id="16" name="Oval 15"/>
          <p:cNvSpPr/>
          <p:nvPr/>
        </p:nvSpPr>
        <p:spPr>
          <a:xfrm>
            <a:off x="7253053" y="3153221"/>
            <a:ext cx="795528" cy="740664"/>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700" b="1"/>
              <a:t>2AB</a:t>
            </a:r>
          </a:p>
        </p:txBody>
      </p:sp>
      <p:sp>
        <p:nvSpPr>
          <p:cNvPr id="22" name="Oval 21"/>
          <p:cNvSpPr/>
          <p:nvPr/>
        </p:nvSpPr>
        <p:spPr>
          <a:xfrm>
            <a:off x="6314788" y="4660392"/>
            <a:ext cx="795528" cy="740664"/>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700" b="1"/>
              <a:t>1AC</a:t>
            </a:r>
          </a:p>
        </p:txBody>
      </p:sp>
      <p:sp>
        <p:nvSpPr>
          <p:cNvPr id="23" name="Oval 22"/>
          <p:cNvSpPr/>
          <p:nvPr/>
        </p:nvSpPr>
        <p:spPr>
          <a:xfrm>
            <a:off x="7243769" y="4660392"/>
            <a:ext cx="795528" cy="740664"/>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700" b="1"/>
              <a:t>1AB</a:t>
            </a:r>
          </a:p>
        </p:txBody>
      </p:sp>
      <p:sp>
        <p:nvSpPr>
          <p:cNvPr id="24" name="Oval 23"/>
          <p:cNvSpPr/>
          <p:nvPr/>
        </p:nvSpPr>
        <p:spPr>
          <a:xfrm>
            <a:off x="8178301" y="4660392"/>
            <a:ext cx="795528" cy="740664"/>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700" b="1"/>
              <a:t>1CB</a:t>
            </a:r>
          </a:p>
        </p:txBody>
      </p:sp>
      <p:cxnSp>
        <p:nvCxnSpPr>
          <p:cNvPr id="29" name="Straight Connector 28"/>
          <p:cNvCxnSpPr>
            <a:stCxn id="16" idx="3"/>
            <a:endCxn id="22" idx="0"/>
          </p:cNvCxnSpPr>
          <p:nvPr/>
        </p:nvCxnSpPr>
        <p:spPr>
          <a:xfrm flipH="1">
            <a:off x="6712552" y="3785417"/>
            <a:ext cx="657003" cy="874975"/>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p:cNvCxnSpPr>
            <a:stCxn id="16" idx="4"/>
            <a:endCxn id="23" idx="0"/>
          </p:cNvCxnSpPr>
          <p:nvPr/>
        </p:nvCxnSpPr>
        <p:spPr>
          <a:xfrm flipH="1">
            <a:off x="7641533" y="3893885"/>
            <a:ext cx="9284" cy="766507"/>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p:cNvCxnSpPr>
            <a:stCxn id="16" idx="5"/>
            <a:endCxn id="24" idx="0"/>
          </p:cNvCxnSpPr>
          <p:nvPr/>
        </p:nvCxnSpPr>
        <p:spPr>
          <a:xfrm>
            <a:off x="7932079" y="3785417"/>
            <a:ext cx="643986" cy="874975"/>
          </a:xfrm>
          <a:prstGeom prst="line">
            <a:avLst/>
          </a:prstGeom>
        </p:spPr>
        <p:style>
          <a:lnRef idx="1">
            <a:schemeClr val="accent1"/>
          </a:lnRef>
          <a:fillRef idx="0">
            <a:schemeClr val="accent1"/>
          </a:fillRef>
          <a:effectRef idx="0">
            <a:schemeClr val="accent1"/>
          </a:effectRef>
          <a:fontRef idx="minor">
            <a:schemeClr val="tx1"/>
          </a:fontRef>
        </p:style>
      </p:cxnSp>
      <p:pic>
        <p:nvPicPr>
          <p:cNvPr id="27" name="Picture 26"/>
          <p:cNvPicPr>
            <a:picLocks noChangeAspect="1"/>
          </p:cNvPicPr>
          <p:nvPr/>
        </p:nvPicPr>
        <p:blipFill>
          <a:blip r:embed="rId2"/>
          <a:stretch>
            <a:fillRect/>
          </a:stretch>
        </p:blipFill>
        <p:spPr>
          <a:xfrm>
            <a:off x="546390" y="2247232"/>
            <a:ext cx="5107975" cy="2552642"/>
          </a:xfrm>
          <a:prstGeom prst="rect">
            <a:avLst/>
          </a:prstGeom>
        </p:spPr>
      </p:pic>
    </p:spTree>
    <p:extLst>
      <p:ext uri="{BB962C8B-B14F-4D97-AF65-F5344CB8AC3E}">
        <p14:creationId xmlns:p14="http://schemas.microsoft.com/office/powerpoint/2010/main" val="24194984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Example of Tower Of Hanoi – Problem reduction</a:t>
            </a:r>
          </a:p>
        </p:txBody>
      </p:sp>
      <p:sp>
        <p:nvSpPr>
          <p:cNvPr id="4" name="Date Placeholder 3"/>
          <p:cNvSpPr>
            <a:spLocks noGrp="1"/>
          </p:cNvSpPr>
          <p:nvPr>
            <p:ph type="dt" sz="half" idx="10"/>
          </p:nvPr>
        </p:nvSpPr>
        <p:spPr/>
        <p:txBody>
          <a:bodyPr/>
          <a:lstStyle/>
          <a:p>
            <a:fld id="{4C87BEC4-B835-4E55-9D7F-50B76A3ED418}" type="datetime1">
              <a:rPr lang="en-US" smtClean="0"/>
              <a:t>9/6/2022</a:t>
            </a:fld>
            <a:endParaRPr lang="en-US"/>
          </a:p>
        </p:txBody>
      </p:sp>
      <p:sp>
        <p:nvSpPr>
          <p:cNvPr id="5" name="Footer Placeholder 4"/>
          <p:cNvSpPr>
            <a:spLocks noGrp="1"/>
          </p:cNvSpPr>
          <p:nvPr>
            <p:ph type="ftr" sz="quarter" idx="11"/>
          </p:nvPr>
        </p:nvSpPr>
        <p:spPr/>
        <p:txBody>
          <a:bodyPr/>
          <a:lstStyle/>
          <a:p>
            <a:r>
              <a:rPr lang="en-US"/>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smtClean="0"/>
              <a:t>28</a:t>
            </a:fld>
            <a:endParaRPr lang="en-US"/>
          </a:p>
        </p:txBody>
      </p:sp>
      <p:sp>
        <p:nvSpPr>
          <p:cNvPr id="8" name="Oval 7"/>
          <p:cNvSpPr/>
          <p:nvPr/>
        </p:nvSpPr>
        <p:spPr>
          <a:xfrm>
            <a:off x="8765887" y="1708469"/>
            <a:ext cx="795528" cy="740664"/>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700" b="1"/>
              <a:t>3AC</a:t>
            </a:r>
          </a:p>
        </p:txBody>
      </p:sp>
      <p:cxnSp>
        <p:nvCxnSpPr>
          <p:cNvPr id="10" name="Straight Connector 9"/>
          <p:cNvCxnSpPr>
            <a:stCxn id="8" idx="3"/>
            <a:endCxn id="16" idx="0"/>
          </p:cNvCxnSpPr>
          <p:nvPr/>
        </p:nvCxnSpPr>
        <p:spPr>
          <a:xfrm flipH="1">
            <a:off x="7650817" y="2340665"/>
            <a:ext cx="1231572" cy="812556"/>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p:cNvCxnSpPr>
            <a:stCxn id="8" idx="4"/>
            <a:endCxn id="17" idx="0"/>
          </p:cNvCxnSpPr>
          <p:nvPr/>
        </p:nvCxnSpPr>
        <p:spPr>
          <a:xfrm>
            <a:off x="9163651" y="2449133"/>
            <a:ext cx="15918" cy="718746"/>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a:stCxn id="8" idx="5"/>
            <a:endCxn id="18" idx="0"/>
          </p:cNvCxnSpPr>
          <p:nvPr/>
        </p:nvCxnSpPr>
        <p:spPr>
          <a:xfrm>
            <a:off x="9444913" y="2340665"/>
            <a:ext cx="1247490" cy="812556"/>
          </a:xfrm>
          <a:prstGeom prst="line">
            <a:avLst/>
          </a:prstGeom>
        </p:spPr>
        <p:style>
          <a:lnRef idx="1">
            <a:schemeClr val="accent1"/>
          </a:lnRef>
          <a:fillRef idx="0">
            <a:schemeClr val="accent1"/>
          </a:fillRef>
          <a:effectRef idx="0">
            <a:schemeClr val="accent1"/>
          </a:effectRef>
          <a:fontRef idx="minor">
            <a:schemeClr val="tx1"/>
          </a:fontRef>
        </p:style>
      </p:cxnSp>
      <p:sp>
        <p:nvSpPr>
          <p:cNvPr id="16" name="Oval 15"/>
          <p:cNvSpPr/>
          <p:nvPr/>
        </p:nvSpPr>
        <p:spPr>
          <a:xfrm>
            <a:off x="7253053" y="3153221"/>
            <a:ext cx="795528" cy="740664"/>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700" b="1"/>
              <a:t>2AB</a:t>
            </a:r>
          </a:p>
        </p:txBody>
      </p:sp>
      <p:sp>
        <p:nvSpPr>
          <p:cNvPr id="17" name="Oval 16"/>
          <p:cNvSpPr/>
          <p:nvPr/>
        </p:nvSpPr>
        <p:spPr>
          <a:xfrm>
            <a:off x="8781805" y="3167879"/>
            <a:ext cx="795528" cy="740664"/>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700" b="1"/>
              <a:t>1AC</a:t>
            </a:r>
          </a:p>
        </p:txBody>
      </p:sp>
      <p:sp>
        <p:nvSpPr>
          <p:cNvPr id="22" name="Oval 21"/>
          <p:cNvSpPr/>
          <p:nvPr/>
        </p:nvSpPr>
        <p:spPr>
          <a:xfrm>
            <a:off x="6314788" y="4660392"/>
            <a:ext cx="795528" cy="740664"/>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700" b="1"/>
              <a:t>1AC</a:t>
            </a:r>
          </a:p>
        </p:txBody>
      </p:sp>
      <p:sp>
        <p:nvSpPr>
          <p:cNvPr id="23" name="Oval 22"/>
          <p:cNvSpPr/>
          <p:nvPr/>
        </p:nvSpPr>
        <p:spPr>
          <a:xfrm>
            <a:off x="7243769" y="4660392"/>
            <a:ext cx="795528" cy="740664"/>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700" b="1"/>
              <a:t>1AB</a:t>
            </a:r>
          </a:p>
        </p:txBody>
      </p:sp>
      <p:sp>
        <p:nvSpPr>
          <p:cNvPr id="24" name="Oval 23"/>
          <p:cNvSpPr/>
          <p:nvPr/>
        </p:nvSpPr>
        <p:spPr>
          <a:xfrm>
            <a:off x="8178301" y="4660392"/>
            <a:ext cx="795528" cy="740664"/>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700" b="1"/>
              <a:t>1CB</a:t>
            </a:r>
          </a:p>
        </p:txBody>
      </p:sp>
      <p:cxnSp>
        <p:nvCxnSpPr>
          <p:cNvPr id="29" name="Straight Connector 28"/>
          <p:cNvCxnSpPr>
            <a:stCxn id="16" idx="3"/>
            <a:endCxn id="22" idx="0"/>
          </p:cNvCxnSpPr>
          <p:nvPr/>
        </p:nvCxnSpPr>
        <p:spPr>
          <a:xfrm flipH="1">
            <a:off x="6712552" y="3785417"/>
            <a:ext cx="657003" cy="874975"/>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p:cNvCxnSpPr>
            <a:stCxn id="16" idx="4"/>
            <a:endCxn id="23" idx="0"/>
          </p:cNvCxnSpPr>
          <p:nvPr/>
        </p:nvCxnSpPr>
        <p:spPr>
          <a:xfrm flipH="1">
            <a:off x="7641533" y="3893885"/>
            <a:ext cx="9284" cy="766507"/>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p:cNvCxnSpPr>
            <a:stCxn id="16" idx="5"/>
            <a:endCxn id="24" idx="0"/>
          </p:cNvCxnSpPr>
          <p:nvPr/>
        </p:nvCxnSpPr>
        <p:spPr>
          <a:xfrm>
            <a:off x="7932079" y="3785417"/>
            <a:ext cx="643986" cy="874975"/>
          </a:xfrm>
          <a:prstGeom prst="line">
            <a:avLst/>
          </a:prstGeom>
        </p:spPr>
        <p:style>
          <a:lnRef idx="1">
            <a:schemeClr val="accent1"/>
          </a:lnRef>
          <a:fillRef idx="0">
            <a:schemeClr val="accent1"/>
          </a:fillRef>
          <a:effectRef idx="0">
            <a:schemeClr val="accent1"/>
          </a:effectRef>
          <a:fontRef idx="minor">
            <a:schemeClr val="tx1"/>
          </a:fontRef>
        </p:style>
      </p:cxnSp>
      <p:pic>
        <p:nvPicPr>
          <p:cNvPr id="27" name="Picture 26"/>
          <p:cNvPicPr>
            <a:picLocks noChangeAspect="1"/>
          </p:cNvPicPr>
          <p:nvPr/>
        </p:nvPicPr>
        <p:blipFill>
          <a:blip r:embed="rId2"/>
          <a:stretch>
            <a:fillRect/>
          </a:stretch>
        </p:blipFill>
        <p:spPr>
          <a:xfrm>
            <a:off x="507006" y="2496885"/>
            <a:ext cx="5233291" cy="2495614"/>
          </a:xfrm>
          <a:prstGeom prst="rect">
            <a:avLst/>
          </a:prstGeom>
        </p:spPr>
      </p:pic>
    </p:spTree>
    <p:extLst>
      <p:ext uri="{BB962C8B-B14F-4D97-AF65-F5344CB8AC3E}">
        <p14:creationId xmlns:p14="http://schemas.microsoft.com/office/powerpoint/2010/main" val="9634141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Example of Tower Of Hanoi – Problem reduction</a:t>
            </a:r>
          </a:p>
        </p:txBody>
      </p:sp>
      <p:sp>
        <p:nvSpPr>
          <p:cNvPr id="4" name="Date Placeholder 3"/>
          <p:cNvSpPr>
            <a:spLocks noGrp="1"/>
          </p:cNvSpPr>
          <p:nvPr>
            <p:ph type="dt" sz="half" idx="10"/>
          </p:nvPr>
        </p:nvSpPr>
        <p:spPr/>
        <p:txBody>
          <a:bodyPr/>
          <a:lstStyle/>
          <a:p>
            <a:fld id="{4C87BEC4-B835-4E55-9D7F-50B76A3ED418}" type="datetime1">
              <a:rPr lang="en-US" smtClean="0"/>
              <a:t>9/6/2022</a:t>
            </a:fld>
            <a:endParaRPr lang="en-US"/>
          </a:p>
        </p:txBody>
      </p:sp>
      <p:sp>
        <p:nvSpPr>
          <p:cNvPr id="5" name="Footer Placeholder 4"/>
          <p:cNvSpPr>
            <a:spLocks noGrp="1"/>
          </p:cNvSpPr>
          <p:nvPr>
            <p:ph type="ftr" sz="quarter" idx="11"/>
          </p:nvPr>
        </p:nvSpPr>
        <p:spPr/>
        <p:txBody>
          <a:bodyPr/>
          <a:lstStyle/>
          <a:p>
            <a:r>
              <a:rPr lang="en-US"/>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smtClean="0"/>
              <a:t>29</a:t>
            </a:fld>
            <a:endParaRPr lang="en-US"/>
          </a:p>
        </p:txBody>
      </p:sp>
      <p:sp>
        <p:nvSpPr>
          <p:cNvPr id="8" name="Oval 7"/>
          <p:cNvSpPr/>
          <p:nvPr/>
        </p:nvSpPr>
        <p:spPr>
          <a:xfrm>
            <a:off x="8765887" y="1708469"/>
            <a:ext cx="795528" cy="740664"/>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700" b="1"/>
              <a:t>3AC</a:t>
            </a:r>
          </a:p>
        </p:txBody>
      </p:sp>
      <p:cxnSp>
        <p:nvCxnSpPr>
          <p:cNvPr id="10" name="Straight Connector 9"/>
          <p:cNvCxnSpPr>
            <a:stCxn id="8" idx="3"/>
            <a:endCxn id="16" idx="0"/>
          </p:cNvCxnSpPr>
          <p:nvPr/>
        </p:nvCxnSpPr>
        <p:spPr>
          <a:xfrm flipH="1">
            <a:off x="7650817" y="2340665"/>
            <a:ext cx="1231572" cy="812556"/>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p:cNvCxnSpPr>
            <a:stCxn id="8" idx="4"/>
            <a:endCxn id="17" idx="0"/>
          </p:cNvCxnSpPr>
          <p:nvPr/>
        </p:nvCxnSpPr>
        <p:spPr>
          <a:xfrm>
            <a:off x="9163651" y="2449133"/>
            <a:ext cx="15918" cy="718746"/>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a:stCxn id="8" idx="5"/>
            <a:endCxn id="18" idx="0"/>
          </p:cNvCxnSpPr>
          <p:nvPr/>
        </p:nvCxnSpPr>
        <p:spPr>
          <a:xfrm>
            <a:off x="9444913" y="2340665"/>
            <a:ext cx="1247490" cy="812556"/>
          </a:xfrm>
          <a:prstGeom prst="line">
            <a:avLst/>
          </a:prstGeom>
        </p:spPr>
        <p:style>
          <a:lnRef idx="1">
            <a:schemeClr val="accent1"/>
          </a:lnRef>
          <a:fillRef idx="0">
            <a:schemeClr val="accent1"/>
          </a:fillRef>
          <a:effectRef idx="0">
            <a:schemeClr val="accent1"/>
          </a:effectRef>
          <a:fontRef idx="minor">
            <a:schemeClr val="tx1"/>
          </a:fontRef>
        </p:style>
      </p:cxnSp>
      <p:sp>
        <p:nvSpPr>
          <p:cNvPr id="16" name="Oval 15"/>
          <p:cNvSpPr/>
          <p:nvPr/>
        </p:nvSpPr>
        <p:spPr>
          <a:xfrm>
            <a:off x="7253053" y="3153221"/>
            <a:ext cx="795528" cy="740664"/>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700" b="1"/>
              <a:t>2AB</a:t>
            </a:r>
          </a:p>
        </p:txBody>
      </p:sp>
      <p:sp>
        <p:nvSpPr>
          <p:cNvPr id="17" name="Oval 16"/>
          <p:cNvSpPr/>
          <p:nvPr/>
        </p:nvSpPr>
        <p:spPr>
          <a:xfrm>
            <a:off x="8781805" y="3167879"/>
            <a:ext cx="795528" cy="740664"/>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700" b="1"/>
              <a:t>1AC</a:t>
            </a:r>
          </a:p>
        </p:txBody>
      </p:sp>
      <p:sp>
        <p:nvSpPr>
          <p:cNvPr id="18" name="Oval 17"/>
          <p:cNvSpPr/>
          <p:nvPr/>
        </p:nvSpPr>
        <p:spPr>
          <a:xfrm>
            <a:off x="10294639" y="3153221"/>
            <a:ext cx="795528" cy="740664"/>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700" b="1"/>
              <a:t>2BC</a:t>
            </a:r>
          </a:p>
        </p:txBody>
      </p:sp>
      <p:sp>
        <p:nvSpPr>
          <p:cNvPr id="22" name="Oval 21"/>
          <p:cNvSpPr/>
          <p:nvPr/>
        </p:nvSpPr>
        <p:spPr>
          <a:xfrm>
            <a:off x="6314788" y="4660392"/>
            <a:ext cx="795528" cy="740664"/>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700" b="1"/>
              <a:t>1AC</a:t>
            </a:r>
          </a:p>
        </p:txBody>
      </p:sp>
      <p:sp>
        <p:nvSpPr>
          <p:cNvPr id="23" name="Oval 22"/>
          <p:cNvSpPr/>
          <p:nvPr/>
        </p:nvSpPr>
        <p:spPr>
          <a:xfrm>
            <a:off x="7243769" y="4660392"/>
            <a:ext cx="795528" cy="740664"/>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700" b="1"/>
              <a:t>1AB</a:t>
            </a:r>
          </a:p>
        </p:txBody>
      </p:sp>
      <p:sp>
        <p:nvSpPr>
          <p:cNvPr id="24" name="Oval 23"/>
          <p:cNvSpPr/>
          <p:nvPr/>
        </p:nvSpPr>
        <p:spPr>
          <a:xfrm>
            <a:off x="8178301" y="4660392"/>
            <a:ext cx="795528" cy="740664"/>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700" b="1"/>
              <a:t>1CB</a:t>
            </a:r>
          </a:p>
        </p:txBody>
      </p:sp>
      <p:cxnSp>
        <p:nvCxnSpPr>
          <p:cNvPr id="29" name="Straight Connector 28"/>
          <p:cNvCxnSpPr>
            <a:stCxn id="16" idx="3"/>
            <a:endCxn id="22" idx="0"/>
          </p:cNvCxnSpPr>
          <p:nvPr/>
        </p:nvCxnSpPr>
        <p:spPr>
          <a:xfrm flipH="1">
            <a:off x="6712552" y="3785417"/>
            <a:ext cx="657003" cy="874975"/>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p:cNvCxnSpPr>
            <a:stCxn id="16" idx="4"/>
            <a:endCxn id="23" idx="0"/>
          </p:cNvCxnSpPr>
          <p:nvPr/>
        </p:nvCxnSpPr>
        <p:spPr>
          <a:xfrm flipH="1">
            <a:off x="7641533" y="3893885"/>
            <a:ext cx="9284" cy="766507"/>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p:cNvCxnSpPr>
            <a:stCxn id="16" idx="5"/>
            <a:endCxn id="24" idx="0"/>
          </p:cNvCxnSpPr>
          <p:nvPr/>
        </p:nvCxnSpPr>
        <p:spPr>
          <a:xfrm>
            <a:off x="7932079" y="3785417"/>
            <a:ext cx="643986" cy="874975"/>
          </a:xfrm>
          <a:prstGeom prst="line">
            <a:avLst/>
          </a:prstGeom>
        </p:spPr>
        <p:style>
          <a:lnRef idx="1">
            <a:schemeClr val="accent1"/>
          </a:lnRef>
          <a:fillRef idx="0">
            <a:schemeClr val="accent1"/>
          </a:fillRef>
          <a:effectRef idx="0">
            <a:schemeClr val="accent1"/>
          </a:effectRef>
          <a:fontRef idx="minor">
            <a:schemeClr val="tx1"/>
          </a:fontRef>
        </p:style>
      </p:cxnSp>
      <p:sp>
        <p:nvSpPr>
          <p:cNvPr id="36" name="Oval 35"/>
          <p:cNvSpPr/>
          <p:nvPr/>
        </p:nvSpPr>
        <p:spPr>
          <a:xfrm>
            <a:off x="9365658" y="4660392"/>
            <a:ext cx="795528" cy="740664"/>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700" b="1"/>
              <a:t>1BA</a:t>
            </a:r>
          </a:p>
        </p:txBody>
      </p:sp>
      <p:cxnSp>
        <p:nvCxnSpPr>
          <p:cNvPr id="39" name="Straight Connector 38"/>
          <p:cNvCxnSpPr>
            <a:endCxn id="36" idx="0"/>
          </p:cNvCxnSpPr>
          <p:nvPr/>
        </p:nvCxnSpPr>
        <p:spPr>
          <a:xfrm flipH="1">
            <a:off x="9763422" y="3785417"/>
            <a:ext cx="657003" cy="874975"/>
          </a:xfrm>
          <a:prstGeom prst="line">
            <a:avLst/>
          </a:prstGeom>
        </p:spPr>
        <p:style>
          <a:lnRef idx="1">
            <a:schemeClr val="accent1"/>
          </a:lnRef>
          <a:fillRef idx="0">
            <a:schemeClr val="accent1"/>
          </a:fillRef>
          <a:effectRef idx="0">
            <a:schemeClr val="accent1"/>
          </a:effectRef>
          <a:fontRef idx="minor">
            <a:schemeClr val="tx1"/>
          </a:fontRef>
        </p:style>
      </p:cxnSp>
      <p:pic>
        <p:nvPicPr>
          <p:cNvPr id="27" name="Picture 26"/>
          <p:cNvPicPr>
            <a:picLocks noChangeAspect="1"/>
          </p:cNvPicPr>
          <p:nvPr/>
        </p:nvPicPr>
        <p:blipFill>
          <a:blip r:embed="rId2"/>
          <a:stretch>
            <a:fillRect/>
          </a:stretch>
        </p:blipFill>
        <p:spPr>
          <a:xfrm>
            <a:off x="542426" y="2269075"/>
            <a:ext cx="5232806" cy="2508956"/>
          </a:xfrm>
          <a:prstGeom prst="rect">
            <a:avLst/>
          </a:prstGeom>
        </p:spPr>
      </p:pic>
    </p:spTree>
    <p:extLst>
      <p:ext uri="{BB962C8B-B14F-4D97-AF65-F5344CB8AC3E}">
        <p14:creationId xmlns:p14="http://schemas.microsoft.com/office/powerpoint/2010/main" val="37093053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Example of Tower Of Hanoi – Problem reduction</a:t>
            </a:r>
          </a:p>
        </p:txBody>
      </p:sp>
      <p:sp>
        <p:nvSpPr>
          <p:cNvPr id="4" name="Date Placeholder 3"/>
          <p:cNvSpPr>
            <a:spLocks noGrp="1"/>
          </p:cNvSpPr>
          <p:nvPr>
            <p:ph type="dt" sz="half" idx="10"/>
          </p:nvPr>
        </p:nvSpPr>
        <p:spPr/>
        <p:txBody>
          <a:bodyPr/>
          <a:lstStyle/>
          <a:p>
            <a:fld id="{4C87BEC4-B835-4E55-9D7F-50B76A3ED418}" type="datetime1">
              <a:rPr lang="en-US" smtClean="0"/>
              <a:t>9/6/2022</a:t>
            </a:fld>
            <a:endParaRPr lang="en-US"/>
          </a:p>
        </p:txBody>
      </p:sp>
      <p:sp>
        <p:nvSpPr>
          <p:cNvPr id="5" name="Footer Placeholder 4"/>
          <p:cNvSpPr>
            <a:spLocks noGrp="1"/>
          </p:cNvSpPr>
          <p:nvPr>
            <p:ph type="ftr" sz="quarter" idx="11"/>
          </p:nvPr>
        </p:nvSpPr>
        <p:spPr/>
        <p:txBody>
          <a:bodyPr/>
          <a:lstStyle/>
          <a:p>
            <a:r>
              <a:rPr lang="en-US"/>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smtClean="0"/>
              <a:t>30</a:t>
            </a:fld>
            <a:endParaRPr lang="en-US"/>
          </a:p>
        </p:txBody>
      </p:sp>
      <p:sp>
        <p:nvSpPr>
          <p:cNvPr id="8" name="Oval 7"/>
          <p:cNvSpPr/>
          <p:nvPr/>
        </p:nvSpPr>
        <p:spPr>
          <a:xfrm>
            <a:off x="8765887" y="1708469"/>
            <a:ext cx="795528" cy="740664"/>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700" b="1"/>
              <a:t>3AC</a:t>
            </a:r>
          </a:p>
        </p:txBody>
      </p:sp>
      <p:cxnSp>
        <p:nvCxnSpPr>
          <p:cNvPr id="10" name="Straight Connector 9"/>
          <p:cNvCxnSpPr>
            <a:stCxn id="8" idx="3"/>
            <a:endCxn id="16" idx="0"/>
          </p:cNvCxnSpPr>
          <p:nvPr/>
        </p:nvCxnSpPr>
        <p:spPr>
          <a:xfrm flipH="1">
            <a:off x="7650817" y="2340665"/>
            <a:ext cx="1231572" cy="812556"/>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p:cNvCxnSpPr>
            <a:stCxn id="8" idx="4"/>
            <a:endCxn id="17" idx="0"/>
          </p:cNvCxnSpPr>
          <p:nvPr/>
        </p:nvCxnSpPr>
        <p:spPr>
          <a:xfrm>
            <a:off x="9163651" y="2449133"/>
            <a:ext cx="15918" cy="718746"/>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a:stCxn id="8" idx="5"/>
            <a:endCxn id="18" idx="0"/>
          </p:cNvCxnSpPr>
          <p:nvPr/>
        </p:nvCxnSpPr>
        <p:spPr>
          <a:xfrm>
            <a:off x="9444913" y="2340665"/>
            <a:ext cx="1247490" cy="812556"/>
          </a:xfrm>
          <a:prstGeom prst="line">
            <a:avLst/>
          </a:prstGeom>
        </p:spPr>
        <p:style>
          <a:lnRef idx="1">
            <a:schemeClr val="accent1"/>
          </a:lnRef>
          <a:fillRef idx="0">
            <a:schemeClr val="accent1"/>
          </a:fillRef>
          <a:effectRef idx="0">
            <a:schemeClr val="accent1"/>
          </a:effectRef>
          <a:fontRef idx="minor">
            <a:schemeClr val="tx1"/>
          </a:fontRef>
        </p:style>
      </p:cxnSp>
      <p:sp>
        <p:nvSpPr>
          <p:cNvPr id="16" name="Oval 15"/>
          <p:cNvSpPr/>
          <p:nvPr/>
        </p:nvSpPr>
        <p:spPr>
          <a:xfrm>
            <a:off x="7253053" y="3153221"/>
            <a:ext cx="795528" cy="740664"/>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700" b="1" dirty="0"/>
              <a:t>2AB</a:t>
            </a:r>
          </a:p>
        </p:txBody>
      </p:sp>
      <p:sp>
        <p:nvSpPr>
          <p:cNvPr id="17" name="Oval 16"/>
          <p:cNvSpPr/>
          <p:nvPr/>
        </p:nvSpPr>
        <p:spPr>
          <a:xfrm>
            <a:off x="8781805" y="3167879"/>
            <a:ext cx="795528" cy="740664"/>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700" b="1"/>
              <a:t>1AC</a:t>
            </a:r>
          </a:p>
        </p:txBody>
      </p:sp>
      <p:sp>
        <p:nvSpPr>
          <p:cNvPr id="18" name="Oval 17"/>
          <p:cNvSpPr/>
          <p:nvPr/>
        </p:nvSpPr>
        <p:spPr>
          <a:xfrm>
            <a:off x="10294639" y="3153221"/>
            <a:ext cx="795528" cy="740664"/>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700" b="1"/>
              <a:t>2BC</a:t>
            </a:r>
          </a:p>
        </p:txBody>
      </p:sp>
      <p:sp>
        <p:nvSpPr>
          <p:cNvPr id="22" name="Oval 21"/>
          <p:cNvSpPr/>
          <p:nvPr/>
        </p:nvSpPr>
        <p:spPr>
          <a:xfrm>
            <a:off x="6314788" y="4660392"/>
            <a:ext cx="795528" cy="740664"/>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700" b="1"/>
              <a:t>1AC</a:t>
            </a:r>
          </a:p>
        </p:txBody>
      </p:sp>
      <p:sp>
        <p:nvSpPr>
          <p:cNvPr id="23" name="Oval 22"/>
          <p:cNvSpPr/>
          <p:nvPr/>
        </p:nvSpPr>
        <p:spPr>
          <a:xfrm>
            <a:off x="7243769" y="4660392"/>
            <a:ext cx="795528" cy="740664"/>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700" b="1"/>
              <a:t>1AB</a:t>
            </a:r>
          </a:p>
        </p:txBody>
      </p:sp>
      <p:sp>
        <p:nvSpPr>
          <p:cNvPr id="24" name="Oval 23"/>
          <p:cNvSpPr/>
          <p:nvPr/>
        </p:nvSpPr>
        <p:spPr>
          <a:xfrm>
            <a:off x="8178301" y="4660392"/>
            <a:ext cx="795528" cy="740664"/>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700" b="1"/>
              <a:t>1CB</a:t>
            </a:r>
          </a:p>
        </p:txBody>
      </p:sp>
      <p:cxnSp>
        <p:nvCxnSpPr>
          <p:cNvPr id="29" name="Straight Connector 28"/>
          <p:cNvCxnSpPr>
            <a:stCxn id="16" idx="3"/>
            <a:endCxn id="22" idx="0"/>
          </p:cNvCxnSpPr>
          <p:nvPr/>
        </p:nvCxnSpPr>
        <p:spPr>
          <a:xfrm flipH="1">
            <a:off x="6712552" y="3785417"/>
            <a:ext cx="657003" cy="874975"/>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p:cNvCxnSpPr>
            <a:stCxn id="16" idx="4"/>
            <a:endCxn id="23" idx="0"/>
          </p:cNvCxnSpPr>
          <p:nvPr/>
        </p:nvCxnSpPr>
        <p:spPr>
          <a:xfrm flipH="1">
            <a:off x="7641533" y="3893885"/>
            <a:ext cx="9284" cy="766507"/>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p:cNvCxnSpPr>
            <a:stCxn id="16" idx="5"/>
            <a:endCxn id="24" idx="0"/>
          </p:cNvCxnSpPr>
          <p:nvPr/>
        </p:nvCxnSpPr>
        <p:spPr>
          <a:xfrm>
            <a:off x="7932079" y="3785417"/>
            <a:ext cx="643986" cy="874975"/>
          </a:xfrm>
          <a:prstGeom prst="line">
            <a:avLst/>
          </a:prstGeom>
        </p:spPr>
        <p:style>
          <a:lnRef idx="1">
            <a:schemeClr val="accent1"/>
          </a:lnRef>
          <a:fillRef idx="0">
            <a:schemeClr val="accent1"/>
          </a:fillRef>
          <a:effectRef idx="0">
            <a:schemeClr val="accent1"/>
          </a:effectRef>
          <a:fontRef idx="minor">
            <a:schemeClr val="tx1"/>
          </a:fontRef>
        </p:style>
      </p:cxnSp>
      <p:sp>
        <p:nvSpPr>
          <p:cNvPr id="36" name="Oval 35"/>
          <p:cNvSpPr/>
          <p:nvPr/>
        </p:nvSpPr>
        <p:spPr>
          <a:xfrm>
            <a:off x="9365658" y="4660392"/>
            <a:ext cx="795528" cy="740664"/>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700" b="1"/>
              <a:t>1BA</a:t>
            </a:r>
          </a:p>
        </p:txBody>
      </p:sp>
      <p:sp>
        <p:nvSpPr>
          <p:cNvPr id="37" name="Oval 36"/>
          <p:cNvSpPr/>
          <p:nvPr/>
        </p:nvSpPr>
        <p:spPr>
          <a:xfrm>
            <a:off x="10294639" y="4660392"/>
            <a:ext cx="795528" cy="740664"/>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700" b="1"/>
              <a:t>1BC</a:t>
            </a:r>
          </a:p>
        </p:txBody>
      </p:sp>
      <p:cxnSp>
        <p:nvCxnSpPr>
          <p:cNvPr id="39" name="Straight Connector 38"/>
          <p:cNvCxnSpPr>
            <a:endCxn id="36" idx="0"/>
          </p:cNvCxnSpPr>
          <p:nvPr/>
        </p:nvCxnSpPr>
        <p:spPr>
          <a:xfrm flipH="1">
            <a:off x="9763422" y="3785417"/>
            <a:ext cx="657003" cy="874975"/>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p:cNvCxnSpPr>
            <a:endCxn id="37" idx="0"/>
          </p:cNvCxnSpPr>
          <p:nvPr/>
        </p:nvCxnSpPr>
        <p:spPr>
          <a:xfrm flipH="1">
            <a:off x="10692403" y="3893885"/>
            <a:ext cx="9284" cy="766507"/>
          </a:xfrm>
          <a:prstGeom prst="line">
            <a:avLst/>
          </a:prstGeom>
        </p:spPr>
        <p:style>
          <a:lnRef idx="1">
            <a:schemeClr val="accent1"/>
          </a:lnRef>
          <a:fillRef idx="0">
            <a:schemeClr val="accent1"/>
          </a:fillRef>
          <a:effectRef idx="0">
            <a:schemeClr val="accent1"/>
          </a:effectRef>
          <a:fontRef idx="minor">
            <a:schemeClr val="tx1"/>
          </a:fontRef>
        </p:style>
      </p:cxnSp>
      <p:pic>
        <p:nvPicPr>
          <p:cNvPr id="27" name="Picture 26"/>
          <p:cNvPicPr>
            <a:picLocks noChangeAspect="1"/>
          </p:cNvPicPr>
          <p:nvPr/>
        </p:nvPicPr>
        <p:blipFill>
          <a:blip r:embed="rId2"/>
          <a:stretch>
            <a:fillRect/>
          </a:stretch>
        </p:blipFill>
        <p:spPr>
          <a:xfrm>
            <a:off x="471085" y="2043953"/>
            <a:ext cx="5279655" cy="2858195"/>
          </a:xfrm>
          <a:prstGeom prst="rect">
            <a:avLst/>
          </a:prstGeom>
        </p:spPr>
      </p:pic>
    </p:spTree>
    <p:extLst>
      <p:ext uri="{BB962C8B-B14F-4D97-AF65-F5344CB8AC3E}">
        <p14:creationId xmlns:p14="http://schemas.microsoft.com/office/powerpoint/2010/main" val="26076113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Example of Tower Of Hanoi – Problem reduction</a:t>
            </a:r>
          </a:p>
        </p:txBody>
      </p:sp>
      <p:sp>
        <p:nvSpPr>
          <p:cNvPr id="4" name="Date Placeholder 3"/>
          <p:cNvSpPr>
            <a:spLocks noGrp="1"/>
          </p:cNvSpPr>
          <p:nvPr>
            <p:ph type="dt" sz="half" idx="10"/>
          </p:nvPr>
        </p:nvSpPr>
        <p:spPr/>
        <p:txBody>
          <a:bodyPr/>
          <a:lstStyle/>
          <a:p>
            <a:fld id="{4C87BEC4-B835-4E55-9D7F-50B76A3ED418}" type="datetime1">
              <a:rPr lang="en-US" smtClean="0"/>
              <a:t>9/6/2022</a:t>
            </a:fld>
            <a:endParaRPr lang="en-US"/>
          </a:p>
        </p:txBody>
      </p:sp>
      <p:sp>
        <p:nvSpPr>
          <p:cNvPr id="5" name="Footer Placeholder 4"/>
          <p:cNvSpPr>
            <a:spLocks noGrp="1"/>
          </p:cNvSpPr>
          <p:nvPr>
            <p:ph type="ftr" sz="quarter" idx="11"/>
          </p:nvPr>
        </p:nvSpPr>
        <p:spPr/>
        <p:txBody>
          <a:bodyPr/>
          <a:lstStyle/>
          <a:p>
            <a:r>
              <a:rPr lang="en-US"/>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smtClean="0"/>
              <a:t>31</a:t>
            </a:fld>
            <a:endParaRPr lang="en-US"/>
          </a:p>
        </p:txBody>
      </p:sp>
      <p:sp>
        <p:nvSpPr>
          <p:cNvPr id="8" name="Oval 7"/>
          <p:cNvSpPr/>
          <p:nvPr/>
        </p:nvSpPr>
        <p:spPr>
          <a:xfrm>
            <a:off x="8765887" y="1708469"/>
            <a:ext cx="795528" cy="740664"/>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700" b="1"/>
              <a:t>3AC</a:t>
            </a:r>
          </a:p>
        </p:txBody>
      </p:sp>
      <p:cxnSp>
        <p:nvCxnSpPr>
          <p:cNvPr id="10" name="Straight Connector 9"/>
          <p:cNvCxnSpPr>
            <a:stCxn id="8" idx="3"/>
            <a:endCxn id="16" idx="0"/>
          </p:cNvCxnSpPr>
          <p:nvPr/>
        </p:nvCxnSpPr>
        <p:spPr>
          <a:xfrm flipH="1">
            <a:off x="7650817" y="2340665"/>
            <a:ext cx="1231572" cy="812556"/>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p:cNvCxnSpPr>
            <a:stCxn id="8" idx="4"/>
            <a:endCxn id="17" idx="0"/>
          </p:cNvCxnSpPr>
          <p:nvPr/>
        </p:nvCxnSpPr>
        <p:spPr>
          <a:xfrm>
            <a:off x="9163651" y="2449133"/>
            <a:ext cx="15918" cy="718746"/>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a:stCxn id="8" idx="5"/>
            <a:endCxn id="18" idx="0"/>
          </p:cNvCxnSpPr>
          <p:nvPr/>
        </p:nvCxnSpPr>
        <p:spPr>
          <a:xfrm>
            <a:off x="9444913" y="2340665"/>
            <a:ext cx="1247490" cy="812556"/>
          </a:xfrm>
          <a:prstGeom prst="line">
            <a:avLst/>
          </a:prstGeom>
        </p:spPr>
        <p:style>
          <a:lnRef idx="1">
            <a:schemeClr val="accent1"/>
          </a:lnRef>
          <a:fillRef idx="0">
            <a:schemeClr val="accent1"/>
          </a:fillRef>
          <a:effectRef idx="0">
            <a:schemeClr val="accent1"/>
          </a:effectRef>
          <a:fontRef idx="minor">
            <a:schemeClr val="tx1"/>
          </a:fontRef>
        </p:style>
      </p:cxnSp>
      <p:sp>
        <p:nvSpPr>
          <p:cNvPr id="16" name="Oval 15"/>
          <p:cNvSpPr/>
          <p:nvPr/>
        </p:nvSpPr>
        <p:spPr>
          <a:xfrm>
            <a:off x="7253053" y="3153221"/>
            <a:ext cx="795528" cy="740664"/>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700" b="1"/>
              <a:t>2AB</a:t>
            </a:r>
          </a:p>
        </p:txBody>
      </p:sp>
      <p:sp>
        <p:nvSpPr>
          <p:cNvPr id="17" name="Oval 16"/>
          <p:cNvSpPr/>
          <p:nvPr/>
        </p:nvSpPr>
        <p:spPr>
          <a:xfrm>
            <a:off x="8781805" y="3167879"/>
            <a:ext cx="795528" cy="740664"/>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700" b="1"/>
              <a:t>1AC</a:t>
            </a:r>
          </a:p>
        </p:txBody>
      </p:sp>
      <p:sp>
        <p:nvSpPr>
          <p:cNvPr id="18" name="Oval 17"/>
          <p:cNvSpPr/>
          <p:nvPr/>
        </p:nvSpPr>
        <p:spPr>
          <a:xfrm>
            <a:off x="10294639" y="3153221"/>
            <a:ext cx="795528" cy="740664"/>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700" b="1"/>
              <a:t>2BC</a:t>
            </a:r>
          </a:p>
        </p:txBody>
      </p:sp>
      <p:sp>
        <p:nvSpPr>
          <p:cNvPr id="22" name="Oval 21"/>
          <p:cNvSpPr/>
          <p:nvPr/>
        </p:nvSpPr>
        <p:spPr>
          <a:xfrm>
            <a:off x="6314788" y="4660392"/>
            <a:ext cx="795528" cy="740664"/>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700" b="1"/>
              <a:t>1AC</a:t>
            </a:r>
          </a:p>
        </p:txBody>
      </p:sp>
      <p:sp>
        <p:nvSpPr>
          <p:cNvPr id="23" name="Oval 22"/>
          <p:cNvSpPr/>
          <p:nvPr/>
        </p:nvSpPr>
        <p:spPr>
          <a:xfrm>
            <a:off x="7243769" y="4660392"/>
            <a:ext cx="795528" cy="740664"/>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700" b="1"/>
              <a:t>1AB</a:t>
            </a:r>
          </a:p>
        </p:txBody>
      </p:sp>
      <p:sp>
        <p:nvSpPr>
          <p:cNvPr id="24" name="Oval 23"/>
          <p:cNvSpPr/>
          <p:nvPr/>
        </p:nvSpPr>
        <p:spPr>
          <a:xfrm>
            <a:off x="8178301" y="4660392"/>
            <a:ext cx="795528" cy="740664"/>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700" b="1"/>
              <a:t>1CB</a:t>
            </a:r>
          </a:p>
        </p:txBody>
      </p:sp>
      <p:cxnSp>
        <p:nvCxnSpPr>
          <p:cNvPr id="29" name="Straight Connector 28"/>
          <p:cNvCxnSpPr>
            <a:stCxn id="16" idx="3"/>
            <a:endCxn id="22" idx="0"/>
          </p:cNvCxnSpPr>
          <p:nvPr/>
        </p:nvCxnSpPr>
        <p:spPr>
          <a:xfrm flipH="1">
            <a:off x="6712552" y="3785417"/>
            <a:ext cx="657003" cy="874975"/>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p:cNvCxnSpPr>
            <a:stCxn id="16" idx="4"/>
            <a:endCxn id="23" idx="0"/>
          </p:cNvCxnSpPr>
          <p:nvPr/>
        </p:nvCxnSpPr>
        <p:spPr>
          <a:xfrm flipH="1">
            <a:off x="7641533" y="3893885"/>
            <a:ext cx="9284" cy="766507"/>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p:cNvCxnSpPr>
            <a:stCxn id="16" idx="5"/>
            <a:endCxn id="24" idx="0"/>
          </p:cNvCxnSpPr>
          <p:nvPr/>
        </p:nvCxnSpPr>
        <p:spPr>
          <a:xfrm>
            <a:off x="7932079" y="3785417"/>
            <a:ext cx="643986" cy="874975"/>
          </a:xfrm>
          <a:prstGeom prst="line">
            <a:avLst/>
          </a:prstGeom>
        </p:spPr>
        <p:style>
          <a:lnRef idx="1">
            <a:schemeClr val="accent1"/>
          </a:lnRef>
          <a:fillRef idx="0">
            <a:schemeClr val="accent1"/>
          </a:fillRef>
          <a:effectRef idx="0">
            <a:schemeClr val="accent1"/>
          </a:effectRef>
          <a:fontRef idx="minor">
            <a:schemeClr val="tx1"/>
          </a:fontRef>
        </p:style>
      </p:cxnSp>
      <p:sp>
        <p:nvSpPr>
          <p:cNvPr id="36" name="Oval 35"/>
          <p:cNvSpPr/>
          <p:nvPr/>
        </p:nvSpPr>
        <p:spPr>
          <a:xfrm>
            <a:off x="9365658" y="4660392"/>
            <a:ext cx="795528" cy="740664"/>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700" b="1"/>
              <a:t>1BA</a:t>
            </a:r>
          </a:p>
        </p:txBody>
      </p:sp>
      <p:sp>
        <p:nvSpPr>
          <p:cNvPr id="37" name="Oval 36"/>
          <p:cNvSpPr/>
          <p:nvPr/>
        </p:nvSpPr>
        <p:spPr>
          <a:xfrm>
            <a:off x="10294639" y="4660392"/>
            <a:ext cx="795528" cy="740664"/>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700" b="1"/>
              <a:t>1BC</a:t>
            </a:r>
          </a:p>
        </p:txBody>
      </p:sp>
      <p:sp>
        <p:nvSpPr>
          <p:cNvPr id="38" name="Oval 37"/>
          <p:cNvSpPr/>
          <p:nvPr/>
        </p:nvSpPr>
        <p:spPr>
          <a:xfrm>
            <a:off x="11229171" y="4660392"/>
            <a:ext cx="795528" cy="740664"/>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700" b="1"/>
              <a:t>1AC</a:t>
            </a:r>
          </a:p>
        </p:txBody>
      </p:sp>
      <p:cxnSp>
        <p:nvCxnSpPr>
          <p:cNvPr id="39" name="Straight Connector 38"/>
          <p:cNvCxnSpPr>
            <a:endCxn id="36" idx="0"/>
          </p:cNvCxnSpPr>
          <p:nvPr/>
        </p:nvCxnSpPr>
        <p:spPr>
          <a:xfrm flipH="1">
            <a:off x="9763422" y="3785417"/>
            <a:ext cx="657003" cy="874975"/>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p:cNvCxnSpPr>
            <a:endCxn id="37" idx="0"/>
          </p:cNvCxnSpPr>
          <p:nvPr/>
        </p:nvCxnSpPr>
        <p:spPr>
          <a:xfrm flipH="1">
            <a:off x="10692403" y="3893885"/>
            <a:ext cx="9284" cy="766507"/>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Connector 40"/>
          <p:cNvCxnSpPr>
            <a:endCxn id="38" idx="0"/>
          </p:cNvCxnSpPr>
          <p:nvPr/>
        </p:nvCxnSpPr>
        <p:spPr>
          <a:xfrm>
            <a:off x="10982949" y="3785417"/>
            <a:ext cx="643986" cy="874975"/>
          </a:xfrm>
          <a:prstGeom prst="line">
            <a:avLst/>
          </a:prstGeom>
        </p:spPr>
        <p:style>
          <a:lnRef idx="1">
            <a:schemeClr val="accent1"/>
          </a:lnRef>
          <a:fillRef idx="0">
            <a:schemeClr val="accent1"/>
          </a:fillRef>
          <a:effectRef idx="0">
            <a:schemeClr val="accent1"/>
          </a:effectRef>
          <a:fontRef idx="minor">
            <a:schemeClr val="tx1"/>
          </a:fontRef>
        </p:style>
      </p:cxnSp>
      <p:pic>
        <p:nvPicPr>
          <p:cNvPr id="43" name="Picture 42"/>
          <p:cNvPicPr>
            <a:picLocks noChangeAspect="1"/>
          </p:cNvPicPr>
          <p:nvPr/>
        </p:nvPicPr>
        <p:blipFill>
          <a:blip r:embed="rId2"/>
          <a:stretch>
            <a:fillRect/>
          </a:stretch>
        </p:blipFill>
        <p:spPr>
          <a:xfrm>
            <a:off x="556704" y="2194883"/>
            <a:ext cx="5122018" cy="2657339"/>
          </a:xfrm>
          <a:prstGeom prst="rect">
            <a:avLst/>
          </a:prstGeom>
        </p:spPr>
      </p:pic>
      <p:sp>
        <p:nvSpPr>
          <p:cNvPr id="47" name="Arc 46"/>
          <p:cNvSpPr/>
          <p:nvPr/>
        </p:nvSpPr>
        <p:spPr>
          <a:xfrm rot="8168751">
            <a:off x="8447640" y="1239910"/>
            <a:ext cx="1512834" cy="1460848"/>
          </a:xfrm>
          <a:prstGeom prst="arc">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Arc 47"/>
          <p:cNvSpPr/>
          <p:nvPr/>
        </p:nvSpPr>
        <p:spPr>
          <a:xfrm rot="8168751">
            <a:off x="7044342" y="2919062"/>
            <a:ext cx="1227275" cy="1253420"/>
          </a:xfrm>
          <a:prstGeom prst="arc">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Arc 48"/>
          <p:cNvSpPr/>
          <p:nvPr/>
        </p:nvSpPr>
        <p:spPr>
          <a:xfrm rot="8168751">
            <a:off x="10091951" y="2937010"/>
            <a:ext cx="1227275" cy="1253420"/>
          </a:xfrm>
          <a:prstGeom prst="arc">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TextBox 2">
            <a:extLst>
              <a:ext uri="{FF2B5EF4-FFF2-40B4-BE49-F238E27FC236}">
                <a16:creationId xmlns:a16="http://schemas.microsoft.com/office/drawing/2014/main" id="{0786AACE-D69F-40EE-9FB6-9EBE8D944AF3}"/>
              </a:ext>
            </a:extLst>
          </p:cNvPr>
          <p:cNvSpPr txBox="1"/>
          <p:nvPr/>
        </p:nvSpPr>
        <p:spPr>
          <a:xfrm>
            <a:off x="1006679" y="5662569"/>
            <a:ext cx="4740208" cy="646331"/>
          </a:xfrm>
          <a:prstGeom prst="rect">
            <a:avLst/>
          </a:prstGeom>
          <a:noFill/>
        </p:spPr>
        <p:txBody>
          <a:bodyPr wrap="none" rtlCol="0">
            <a:spAutoFit/>
          </a:bodyPr>
          <a:lstStyle/>
          <a:p>
            <a:r>
              <a:rPr lang="en-US">
                <a:hlinkClick r:id="rId3"/>
              </a:rPr>
              <a:t>https://www.youtube.com/watch?v=rf6uf3jNjbo</a:t>
            </a:r>
            <a:endParaRPr lang="en-US"/>
          </a:p>
          <a:p>
            <a:endParaRPr lang="en-US"/>
          </a:p>
        </p:txBody>
      </p:sp>
    </p:spTree>
    <p:extLst>
      <p:ext uri="{BB962C8B-B14F-4D97-AF65-F5344CB8AC3E}">
        <p14:creationId xmlns:p14="http://schemas.microsoft.com/office/powerpoint/2010/main" val="17153472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Symbolic Integration using Problem Reduction</a:t>
            </a:r>
          </a:p>
        </p:txBody>
      </p:sp>
      <p:sp>
        <p:nvSpPr>
          <p:cNvPr id="3" name="Content Placeholder 2"/>
          <p:cNvSpPr>
            <a:spLocks noGrp="1"/>
          </p:cNvSpPr>
          <p:nvPr>
            <p:ph idx="1"/>
          </p:nvPr>
        </p:nvSpPr>
        <p:spPr/>
        <p:txBody>
          <a:bodyPr/>
          <a:lstStyle/>
          <a:p>
            <a:r>
              <a:rPr lang="en-US"/>
              <a:t>The Start of AI was with Symbolic Integration</a:t>
            </a:r>
          </a:p>
          <a:p>
            <a:r>
              <a:rPr lang="en-US"/>
              <a:t>Can you integrate the following equation:</a:t>
            </a:r>
          </a:p>
          <a:p>
            <a:r>
              <a:rPr lang="en-US"/>
              <a:t>Given that you have an integral table as the following:</a:t>
            </a:r>
          </a:p>
          <a:p>
            <a:endParaRPr lang="en-US"/>
          </a:p>
        </p:txBody>
      </p:sp>
      <p:sp>
        <p:nvSpPr>
          <p:cNvPr id="4" name="Date Placeholder 3"/>
          <p:cNvSpPr>
            <a:spLocks noGrp="1"/>
          </p:cNvSpPr>
          <p:nvPr>
            <p:ph type="dt" sz="half" idx="10"/>
          </p:nvPr>
        </p:nvSpPr>
        <p:spPr/>
        <p:txBody>
          <a:bodyPr/>
          <a:lstStyle/>
          <a:p>
            <a:fld id="{4C87BEC4-B835-4E55-9D7F-50B76A3ED418}" type="datetime1">
              <a:rPr lang="en-US" smtClean="0"/>
              <a:t>9/6/2022</a:t>
            </a:fld>
            <a:endParaRPr lang="en-US"/>
          </a:p>
        </p:txBody>
      </p:sp>
      <p:sp>
        <p:nvSpPr>
          <p:cNvPr id="5" name="Footer Placeholder 4"/>
          <p:cNvSpPr>
            <a:spLocks noGrp="1"/>
          </p:cNvSpPr>
          <p:nvPr>
            <p:ph type="ftr" sz="quarter" idx="11"/>
          </p:nvPr>
        </p:nvSpPr>
        <p:spPr/>
        <p:txBody>
          <a:bodyPr/>
          <a:lstStyle/>
          <a:p>
            <a:r>
              <a:rPr lang="en-US"/>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smtClean="0"/>
              <a:t>32</a:t>
            </a:fld>
            <a:endParaRPr lang="en-US"/>
          </a:p>
        </p:txBody>
      </p:sp>
      <mc:AlternateContent xmlns:mc="http://schemas.openxmlformats.org/markup-compatibility/2006" xmlns:a14="http://schemas.microsoft.com/office/drawing/2010/main">
        <mc:Choice Requires="a14">
          <p:sp>
            <p:nvSpPr>
              <p:cNvPr id="8" name="TextBox 7"/>
              <p:cNvSpPr txBox="1"/>
              <p:nvPr/>
            </p:nvSpPr>
            <p:spPr>
              <a:xfrm>
                <a:off x="7791834" y="1647806"/>
                <a:ext cx="1893852" cy="80733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nary>
                        <m:naryPr>
                          <m:limLoc m:val="undOvr"/>
                          <m:subHide m:val="on"/>
                          <m:supHide m:val="on"/>
                          <m:ctrlPr>
                            <a:rPr lang="en-US" sz="2000" i="1" smtClean="0">
                              <a:latin typeface="Cambria Math" panose="02040503050406030204" pitchFamily="18" charset="0"/>
                            </a:rPr>
                          </m:ctrlPr>
                        </m:naryPr>
                        <m:sub/>
                        <m:sup/>
                        <m:e>
                          <m:f>
                            <m:fPr>
                              <m:ctrlPr>
                                <a:rPr lang="en-US" sz="2000" i="1" smtClean="0">
                                  <a:latin typeface="Cambria Math" panose="02040503050406030204" pitchFamily="18" charset="0"/>
                                </a:rPr>
                              </m:ctrlPr>
                            </m:fPr>
                            <m:num>
                              <m:sSup>
                                <m:sSupPr>
                                  <m:ctrlPr>
                                    <a:rPr lang="en-US" sz="2000" i="1" smtClean="0">
                                      <a:latin typeface="Cambria Math" panose="02040503050406030204" pitchFamily="18" charset="0"/>
                                    </a:rPr>
                                  </m:ctrlPr>
                                </m:sSupPr>
                                <m:e>
                                  <m:r>
                                    <a:rPr lang="en-US" sz="2000" b="0" i="1" smtClean="0">
                                      <a:latin typeface="Cambria Math" panose="02040503050406030204" pitchFamily="18" charset="0"/>
                                    </a:rPr>
                                    <m:t>−5</m:t>
                                  </m:r>
                                  <m:r>
                                    <a:rPr lang="en-US" sz="2000" b="0" i="1" smtClean="0">
                                      <a:latin typeface="Cambria Math" panose="02040503050406030204" pitchFamily="18" charset="0"/>
                                    </a:rPr>
                                    <m:t>𝑥</m:t>
                                  </m:r>
                                </m:e>
                                <m:sup>
                                  <m:r>
                                    <a:rPr lang="en-US" sz="2000" b="0" i="1" smtClean="0">
                                      <a:latin typeface="Cambria Math" panose="02040503050406030204" pitchFamily="18" charset="0"/>
                                    </a:rPr>
                                    <m:t>4</m:t>
                                  </m:r>
                                </m:sup>
                              </m:sSup>
                            </m:num>
                            <m:den>
                              <m:sSup>
                                <m:sSupPr>
                                  <m:ctrlPr>
                                    <a:rPr lang="en-US" sz="2000" i="1" smtClean="0">
                                      <a:latin typeface="Cambria Math" panose="02040503050406030204" pitchFamily="18" charset="0"/>
                                    </a:rPr>
                                  </m:ctrlPr>
                                </m:sSupPr>
                                <m:e>
                                  <m:r>
                                    <a:rPr lang="en-US" sz="2000" b="0" i="1" smtClean="0">
                                      <a:latin typeface="Cambria Math" panose="02040503050406030204" pitchFamily="18" charset="0"/>
                                    </a:rPr>
                                    <m:t>(1−</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𝑥</m:t>
                                      </m:r>
                                    </m:e>
                                    <m:sup>
                                      <m:r>
                                        <a:rPr lang="en-US" sz="2000" b="0" i="1" smtClean="0">
                                          <a:latin typeface="Cambria Math" panose="02040503050406030204" pitchFamily="18" charset="0"/>
                                        </a:rPr>
                                        <m:t>2</m:t>
                                      </m:r>
                                    </m:sup>
                                  </m:sSup>
                                  <m:r>
                                    <a:rPr lang="en-US" sz="2000" b="0" i="1" smtClean="0">
                                      <a:latin typeface="Cambria Math" panose="02040503050406030204" pitchFamily="18" charset="0"/>
                                    </a:rPr>
                                    <m:t>)</m:t>
                                  </m:r>
                                </m:e>
                                <m:sup>
                                  <m:r>
                                    <a:rPr lang="en-US" sz="2000" b="0" i="1" smtClean="0">
                                      <a:latin typeface="Cambria Math" panose="02040503050406030204" pitchFamily="18" charset="0"/>
                                    </a:rPr>
                                    <m:t>5/2</m:t>
                                  </m:r>
                                </m:sup>
                              </m:sSup>
                            </m:den>
                          </m:f>
                          <m:r>
                            <a:rPr lang="en-US" sz="2000" b="0" i="1" smtClean="0">
                              <a:latin typeface="Cambria Math" panose="02040503050406030204" pitchFamily="18" charset="0"/>
                            </a:rPr>
                            <m:t>𝑑𝑥</m:t>
                          </m:r>
                        </m:e>
                      </m:nary>
                    </m:oMath>
                  </m:oMathPara>
                </a14:m>
                <a:endParaRPr lang="en-US" sz="2000"/>
              </a:p>
            </p:txBody>
          </p:sp>
        </mc:Choice>
        <mc:Fallback xmlns="">
          <p:sp>
            <p:nvSpPr>
              <p:cNvPr id="8" name="TextBox 7"/>
              <p:cNvSpPr txBox="1">
                <a:spLocks noRot="1" noChangeAspect="1" noMove="1" noResize="1" noEditPoints="1" noAdjustHandles="1" noChangeArrowheads="1" noChangeShapeType="1" noTextEdit="1"/>
              </p:cNvSpPr>
              <p:nvPr/>
            </p:nvSpPr>
            <p:spPr>
              <a:xfrm>
                <a:off x="7791834" y="1647806"/>
                <a:ext cx="1893852" cy="807337"/>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9" name="Table 8"/>
              <p:cNvGraphicFramePr>
                <a:graphicFrameLocks noGrp="1"/>
              </p:cNvGraphicFramePr>
              <p:nvPr>
                <p:extLst>
                  <p:ext uri="{D42A27DB-BD31-4B8C-83A1-F6EECF244321}">
                    <p14:modId xmlns:p14="http://schemas.microsoft.com/office/powerpoint/2010/main" val="333844055"/>
                  </p:ext>
                </p:extLst>
              </p:nvPr>
            </p:nvGraphicFramePr>
            <p:xfrm>
              <a:off x="4306170" y="3109548"/>
              <a:ext cx="3579660" cy="3140584"/>
            </p:xfrm>
            <a:graphic>
              <a:graphicData uri="http://schemas.openxmlformats.org/drawingml/2006/table">
                <a:tbl>
                  <a:tblPr firstRow="1" bandRow="1">
                    <a:tableStyleId>{BDBED569-4797-4DF1-A0F4-6AAB3CD982D8}</a:tableStyleId>
                  </a:tblPr>
                  <a:tblGrid>
                    <a:gridCol w="610990">
                      <a:extLst>
                        <a:ext uri="{9D8B030D-6E8A-4147-A177-3AD203B41FA5}">
                          <a16:colId xmlns:a16="http://schemas.microsoft.com/office/drawing/2014/main" val="614705923"/>
                        </a:ext>
                      </a:extLst>
                    </a:gridCol>
                    <a:gridCol w="2968670">
                      <a:extLst>
                        <a:ext uri="{9D8B030D-6E8A-4147-A177-3AD203B41FA5}">
                          <a16:colId xmlns:a16="http://schemas.microsoft.com/office/drawing/2014/main" val="2356651884"/>
                        </a:ext>
                      </a:extLst>
                    </a:gridCol>
                  </a:tblGrid>
                  <a:tr h="370840">
                    <a:tc>
                      <a:txBody>
                        <a:bodyPr/>
                        <a:lstStyle/>
                        <a:p>
                          <a:pPr algn="ctr"/>
                          <a:r>
                            <a:rPr lang="en-US" sz="2000"/>
                            <a:t>#</a:t>
                          </a:r>
                        </a:p>
                      </a:txBody>
                      <a:tcPr/>
                    </a:tc>
                    <a:tc>
                      <a:txBody>
                        <a:bodyPr/>
                        <a:lstStyle/>
                        <a:p>
                          <a:pPr algn="ctr"/>
                          <a:r>
                            <a:rPr lang="en-US" sz="2000"/>
                            <a:t>Equation</a:t>
                          </a:r>
                        </a:p>
                      </a:txBody>
                      <a:tcPr/>
                    </a:tc>
                    <a:extLst>
                      <a:ext uri="{0D108BD9-81ED-4DB2-BD59-A6C34878D82A}">
                        <a16:rowId xmlns:a16="http://schemas.microsoft.com/office/drawing/2014/main" val="1474806442"/>
                      </a:ext>
                    </a:extLst>
                  </a:tr>
                  <a:tr h="370840">
                    <a:tc>
                      <a:txBody>
                        <a:bodyPr/>
                        <a:lstStyle/>
                        <a:p>
                          <a:pPr algn="ctr"/>
                          <a:r>
                            <a:rPr lang="en-US" sz="2000"/>
                            <a:t>a.</a:t>
                          </a:r>
                        </a:p>
                      </a:txBody>
                      <a:tcPr anchor="ctr"/>
                    </a:tc>
                    <a:tc>
                      <a:txBody>
                        <a:bodyPr/>
                        <a:lstStyle/>
                        <a:p>
                          <a:pPr algn="ctr"/>
                          <a14:m>
                            <m:oMathPara xmlns:m="http://schemas.openxmlformats.org/officeDocument/2006/math">
                              <m:oMathParaPr>
                                <m:jc m:val="centerGroup"/>
                              </m:oMathParaPr>
                              <m:oMath xmlns:m="http://schemas.openxmlformats.org/officeDocument/2006/math">
                                <m:nary>
                                  <m:naryPr>
                                    <m:limLoc m:val="undOvr"/>
                                    <m:subHide m:val="on"/>
                                    <m:supHide m:val="on"/>
                                    <m:ctrlPr>
                                      <a:rPr lang="en-US" sz="2000" i="1" smtClean="0">
                                        <a:latin typeface="Cambria Math" panose="02040503050406030204" pitchFamily="18" charset="0"/>
                                      </a:rPr>
                                    </m:ctrlPr>
                                  </m:naryPr>
                                  <m:sub/>
                                  <m:sup/>
                                  <m:e>
                                    <m:f>
                                      <m:fPr>
                                        <m:ctrlPr>
                                          <a:rPr lang="en-US" sz="2000" i="1" smtClean="0">
                                            <a:latin typeface="Cambria Math" panose="02040503050406030204" pitchFamily="18" charset="0"/>
                                          </a:rPr>
                                        </m:ctrlPr>
                                      </m:fPr>
                                      <m:num>
                                        <m:r>
                                          <a:rPr lang="en-US" sz="2000" smtClean="0">
                                            <a:latin typeface="Cambria Math" panose="02040503050406030204" pitchFamily="18" charset="0"/>
                                          </a:rPr>
                                          <m:t>1</m:t>
                                        </m:r>
                                      </m:num>
                                      <m:den>
                                        <m:r>
                                          <a:rPr lang="en-US" sz="2000" smtClean="0">
                                            <a:latin typeface="Cambria Math" panose="02040503050406030204" pitchFamily="18" charset="0"/>
                                          </a:rPr>
                                          <m:t>𝑥</m:t>
                                        </m:r>
                                      </m:den>
                                    </m:f>
                                  </m:e>
                                </m:nary>
                                <m:r>
                                  <a:rPr lang="en-US" sz="2000" smtClean="0">
                                    <a:latin typeface="Cambria Math" panose="02040503050406030204" pitchFamily="18" charset="0"/>
                                  </a:rPr>
                                  <m:t>𝑑𝑥</m:t>
                                </m:r>
                                <m:r>
                                  <a:rPr lang="en-US" sz="2000" smtClean="0">
                                    <a:latin typeface="Cambria Math" panose="02040503050406030204" pitchFamily="18" charset="0"/>
                                  </a:rPr>
                                  <m:t>=</m:t>
                                </m:r>
                                <m:func>
                                  <m:funcPr>
                                    <m:ctrlPr>
                                      <a:rPr lang="en-US" sz="2000" b="0" i="1" smtClean="0">
                                        <a:latin typeface="Cambria Math" panose="02040503050406030204" pitchFamily="18" charset="0"/>
                                      </a:rPr>
                                    </m:ctrlPr>
                                  </m:funcPr>
                                  <m:fName>
                                    <m:r>
                                      <m:rPr>
                                        <m:sty m:val="p"/>
                                      </m:rPr>
                                      <a:rPr lang="en-US" sz="2000" i="0" smtClean="0">
                                        <a:latin typeface="Cambria Math" panose="02040503050406030204" pitchFamily="18" charset="0"/>
                                      </a:rPr>
                                      <m:t>ln</m:t>
                                    </m:r>
                                  </m:fName>
                                  <m:e>
                                    <m:r>
                                      <a:rPr lang="en-US" sz="2000" b="0" i="1" smtClean="0">
                                        <a:latin typeface="Cambria Math" panose="02040503050406030204" pitchFamily="18" charset="0"/>
                                      </a:rPr>
                                      <m:t>𝑥</m:t>
                                    </m:r>
                                  </m:e>
                                </m:func>
                              </m:oMath>
                            </m:oMathPara>
                          </a14:m>
                          <a:endParaRPr lang="en-US" sz="2000"/>
                        </a:p>
                      </a:txBody>
                      <a:tcPr anchor="ctr"/>
                    </a:tc>
                    <a:extLst>
                      <a:ext uri="{0D108BD9-81ED-4DB2-BD59-A6C34878D82A}">
                        <a16:rowId xmlns:a16="http://schemas.microsoft.com/office/drawing/2014/main" val="860811311"/>
                      </a:ext>
                    </a:extLst>
                  </a:tr>
                  <a:tr h="370840">
                    <a:tc>
                      <a:txBody>
                        <a:bodyPr/>
                        <a:lstStyle/>
                        <a:p>
                          <a:pPr algn="ctr"/>
                          <a:r>
                            <a:rPr lang="en-US" sz="2000"/>
                            <a:t>b.</a:t>
                          </a:r>
                        </a:p>
                      </a:txBody>
                      <a:tcPr anchor="ct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14:m>
                            <m:oMath xmlns:m="http://schemas.openxmlformats.org/officeDocument/2006/math">
                              <m:nary>
                                <m:naryPr>
                                  <m:limLoc m:val="undOvr"/>
                                  <m:subHide m:val="on"/>
                                  <m:supHide m:val="on"/>
                                  <m:ctrlPr>
                                    <a:rPr lang="en-US" sz="2000" i="1" smtClean="0">
                                      <a:latin typeface="Cambria Math" panose="02040503050406030204" pitchFamily="18" charset="0"/>
                                    </a:rPr>
                                  </m:ctrlPr>
                                </m:naryPr>
                                <m:sub/>
                                <m:sup/>
                                <m:e>
                                  <m:sSup>
                                    <m:sSupPr>
                                      <m:ctrlPr>
                                        <a:rPr lang="en-US" sz="2000" i="1" smtClean="0">
                                          <a:latin typeface="Cambria Math" panose="02040503050406030204" pitchFamily="18" charset="0"/>
                                        </a:rPr>
                                      </m:ctrlPr>
                                    </m:sSupPr>
                                    <m:e>
                                      <m:r>
                                        <a:rPr lang="en-US" sz="2000" smtClean="0">
                                          <a:latin typeface="Cambria Math" panose="02040503050406030204" pitchFamily="18" charset="0"/>
                                        </a:rPr>
                                        <m:t>𝑥</m:t>
                                      </m:r>
                                    </m:e>
                                    <m:sup>
                                      <m:r>
                                        <a:rPr lang="en-US" sz="2000" smtClean="0">
                                          <a:latin typeface="Cambria Math" panose="02040503050406030204" pitchFamily="18" charset="0"/>
                                        </a:rPr>
                                        <m:t>𝑛</m:t>
                                      </m:r>
                                    </m:sup>
                                  </m:sSup>
                                </m:e>
                              </m:nary>
                              <m:r>
                                <a:rPr lang="en-US" sz="2000" smtClean="0">
                                  <a:latin typeface="Cambria Math" panose="02040503050406030204" pitchFamily="18" charset="0"/>
                                </a:rPr>
                                <m:t>𝑑𝑥</m:t>
                              </m:r>
                              <m:r>
                                <a:rPr lang="en-US" sz="2000" smtClean="0">
                                  <a:latin typeface="Cambria Math" panose="02040503050406030204" pitchFamily="18" charset="0"/>
                                </a:rPr>
                                <m:t>= </m:t>
                              </m:r>
                              <m:f>
                                <m:fPr>
                                  <m:ctrlPr>
                                    <a:rPr lang="en-US" sz="2000" i="1" smtClean="0">
                                      <a:latin typeface="Cambria Math" panose="02040503050406030204" pitchFamily="18" charset="0"/>
                                    </a:rPr>
                                  </m:ctrlPr>
                                </m:fPr>
                                <m:num>
                                  <m:sSup>
                                    <m:sSupPr>
                                      <m:ctrlPr>
                                        <a:rPr lang="en-US" sz="2000" i="1" smtClean="0">
                                          <a:latin typeface="Cambria Math" panose="02040503050406030204" pitchFamily="18" charset="0"/>
                                        </a:rPr>
                                      </m:ctrlPr>
                                    </m:sSupPr>
                                    <m:e>
                                      <m:r>
                                        <a:rPr lang="en-US" sz="2000" smtClean="0">
                                          <a:latin typeface="Cambria Math" panose="02040503050406030204" pitchFamily="18" charset="0"/>
                                        </a:rPr>
                                        <m:t>𝑥</m:t>
                                      </m:r>
                                    </m:e>
                                    <m:sup>
                                      <m:r>
                                        <a:rPr lang="en-US" sz="2000" smtClean="0">
                                          <a:latin typeface="Cambria Math" panose="02040503050406030204" pitchFamily="18" charset="0"/>
                                        </a:rPr>
                                        <m:t>𝑛</m:t>
                                      </m:r>
                                      <m:r>
                                        <a:rPr lang="en-US" sz="2000" smtClean="0">
                                          <a:latin typeface="Cambria Math" panose="02040503050406030204" pitchFamily="18" charset="0"/>
                                        </a:rPr>
                                        <m:t>+1</m:t>
                                      </m:r>
                                    </m:sup>
                                  </m:sSup>
                                </m:num>
                                <m:den>
                                  <m:r>
                                    <a:rPr lang="en-US" sz="2000" smtClean="0">
                                      <a:latin typeface="Cambria Math" panose="02040503050406030204" pitchFamily="18" charset="0"/>
                                    </a:rPr>
                                    <m:t>𝑛</m:t>
                                  </m:r>
                                  <m:r>
                                    <a:rPr lang="en-US" sz="2000" smtClean="0">
                                      <a:latin typeface="Cambria Math" panose="02040503050406030204" pitchFamily="18" charset="0"/>
                                    </a:rPr>
                                    <m:t>+1</m:t>
                                  </m:r>
                                </m:den>
                              </m:f>
                            </m:oMath>
                          </a14:m>
                          <a:r>
                            <a:rPr lang="en-US" sz="2000"/>
                            <a:t> </a:t>
                          </a:r>
                        </a:p>
                      </a:txBody>
                      <a:tcPr anchor="ctr"/>
                    </a:tc>
                    <a:extLst>
                      <a:ext uri="{0D108BD9-81ED-4DB2-BD59-A6C34878D82A}">
                        <a16:rowId xmlns:a16="http://schemas.microsoft.com/office/drawing/2014/main" val="4132639753"/>
                      </a:ext>
                    </a:extLst>
                  </a:tr>
                  <a:tr h="370840">
                    <a:tc>
                      <a:txBody>
                        <a:bodyPr/>
                        <a:lstStyle/>
                        <a:p>
                          <a:pPr algn="ctr"/>
                          <a:r>
                            <a:rPr lang="en-US" sz="2000"/>
                            <a:t>c.</a:t>
                          </a:r>
                        </a:p>
                      </a:txBody>
                      <a:tcPr anchor="ct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nary>
                                  <m:naryPr>
                                    <m:limLoc m:val="undOvr"/>
                                    <m:subHide m:val="on"/>
                                    <m:supHide m:val="on"/>
                                    <m:ctrlPr>
                                      <a:rPr lang="en-US" sz="2000" i="1" smtClean="0">
                                        <a:latin typeface="Cambria Math" panose="02040503050406030204" pitchFamily="18" charset="0"/>
                                      </a:rPr>
                                    </m:ctrlPr>
                                  </m:naryPr>
                                  <m:sub/>
                                  <m:sup/>
                                  <m:e>
                                    <m:func>
                                      <m:funcPr>
                                        <m:ctrlPr>
                                          <a:rPr lang="en-US" sz="2000" i="1" smtClean="0">
                                            <a:latin typeface="Cambria Math" panose="02040503050406030204" pitchFamily="18" charset="0"/>
                                          </a:rPr>
                                        </m:ctrlPr>
                                      </m:funcPr>
                                      <m:fName>
                                        <m:r>
                                          <m:rPr>
                                            <m:sty m:val="p"/>
                                          </m:rPr>
                                          <a:rPr lang="en-US" sz="2000" smtClean="0">
                                            <a:latin typeface="Cambria Math" panose="02040503050406030204" pitchFamily="18" charset="0"/>
                                          </a:rPr>
                                          <m:t>cos</m:t>
                                        </m:r>
                                      </m:fName>
                                      <m:e>
                                        <m:r>
                                          <a:rPr lang="en-US" sz="2000" smtClean="0">
                                            <a:latin typeface="Cambria Math" panose="02040503050406030204" pitchFamily="18" charset="0"/>
                                          </a:rPr>
                                          <m:t>𝑥</m:t>
                                        </m:r>
                                      </m:e>
                                    </m:func>
                                  </m:e>
                                </m:nary>
                                <m:r>
                                  <a:rPr lang="en-US" sz="2000" smtClean="0">
                                    <a:latin typeface="Cambria Math" panose="02040503050406030204" pitchFamily="18" charset="0"/>
                                  </a:rPr>
                                  <m:t>𝑑𝑥</m:t>
                                </m:r>
                                <m:r>
                                  <a:rPr lang="en-US" sz="2000" smtClean="0">
                                    <a:latin typeface="Cambria Math" panose="02040503050406030204" pitchFamily="18" charset="0"/>
                                  </a:rPr>
                                  <m:t>=</m:t>
                                </m:r>
                                <m:func>
                                  <m:funcPr>
                                    <m:ctrlPr>
                                      <a:rPr lang="en-US" sz="2000" i="1" smtClean="0">
                                        <a:latin typeface="Cambria Math" panose="02040503050406030204" pitchFamily="18" charset="0"/>
                                      </a:rPr>
                                    </m:ctrlPr>
                                  </m:funcPr>
                                  <m:fName>
                                    <m:r>
                                      <m:rPr>
                                        <m:sty m:val="p"/>
                                      </m:rPr>
                                      <a:rPr lang="en-US" sz="2000" smtClean="0">
                                        <a:latin typeface="Cambria Math" panose="02040503050406030204" pitchFamily="18" charset="0"/>
                                      </a:rPr>
                                      <m:t>sin</m:t>
                                    </m:r>
                                  </m:fName>
                                  <m:e>
                                    <m:r>
                                      <a:rPr lang="en-US" sz="2000" smtClean="0">
                                        <a:latin typeface="Cambria Math" panose="02040503050406030204" pitchFamily="18" charset="0"/>
                                      </a:rPr>
                                      <m:t>𝑥</m:t>
                                    </m:r>
                                  </m:e>
                                </m:func>
                              </m:oMath>
                            </m:oMathPara>
                          </a14:m>
                          <a:endParaRPr lang="en-US" sz="2000"/>
                        </a:p>
                      </a:txBody>
                      <a:tcPr anchor="ctr"/>
                    </a:tc>
                    <a:extLst>
                      <a:ext uri="{0D108BD9-81ED-4DB2-BD59-A6C34878D82A}">
                        <a16:rowId xmlns:a16="http://schemas.microsoft.com/office/drawing/2014/main" val="3618313188"/>
                      </a:ext>
                    </a:extLst>
                  </a:tr>
                  <a:tr h="370840">
                    <a:tc>
                      <a:txBody>
                        <a:bodyPr/>
                        <a:lstStyle/>
                        <a:p>
                          <a:pPr algn="ctr"/>
                          <a:r>
                            <a:rPr lang="en-US" sz="2000"/>
                            <a:t>…</a:t>
                          </a:r>
                        </a:p>
                      </a:txBody>
                      <a:tcPr anchor="ct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2000"/>
                            <a:t>…</a:t>
                          </a:r>
                        </a:p>
                      </a:txBody>
                      <a:tcPr anchor="ctr"/>
                    </a:tc>
                    <a:extLst>
                      <a:ext uri="{0D108BD9-81ED-4DB2-BD59-A6C34878D82A}">
                        <a16:rowId xmlns:a16="http://schemas.microsoft.com/office/drawing/2014/main" val="463407590"/>
                      </a:ext>
                    </a:extLst>
                  </a:tr>
                </a:tbl>
              </a:graphicData>
            </a:graphic>
          </p:graphicFrame>
        </mc:Choice>
        <mc:Fallback xmlns="">
          <p:graphicFrame>
            <p:nvGraphicFramePr>
              <p:cNvPr id="9" name="Table 8"/>
              <p:cNvGraphicFramePr>
                <a:graphicFrameLocks noGrp="1"/>
              </p:cNvGraphicFramePr>
              <p:nvPr>
                <p:extLst>
                  <p:ext uri="{D42A27DB-BD31-4B8C-83A1-F6EECF244321}">
                    <p14:modId xmlns:p14="http://schemas.microsoft.com/office/powerpoint/2010/main" val="333844055"/>
                  </p:ext>
                </p:extLst>
              </p:nvPr>
            </p:nvGraphicFramePr>
            <p:xfrm>
              <a:off x="4306170" y="3109548"/>
              <a:ext cx="3579660" cy="3140584"/>
            </p:xfrm>
            <a:graphic>
              <a:graphicData uri="http://schemas.openxmlformats.org/drawingml/2006/table">
                <a:tbl>
                  <a:tblPr firstRow="1" bandRow="1">
                    <a:tableStyleId>{BDBED569-4797-4DF1-A0F4-6AAB3CD982D8}</a:tableStyleId>
                  </a:tblPr>
                  <a:tblGrid>
                    <a:gridCol w="610990">
                      <a:extLst>
                        <a:ext uri="{9D8B030D-6E8A-4147-A177-3AD203B41FA5}">
                          <a16:colId xmlns:a16="http://schemas.microsoft.com/office/drawing/2014/main" val="614705923"/>
                        </a:ext>
                      </a:extLst>
                    </a:gridCol>
                    <a:gridCol w="2968670">
                      <a:extLst>
                        <a:ext uri="{9D8B030D-6E8A-4147-A177-3AD203B41FA5}">
                          <a16:colId xmlns:a16="http://schemas.microsoft.com/office/drawing/2014/main" val="2356651884"/>
                        </a:ext>
                      </a:extLst>
                    </a:gridCol>
                  </a:tblGrid>
                  <a:tr h="396240">
                    <a:tc>
                      <a:txBody>
                        <a:bodyPr/>
                        <a:lstStyle/>
                        <a:p>
                          <a:pPr algn="ctr"/>
                          <a:r>
                            <a:rPr lang="en-US" sz="2000"/>
                            <a:t>#</a:t>
                          </a:r>
                        </a:p>
                      </a:txBody>
                      <a:tcPr/>
                    </a:tc>
                    <a:tc>
                      <a:txBody>
                        <a:bodyPr/>
                        <a:lstStyle/>
                        <a:p>
                          <a:pPr algn="ctr"/>
                          <a:r>
                            <a:rPr lang="en-US" sz="2000"/>
                            <a:t>Equation</a:t>
                          </a:r>
                        </a:p>
                      </a:txBody>
                      <a:tcPr/>
                    </a:tc>
                    <a:extLst>
                      <a:ext uri="{0D108BD9-81ED-4DB2-BD59-A6C34878D82A}">
                        <a16:rowId xmlns:a16="http://schemas.microsoft.com/office/drawing/2014/main" val="1474806442"/>
                      </a:ext>
                    </a:extLst>
                  </a:tr>
                  <a:tr h="890969">
                    <a:tc>
                      <a:txBody>
                        <a:bodyPr/>
                        <a:lstStyle/>
                        <a:p>
                          <a:pPr algn="ctr"/>
                          <a:r>
                            <a:rPr lang="en-US" sz="2000"/>
                            <a:t>a.</a:t>
                          </a:r>
                        </a:p>
                      </a:txBody>
                      <a:tcPr anchor="ctr"/>
                    </a:tc>
                    <a:tc>
                      <a:txBody>
                        <a:bodyPr/>
                        <a:lstStyle/>
                        <a:p>
                          <a:endParaRPr lang="en-US"/>
                        </a:p>
                      </a:txBody>
                      <a:tcPr anchor="ctr">
                        <a:blipFill>
                          <a:blip r:embed="rId3"/>
                          <a:stretch>
                            <a:fillRect l="-20697" t="-47945" r="-615" b="-220548"/>
                          </a:stretch>
                        </a:blipFill>
                      </a:tcPr>
                    </a:tc>
                    <a:extLst>
                      <a:ext uri="{0D108BD9-81ED-4DB2-BD59-A6C34878D82A}">
                        <a16:rowId xmlns:a16="http://schemas.microsoft.com/office/drawing/2014/main" val="860811311"/>
                      </a:ext>
                    </a:extLst>
                  </a:tr>
                  <a:tr h="566166">
                    <a:tc>
                      <a:txBody>
                        <a:bodyPr/>
                        <a:lstStyle/>
                        <a:p>
                          <a:pPr algn="ctr"/>
                          <a:r>
                            <a:rPr lang="en-US" sz="2000"/>
                            <a:t>b.</a:t>
                          </a:r>
                        </a:p>
                      </a:txBody>
                      <a:tcPr anchor="ctr"/>
                    </a:tc>
                    <a:tc>
                      <a:txBody>
                        <a:bodyPr/>
                        <a:lstStyle/>
                        <a:p>
                          <a:endParaRPr lang="en-US"/>
                        </a:p>
                      </a:txBody>
                      <a:tcPr anchor="ctr">
                        <a:blipFill>
                          <a:blip r:embed="rId3"/>
                          <a:stretch>
                            <a:fillRect l="-20697" t="-229787" r="-615" b="-242553"/>
                          </a:stretch>
                        </a:blipFill>
                      </a:tcPr>
                    </a:tc>
                    <a:extLst>
                      <a:ext uri="{0D108BD9-81ED-4DB2-BD59-A6C34878D82A}">
                        <a16:rowId xmlns:a16="http://schemas.microsoft.com/office/drawing/2014/main" val="4132639753"/>
                      </a:ext>
                    </a:extLst>
                  </a:tr>
                  <a:tr h="890969">
                    <a:tc>
                      <a:txBody>
                        <a:bodyPr/>
                        <a:lstStyle/>
                        <a:p>
                          <a:pPr algn="ctr"/>
                          <a:r>
                            <a:rPr lang="en-US" sz="2000"/>
                            <a:t>c.</a:t>
                          </a:r>
                        </a:p>
                      </a:txBody>
                      <a:tcPr anchor="ctr"/>
                    </a:tc>
                    <a:tc>
                      <a:txBody>
                        <a:bodyPr/>
                        <a:lstStyle/>
                        <a:p>
                          <a:endParaRPr lang="en-US"/>
                        </a:p>
                      </a:txBody>
                      <a:tcPr anchor="ctr">
                        <a:blipFill>
                          <a:blip r:embed="rId3"/>
                          <a:stretch>
                            <a:fillRect l="-20697" t="-212329" r="-615" b="-56164"/>
                          </a:stretch>
                        </a:blipFill>
                      </a:tcPr>
                    </a:tc>
                    <a:extLst>
                      <a:ext uri="{0D108BD9-81ED-4DB2-BD59-A6C34878D82A}">
                        <a16:rowId xmlns:a16="http://schemas.microsoft.com/office/drawing/2014/main" val="3618313188"/>
                      </a:ext>
                    </a:extLst>
                  </a:tr>
                  <a:tr h="396240">
                    <a:tc>
                      <a:txBody>
                        <a:bodyPr/>
                        <a:lstStyle/>
                        <a:p>
                          <a:pPr algn="ctr"/>
                          <a:r>
                            <a:rPr lang="en-US" sz="2000"/>
                            <a:t>…</a:t>
                          </a:r>
                        </a:p>
                      </a:txBody>
                      <a:tcPr anchor="ct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2000"/>
                            <a:t>…</a:t>
                          </a:r>
                        </a:p>
                      </a:txBody>
                      <a:tcPr anchor="ctr"/>
                    </a:tc>
                    <a:extLst>
                      <a:ext uri="{0D108BD9-81ED-4DB2-BD59-A6C34878D82A}">
                        <a16:rowId xmlns:a16="http://schemas.microsoft.com/office/drawing/2014/main" val="463407590"/>
                      </a:ext>
                    </a:extLst>
                  </a:tr>
                </a:tbl>
              </a:graphicData>
            </a:graphic>
          </p:graphicFrame>
        </mc:Fallback>
      </mc:AlternateContent>
    </p:spTree>
    <p:extLst>
      <p:ext uri="{BB962C8B-B14F-4D97-AF65-F5344CB8AC3E}">
        <p14:creationId xmlns:p14="http://schemas.microsoft.com/office/powerpoint/2010/main" val="20044235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Symbolic Integration using Problem Reduction</a:t>
            </a:r>
          </a:p>
        </p:txBody>
      </p:sp>
      <p:sp>
        <p:nvSpPr>
          <p:cNvPr id="3" name="Content Placeholder 2"/>
          <p:cNvSpPr>
            <a:spLocks noGrp="1"/>
          </p:cNvSpPr>
          <p:nvPr>
            <p:ph idx="1"/>
          </p:nvPr>
        </p:nvSpPr>
        <p:spPr/>
        <p:txBody>
          <a:bodyPr/>
          <a:lstStyle/>
          <a:p>
            <a:r>
              <a:rPr lang="en-US" dirty="0"/>
              <a:t>Modeling the way a human solves an integration problem</a:t>
            </a:r>
          </a:p>
          <a:p>
            <a:r>
              <a:rPr lang="en-US" dirty="0"/>
              <a:t> </a:t>
            </a:r>
            <a:r>
              <a:rPr lang="en-US" dirty="0">
                <a:solidFill>
                  <a:srgbClr val="00B050"/>
                </a:solidFill>
              </a:rPr>
              <a:t>Solution approach</a:t>
            </a:r>
            <a:r>
              <a:rPr lang="en-US" dirty="0"/>
              <a:t>:</a:t>
            </a:r>
          </a:p>
          <a:p>
            <a:pPr lvl="1"/>
            <a:r>
              <a:rPr lang="en-US" dirty="0"/>
              <a:t>Simplify the integral given to an easier problem that will help us in solving the integral</a:t>
            </a:r>
          </a:p>
          <a:p>
            <a:r>
              <a:rPr lang="en-US" dirty="0">
                <a:solidFill>
                  <a:srgbClr val="FF0000"/>
                </a:solidFill>
              </a:rPr>
              <a:t>Problem Reduction </a:t>
            </a:r>
            <a:r>
              <a:rPr lang="en-US" dirty="0"/>
              <a:t>will utilize a known transform to reduce the original problem to a simpler one.  </a:t>
            </a:r>
          </a:p>
          <a:p>
            <a:r>
              <a:rPr lang="en-US" dirty="0"/>
              <a:t>We will denote each step of problem reduction by a Node</a:t>
            </a:r>
          </a:p>
          <a:p>
            <a:r>
              <a:rPr lang="en-US" dirty="0"/>
              <a:t>Review your calculus basics! </a:t>
            </a:r>
          </a:p>
          <a:p>
            <a:pPr marL="0" indent="0">
              <a:buNone/>
            </a:pPr>
            <a:endParaRPr lang="en-US" dirty="0"/>
          </a:p>
          <a:p>
            <a:endParaRPr lang="en-US" dirty="0"/>
          </a:p>
        </p:txBody>
      </p:sp>
      <p:sp>
        <p:nvSpPr>
          <p:cNvPr id="4" name="Date Placeholder 3"/>
          <p:cNvSpPr>
            <a:spLocks noGrp="1"/>
          </p:cNvSpPr>
          <p:nvPr>
            <p:ph type="dt" sz="half" idx="10"/>
          </p:nvPr>
        </p:nvSpPr>
        <p:spPr/>
        <p:txBody>
          <a:bodyPr/>
          <a:lstStyle/>
          <a:p>
            <a:fld id="{4C87BEC4-B835-4E55-9D7F-50B76A3ED418}" type="datetime1">
              <a:rPr lang="en-US" smtClean="0"/>
              <a:t>9/6/2022</a:t>
            </a:fld>
            <a:endParaRPr lang="en-US"/>
          </a:p>
        </p:txBody>
      </p:sp>
      <p:sp>
        <p:nvSpPr>
          <p:cNvPr id="5" name="Footer Placeholder 4"/>
          <p:cNvSpPr>
            <a:spLocks noGrp="1"/>
          </p:cNvSpPr>
          <p:nvPr>
            <p:ph type="ftr" sz="quarter" idx="11"/>
          </p:nvPr>
        </p:nvSpPr>
        <p:spPr/>
        <p:txBody>
          <a:bodyPr/>
          <a:lstStyle/>
          <a:p>
            <a:r>
              <a:rPr lang="en-US"/>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smtClean="0"/>
              <a:t>33</a:t>
            </a:fld>
            <a:endParaRPr lang="en-US"/>
          </a:p>
        </p:txBody>
      </p:sp>
    </p:spTree>
    <p:extLst>
      <p:ext uri="{BB962C8B-B14F-4D97-AF65-F5344CB8AC3E}">
        <p14:creationId xmlns:p14="http://schemas.microsoft.com/office/powerpoint/2010/main" val="42321141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Review of Integration Facts </a:t>
            </a:r>
          </a:p>
        </p:txBody>
      </p:sp>
      <p:sp>
        <p:nvSpPr>
          <p:cNvPr id="3" name="Content Placeholder 2"/>
          <p:cNvSpPr>
            <a:spLocks noGrp="1"/>
          </p:cNvSpPr>
          <p:nvPr>
            <p:ph idx="1"/>
          </p:nvPr>
        </p:nvSpPr>
        <p:spPr/>
        <p:txBody>
          <a:bodyPr/>
          <a:lstStyle/>
          <a:p>
            <a:r>
              <a:rPr lang="en-US" dirty="0">
                <a:solidFill>
                  <a:srgbClr val="FF0000"/>
                </a:solidFill>
              </a:rPr>
              <a:t>Safe Transformations</a:t>
            </a:r>
            <a:r>
              <a:rPr lang="en-US" dirty="0"/>
              <a:t>: always good to do</a:t>
            </a:r>
          </a:p>
        </p:txBody>
      </p:sp>
      <p:sp>
        <p:nvSpPr>
          <p:cNvPr id="4" name="Date Placeholder 3"/>
          <p:cNvSpPr>
            <a:spLocks noGrp="1"/>
          </p:cNvSpPr>
          <p:nvPr>
            <p:ph type="dt" sz="half" idx="10"/>
          </p:nvPr>
        </p:nvSpPr>
        <p:spPr/>
        <p:txBody>
          <a:bodyPr/>
          <a:lstStyle/>
          <a:p>
            <a:fld id="{4C87BEC4-B835-4E55-9D7F-50B76A3ED418}" type="datetime1">
              <a:rPr lang="en-US" smtClean="0"/>
              <a:t>9/6/2022</a:t>
            </a:fld>
            <a:endParaRPr lang="en-US"/>
          </a:p>
        </p:txBody>
      </p:sp>
      <p:sp>
        <p:nvSpPr>
          <p:cNvPr id="5" name="Footer Placeholder 4"/>
          <p:cNvSpPr>
            <a:spLocks noGrp="1"/>
          </p:cNvSpPr>
          <p:nvPr>
            <p:ph type="ftr" sz="quarter" idx="11"/>
          </p:nvPr>
        </p:nvSpPr>
        <p:spPr/>
        <p:txBody>
          <a:bodyPr/>
          <a:lstStyle/>
          <a:p>
            <a:r>
              <a:rPr lang="en-US"/>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smtClean="0"/>
              <a:t>34</a:t>
            </a:fld>
            <a:endParaRPr lang="en-US"/>
          </a:p>
        </p:txBody>
      </p:sp>
      <mc:AlternateContent xmlns:mc="http://schemas.openxmlformats.org/markup-compatibility/2006" xmlns:a14="http://schemas.microsoft.com/office/drawing/2010/main">
        <mc:Choice Requires="a14">
          <p:graphicFrame>
            <p:nvGraphicFramePr>
              <p:cNvPr id="8" name="Table 6">
                <a:extLst>
                  <a:ext uri="{FF2B5EF4-FFF2-40B4-BE49-F238E27FC236}">
                    <a16:creationId xmlns:a16="http://schemas.microsoft.com/office/drawing/2014/main" id="{BDB9AB86-554E-4E6B-8E89-234F1B9160CD}"/>
                  </a:ext>
                </a:extLst>
              </p:cNvPr>
              <p:cNvGraphicFramePr>
                <a:graphicFrameLocks noGrp="1"/>
              </p:cNvGraphicFramePr>
              <p:nvPr>
                <p:extLst>
                  <p:ext uri="{D42A27DB-BD31-4B8C-83A1-F6EECF244321}">
                    <p14:modId xmlns:p14="http://schemas.microsoft.com/office/powerpoint/2010/main" val="1374894725"/>
                  </p:ext>
                </p:extLst>
              </p:nvPr>
            </p:nvGraphicFramePr>
            <p:xfrm>
              <a:off x="967408" y="1965242"/>
              <a:ext cx="10384771" cy="3631821"/>
            </p:xfrm>
            <a:graphic>
              <a:graphicData uri="http://schemas.openxmlformats.org/drawingml/2006/table">
                <a:tbl>
                  <a:tblPr firstRow="1" bandRow="1">
                    <a:tableStyleId>{5C22544A-7EE6-4342-B048-85BDC9FD1C3A}</a:tableStyleId>
                  </a:tblPr>
                  <a:tblGrid>
                    <a:gridCol w="761108">
                      <a:extLst>
                        <a:ext uri="{9D8B030D-6E8A-4147-A177-3AD203B41FA5}">
                          <a16:colId xmlns:a16="http://schemas.microsoft.com/office/drawing/2014/main" val="3450387516"/>
                        </a:ext>
                      </a:extLst>
                    </a:gridCol>
                    <a:gridCol w="1627527">
                      <a:extLst>
                        <a:ext uri="{9D8B030D-6E8A-4147-A177-3AD203B41FA5}">
                          <a16:colId xmlns:a16="http://schemas.microsoft.com/office/drawing/2014/main" val="1204719884"/>
                        </a:ext>
                      </a:extLst>
                    </a:gridCol>
                    <a:gridCol w="7996136">
                      <a:extLst>
                        <a:ext uri="{9D8B030D-6E8A-4147-A177-3AD203B41FA5}">
                          <a16:colId xmlns:a16="http://schemas.microsoft.com/office/drawing/2014/main" val="2144503390"/>
                        </a:ext>
                      </a:extLst>
                    </a:gridCol>
                  </a:tblGrid>
                  <a:tr h="370840">
                    <a:tc>
                      <a:txBody>
                        <a:bodyPr/>
                        <a:lstStyle/>
                        <a:p>
                          <a:r>
                            <a:rPr lang="en-US" sz="2000"/>
                            <a:t>No</a:t>
                          </a:r>
                        </a:p>
                      </a:txBody>
                      <a:tcPr/>
                    </a:tc>
                    <a:tc>
                      <a:txBody>
                        <a:bodyPr/>
                        <a:lstStyle/>
                        <a:p>
                          <a:r>
                            <a:rPr lang="en-US" sz="2000"/>
                            <a:t>Name</a:t>
                          </a:r>
                        </a:p>
                      </a:txBody>
                      <a:tcPr/>
                    </a:tc>
                    <a:tc>
                      <a:txBody>
                        <a:bodyPr/>
                        <a:lstStyle/>
                        <a:p>
                          <a:r>
                            <a:rPr lang="en-US" sz="2000"/>
                            <a:t>Safe Transform </a:t>
                          </a:r>
                        </a:p>
                      </a:txBody>
                      <a:tcPr/>
                    </a:tc>
                    <a:extLst>
                      <a:ext uri="{0D108BD9-81ED-4DB2-BD59-A6C34878D82A}">
                        <a16:rowId xmlns:a16="http://schemas.microsoft.com/office/drawing/2014/main" val="1237283109"/>
                      </a:ext>
                    </a:extLst>
                  </a:tr>
                  <a:tr h="370840">
                    <a:tc>
                      <a:txBody>
                        <a:bodyPr/>
                        <a:lstStyle/>
                        <a:p>
                          <a:r>
                            <a:rPr lang="en-US" sz="2000"/>
                            <a:t>1.</a:t>
                          </a:r>
                        </a:p>
                      </a:txBody>
                      <a:tcPr/>
                    </a:tc>
                    <a:tc>
                      <a:txBody>
                        <a:bodyPr/>
                        <a:lstStyle/>
                        <a:p>
                          <a:r>
                            <a:rPr lang="en-US" sz="2000"/>
                            <a:t>Sign Rule</a:t>
                          </a:r>
                        </a:p>
                      </a:txBody>
                      <a:tcPr/>
                    </a:tc>
                    <a:tc>
                      <a:txBody>
                        <a:bodyPr/>
                        <a:lstStyle/>
                        <a:p>
                          <a:pPr/>
                          <a14:m>
                            <m:oMathPara xmlns:m="http://schemas.openxmlformats.org/officeDocument/2006/math">
                              <m:oMathParaPr>
                                <m:jc m:val="centerGroup"/>
                              </m:oMathParaPr>
                              <m:oMath xmlns:m="http://schemas.openxmlformats.org/officeDocument/2006/math">
                                <m:nary>
                                  <m:naryPr>
                                    <m:limLoc m:val="undOvr"/>
                                    <m:subHide m:val="on"/>
                                    <m:supHide m:val="on"/>
                                    <m:ctrlPr>
                                      <a:rPr lang="en-US" sz="1800" i="1" smtClean="0">
                                        <a:latin typeface="Cambria Math" panose="02040503050406030204" pitchFamily="18" charset="0"/>
                                      </a:rPr>
                                    </m:ctrlPr>
                                  </m:naryPr>
                                  <m:sub/>
                                  <m:sup/>
                                  <m:e>
                                    <m:r>
                                      <a:rPr lang="en-US" sz="1800" b="0" i="1" smtClean="0">
                                        <a:latin typeface="Cambria Math" panose="02040503050406030204" pitchFamily="18" charset="0"/>
                                      </a:rPr>
                                      <m:t>−</m:t>
                                    </m:r>
                                    <m:r>
                                      <a:rPr lang="en-US" sz="1800" b="0" i="1" smtClean="0">
                                        <a:latin typeface="Cambria Math" panose="02040503050406030204" pitchFamily="18" charset="0"/>
                                      </a:rPr>
                                      <m:t>𝑓</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𝑥</m:t>
                                        </m:r>
                                      </m:e>
                                    </m:d>
                                    <m:r>
                                      <a:rPr lang="en-US" sz="1800" b="0" i="1" smtClean="0">
                                        <a:latin typeface="Cambria Math" panose="02040503050406030204" pitchFamily="18" charset="0"/>
                                      </a:rPr>
                                      <m:t>𝑑𝑥</m:t>
                                    </m:r>
                                    <m:r>
                                      <a:rPr lang="en-US" sz="1800" b="0" i="1" smtClean="0">
                                        <a:latin typeface="Cambria Math" panose="02040503050406030204" pitchFamily="18" charset="0"/>
                                      </a:rPr>
                                      <m:t>=−</m:t>
                                    </m:r>
                                    <m:nary>
                                      <m:naryPr>
                                        <m:limLoc m:val="undOvr"/>
                                        <m:subHide m:val="on"/>
                                        <m:supHide m:val="on"/>
                                        <m:ctrlPr>
                                          <a:rPr lang="en-US" sz="1800" b="0" i="1" smtClean="0">
                                            <a:latin typeface="Cambria Math" panose="02040503050406030204" pitchFamily="18" charset="0"/>
                                          </a:rPr>
                                        </m:ctrlPr>
                                      </m:naryPr>
                                      <m:sub/>
                                      <m:sup/>
                                      <m:e>
                                        <m:r>
                                          <a:rPr lang="en-US" sz="1800" b="0" i="1" smtClean="0">
                                            <a:latin typeface="Cambria Math" panose="02040503050406030204" pitchFamily="18" charset="0"/>
                                          </a:rPr>
                                          <m:t>𝑓</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𝑥</m:t>
                                            </m:r>
                                          </m:e>
                                        </m:d>
                                        <m:r>
                                          <a:rPr lang="en-US" sz="1800" b="0" i="1" smtClean="0">
                                            <a:latin typeface="Cambria Math" panose="02040503050406030204" pitchFamily="18" charset="0"/>
                                          </a:rPr>
                                          <m:t>𝑑𝑥</m:t>
                                        </m:r>
                                      </m:e>
                                    </m:nary>
                                  </m:e>
                                </m:nary>
                              </m:oMath>
                            </m:oMathPara>
                          </a14:m>
                          <a:endParaRPr lang="en-US" sz="1800"/>
                        </a:p>
                      </a:txBody>
                      <a:tcPr anchor="ctr"/>
                    </a:tc>
                    <a:extLst>
                      <a:ext uri="{0D108BD9-81ED-4DB2-BD59-A6C34878D82A}">
                        <a16:rowId xmlns:a16="http://schemas.microsoft.com/office/drawing/2014/main" val="3628734530"/>
                      </a:ext>
                    </a:extLst>
                  </a:tr>
                  <a:tr h="370840">
                    <a:tc>
                      <a:txBody>
                        <a:bodyPr/>
                        <a:lstStyle/>
                        <a:p>
                          <a:r>
                            <a:rPr lang="en-US" sz="2000"/>
                            <a:t>2.</a:t>
                          </a:r>
                        </a:p>
                      </a:txBody>
                      <a:tcPr/>
                    </a:tc>
                    <a:tc>
                      <a:txBody>
                        <a:bodyPr/>
                        <a:lstStyle/>
                        <a:p>
                          <a:r>
                            <a:rPr lang="en-US" sz="2000"/>
                            <a:t>Constant Rule</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nary>
                                  <m:naryPr>
                                    <m:limLoc m:val="undOvr"/>
                                    <m:subHide m:val="on"/>
                                    <m:supHide m:val="on"/>
                                    <m:ctrlPr>
                                      <a:rPr lang="en-US" sz="1800" i="1" smtClean="0">
                                        <a:latin typeface="Cambria Math" panose="02040503050406030204" pitchFamily="18" charset="0"/>
                                      </a:rPr>
                                    </m:ctrlPr>
                                  </m:naryPr>
                                  <m:sub/>
                                  <m:sup/>
                                  <m:e>
                                    <m:r>
                                      <a:rPr lang="en-US" sz="1800" b="0" i="1" smtClean="0">
                                        <a:latin typeface="Cambria Math" panose="02040503050406030204" pitchFamily="18" charset="0"/>
                                      </a:rPr>
                                      <m:t>𝑐𝑓</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𝑥</m:t>
                                        </m:r>
                                      </m:e>
                                    </m:d>
                                    <m:r>
                                      <a:rPr lang="en-US" sz="1800" b="0" i="1" smtClean="0">
                                        <a:latin typeface="Cambria Math" panose="02040503050406030204" pitchFamily="18" charset="0"/>
                                      </a:rPr>
                                      <m:t>𝑑𝑥</m:t>
                                    </m:r>
                                    <m:r>
                                      <a:rPr lang="en-US" sz="1800" b="0" i="1" smtClean="0">
                                        <a:latin typeface="Cambria Math" panose="02040503050406030204" pitchFamily="18" charset="0"/>
                                      </a:rPr>
                                      <m:t>=</m:t>
                                    </m:r>
                                    <m:r>
                                      <a:rPr lang="en-US" sz="1800" b="0" i="1" smtClean="0">
                                        <a:latin typeface="Cambria Math" panose="02040503050406030204" pitchFamily="18" charset="0"/>
                                      </a:rPr>
                                      <m:t>𝑐</m:t>
                                    </m:r>
                                    <m:nary>
                                      <m:naryPr>
                                        <m:limLoc m:val="undOvr"/>
                                        <m:subHide m:val="on"/>
                                        <m:supHide m:val="on"/>
                                        <m:ctrlPr>
                                          <a:rPr lang="en-US" sz="1800" b="0" i="1" smtClean="0">
                                            <a:latin typeface="Cambria Math" panose="02040503050406030204" pitchFamily="18" charset="0"/>
                                          </a:rPr>
                                        </m:ctrlPr>
                                      </m:naryPr>
                                      <m:sub/>
                                      <m:sup/>
                                      <m:e>
                                        <m:r>
                                          <a:rPr lang="en-US" sz="1800" b="0" i="1" smtClean="0">
                                            <a:latin typeface="Cambria Math" panose="02040503050406030204" pitchFamily="18" charset="0"/>
                                          </a:rPr>
                                          <m:t>𝑓</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𝑥</m:t>
                                            </m:r>
                                          </m:e>
                                        </m:d>
                                        <m:r>
                                          <a:rPr lang="en-US" sz="1800" b="0" i="1" smtClean="0">
                                            <a:latin typeface="Cambria Math" panose="02040503050406030204" pitchFamily="18" charset="0"/>
                                          </a:rPr>
                                          <m:t>𝑑𝑥</m:t>
                                        </m:r>
                                      </m:e>
                                    </m:nary>
                                  </m:e>
                                </m:nary>
                              </m:oMath>
                            </m:oMathPara>
                          </a14:m>
                          <a:endParaRPr lang="en-US" sz="1800"/>
                        </a:p>
                      </a:txBody>
                      <a:tcPr anchor="ctr"/>
                    </a:tc>
                    <a:extLst>
                      <a:ext uri="{0D108BD9-81ED-4DB2-BD59-A6C34878D82A}">
                        <a16:rowId xmlns:a16="http://schemas.microsoft.com/office/drawing/2014/main" val="2410257984"/>
                      </a:ext>
                    </a:extLst>
                  </a:tr>
                  <a:tr h="370840">
                    <a:tc>
                      <a:txBody>
                        <a:bodyPr/>
                        <a:lstStyle/>
                        <a:p>
                          <a:r>
                            <a:rPr lang="en-US" sz="2000"/>
                            <a:t>3.</a:t>
                          </a:r>
                        </a:p>
                      </a:txBody>
                      <a:tcPr/>
                    </a:tc>
                    <a:tc>
                      <a:txBody>
                        <a:bodyPr/>
                        <a:lstStyle/>
                        <a:p>
                          <a:r>
                            <a:rPr lang="en-US" sz="2000"/>
                            <a:t>Sum Rule</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nary>
                                  <m:naryPr>
                                    <m:limLoc m:val="undOvr"/>
                                    <m:subHide m:val="on"/>
                                    <m:supHide m:val="on"/>
                                    <m:ctrlPr>
                                      <a:rPr lang="en-US" sz="1800" i="1" smtClean="0">
                                        <a:latin typeface="Cambria Math" panose="02040503050406030204" pitchFamily="18" charset="0"/>
                                      </a:rPr>
                                    </m:ctrlPr>
                                  </m:naryPr>
                                  <m:sub/>
                                  <m:sup/>
                                  <m:e>
                                    <m:nary>
                                      <m:naryPr>
                                        <m:chr m:val="∑"/>
                                        <m:subHide m:val="on"/>
                                        <m:supHide m:val="on"/>
                                        <m:ctrlPr>
                                          <a:rPr lang="en-US" sz="1800" i="1" smtClean="0">
                                            <a:latin typeface="Cambria Math" panose="02040503050406030204" pitchFamily="18" charset="0"/>
                                          </a:rPr>
                                        </m:ctrlPr>
                                      </m:naryPr>
                                      <m:sub/>
                                      <m:sup/>
                                      <m:e>
                                        <m:r>
                                          <a:rPr lang="en-US" sz="1800" b="0" i="1" smtClean="0">
                                            <a:latin typeface="Cambria Math" panose="02040503050406030204" pitchFamily="18" charset="0"/>
                                          </a:rPr>
                                          <m:t>𝑓</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𝑥</m:t>
                                            </m:r>
                                          </m:e>
                                        </m:d>
                                      </m:e>
                                    </m:nary>
                                    <m:r>
                                      <a:rPr lang="en-US" sz="1800" b="0" i="1" smtClean="0">
                                        <a:latin typeface="Cambria Math" panose="02040503050406030204" pitchFamily="18" charset="0"/>
                                      </a:rPr>
                                      <m:t>𝑑𝑥</m:t>
                                    </m:r>
                                    <m:r>
                                      <a:rPr lang="en-US" sz="1800" b="0" i="1" smtClean="0">
                                        <a:latin typeface="Cambria Math" panose="02040503050406030204" pitchFamily="18" charset="0"/>
                                      </a:rPr>
                                      <m:t>=</m:t>
                                    </m:r>
                                    <m:nary>
                                      <m:naryPr>
                                        <m:chr m:val="∑"/>
                                        <m:subHide m:val="on"/>
                                        <m:supHide m:val="on"/>
                                        <m:ctrlPr>
                                          <a:rPr lang="en-US" sz="1800" b="0" i="1" smtClean="0">
                                            <a:latin typeface="Cambria Math" panose="02040503050406030204" pitchFamily="18" charset="0"/>
                                          </a:rPr>
                                        </m:ctrlPr>
                                      </m:naryPr>
                                      <m:sub/>
                                      <m:sup/>
                                      <m:e>
                                        <m:nary>
                                          <m:naryPr>
                                            <m:limLoc m:val="undOvr"/>
                                            <m:subHide m:val="on"/>
                                            <m:supHide m:val="on"/>
                                            <m:ctrlPr>
                                              <a:rPr lang="en-US" sz="1800" b="0" i="1" smtClean="0">
                                                <a:latin typeface="Cambria Math" panose="02040503050406030204" pitchFamily="18" charset="0"/>
                                              </a:rPr>
                                            </m:ctrlPr>
                                          </m:naryPr>
                                          <m:sub/>
                                          <m:sup/>
                                          <m:e>
                                            <m:r>
                                              <a:rPr lang="en-US" sz="1800" b="0" i="1" smtClean="0">
                                                <a:latin typeface="Cambria Math" panose="02040503050406030204" pitchFamily="18" charset="0"/>
                                              </a:rPr>
                                              <m:t>𝑓</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𝑥</m:t>
                                                </m:r>
                                              </m:e>
                                            </m:d>
                                            <m:r>
                                              <a:rPr lang="en-US" sz="1800" b="0" i="1" smtClean="0">
                                                <a:latin typeface="Cambria Math" panose="02040503050406030204" pitchFamily="18" charset="0"/>
                                              </a:rPr>
                                              <m:t>𝑑𝑥</m:t>
                                            </m:r>
                                          </m:e>
                                        </m:nary>
                                      </m:e>
                                    </m:nary>
                                  </m:e>
                                </m:nary>
                              </m:oMath>
                            </m:oMathPara>
                          </a14:m>
                          <a:endParaRPr lang="en-US" sz="1800"/>
                        </a:p>
                      </a:txBody>
                      <a:tcPr anchor="ctr"/>
                    </a:tc>
                    <a:extLst>
                      <a:ext uri="{0D108BD9-81ED-4DB2-BD59-A6C34878D82A}">
                        <a16:rowId xmlns:a16="http://schemas.microsoft.com/office/drawing/2014/main" val="687614787"/>
                      </a:ext>
                    </a:extLst>
                  </a:tr>
                  <a:tr h="370840">
                    <a:tc>
                      <a:txBody>
                        <a:bodyPr/>
                        <a:lstStyle/>
                        <a:p>
                          <a:r>
                            <a:rPr lang="en-US" sz="2000"/>
                            <a:t>4.</a:t>
                          </a:r>
                        </a:p>
                      </a:txBody>
                      <a:tcPr/>
                    </a:tc>
                    <a:tc>
                      <a:txBody>
                        <a:bodyPr/>
                        <a:lstStyle/>
                        <a:p>
                          <a:r>
                            <a:rPr lang="en-US" sz="2000"/>
                            <a:t>Division </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 xmlns:m="http://schemas.openxmlformats.org/officeDocument/2006/math">
                              <m:nary>
                                <m:naryPr>
                                  <m:limLoc m:val="undOvr"/>
                                  <m:subHide m:val="on"/>
                                  <m:supHide m:val="on"/>
                                  <m:ctrlPr>
                                    <a:rPr lang="en-US" sz="1800" i="1" smtClean="0">
                                      <a:latin typeface="Cambria Math" panose="02040503050406030204" pitchFamily="18" charset="0"/>
                                    </a:rPr>
                                  </m:ctrlPr>
                                </m:naryPr>
                                <m:sub/>
                                <m:sup/>
                                <m:e>
                                  <m:f>
                                    <m:fPr>
                                      <m:ctrlPr>
                                        <a:rPr lang="en-US" sz="1800" i="1" smtClean="0">
                                          <a:latin typeface="Cambria Math" panose="02040503050406030204" pitchFamily="18" charset="0"/>
                                        </a:rPr>
                                      </m:ctrlPr>
                                    </m:fPr>
                                    <m:num>
                                      <m:r>
                                        <a:rPr lang="en-US" sz="1800" b="0" i="1" smtClean="0">
                                          <a:latin typeface="Cambria Math" panose="02040503050406030204" pitchFamily="18" charset="0"/>
                                        </a:rPr>
                                        <m:t>𝑃</m:t>
                                      </m:r>
                                      <m:r>
                                        <a:rPr lang="en-US" sz="1800" b="0" i="1" smtClean="0">
                                          <a:latin typeface="Cambria Math" panose="02040503050406030204" pitchFamily="18" charset="0"/>
                                        </a:rPr>
                                        <m:t>(</m:t>
                                      </m:r>
                                      <m:r>
                                        <a:rPr lang="en-US" sz="1800" b="0" i="1" smtClean="0">
                                          <a:latin typeface="Cambria Math" panose="02040503050406030204" pitchFamily="18" charset="0"/>
                                        </a:rPr>
                                        <m:t>𝑥</m:t>
                                      </m:r>
                                      <m:r>
                                        <a:rPr lang="en-US" sz="1800" b="0" i="1" smtClean="0">
                                          <a:latin typeface="Cambria Math" panose="02040503050406030204" pitchFamily="18" charset="0"/>
                                        </a:rPr>
                                        <m:t>)</m:t>
                                      </m:r>
                                    </m:num>
                                    <m:den>
                                      <m:r>
                                        <a:rPr lang="en-US" sz="1800" b="0" i="1" smtClean="0">
                                          <a:latin typeface="Cambria Math" panose="02040503050406030204" pitchFamily="18" charset="0"/>
                                        </a:rPr>
                                        <m:t>𝐺</m:t>
                                      </m:r>
                                      <m:r>
                                        <a:rPr lang="en-US" sz="1800" b="0" i="1" smtClean="0">
                                          <a:latin typeface="Cambria Math" panose="02040503050406030204" pitchFamily="18" charset="0"/>
                                        </a:rPr>
                                        <m:t>(</m:t>
                                      </m:r>
                                      <m:r>
                                        <a:rPr lang="en-US" sz="1800" b="0" i="1" smtClean="0">
                                          <a:latin typeface="Cambria Math" panose="02040503050406030204" pitchFamily="18" charset="0"/>
                                        </a:rPr>
                                        <m:t>𝑥</m:t>
                                      </m:r>
                                      <m:r>
                                        <a:rPr lang="en-US" sz="1800" b="0" i="1" smtClean="0">
                                          <a:latin typeface="Cambria Math" panose="02040503050406030204" pitchFamily="18" charset="0"/>
                                        </a:rPr>
                                        <m:t>)</m:t>
                                      </m:r>
                                    </m:den>
                                  </m:f>
                                </m:e>
                              </m:nary>
                            </m:oMath>
                          </a14:m>
                          <a:r>
                            <a:rPr lang="en-US" sz="1800"/>
                            <a:t> </a:t>
                          </a:r>
                          <a:r>
                            <a:rPr lang="en-US" sz="1800">
                              <a:sym typeface="Wingdings" panose="05000000000000000000" pitchFamily="2" charset="2"/>
                            </a:rPr>
                            <a:t> Divide (if the degree of </a:t>
                          </a:r>
                          <a14:m>
                            <m:oMath xmlns:m="http://schemas.openxmlformats.org/officeDocument/2006/math">
                              <m:r>
                                <a:rPr lang="en-US" sz="1800" b="0" i="1" smtClean="0">
                                  <a:latin typeface="Cambria Math" panose="02040503050406030204" pitchFamily="18" charset="0"/>
                                  <a:sym typeface="Wingdings" panose="05000000000000000000" pitchFamily="2" charset="2"/>
                                </a:rPr>
                                <m:t>𝑃</m:t>
                              </m:r>
                              <m:r>
                                <a:rPr lang="en-US" sz="1800" b="0" i="1" smtClean="0">
                                  <a:latin typeface="Cambria Math" panose="02040503050406030204" pitchFamily="18" charset="0"/>
                                  <a:sym typeface="Wingdings" panose="05000000000000000000" pitchFamily="2" charset="2"/>
                                </a:rPr>
                                <m:t>(</m:t>
                              </m:r>
                              <m:r>
                                <a:rPr lang="en-US" sz="1800" b="0" i="1" smtClean="0">
                                  <a:latin typeface="Cambria Math" panose="02040503050406030204" pitchFamily="18" charset="0"/>
                                  <a:sym typeface="Wingdings" panose="05000000000000000000" pitchFamily="2" charset="2"/>
                                </a:rPr>
                                <m:t>𝑥</m:t>
                              </m:r>
                              <m:r>
                                <a:rPr lang="en-US" sz="1800" b="0" i="1" smtClean="0">
                                  <a:latin typeface="Cambria Math" panose="02040503050406030204" pitchFamily="18" charset="0"/>
                                  <a:sym typeface="Wingdings" panose="05000000000000000000" pitchFamily="2" charset="2"/>
                                </a:rPr>
                                <m:t>)</m:t>
                              </m:r>
                            </m:oMath>
                          </a14:m>
                          <a:r>
                            <a:rPr lang="en-US" sz="1800"/>
                            <a:t> is greater than the degree of </a:t>
                          </a:r>
                          <a14:m>
                            <m:oMath xmlns:m="http://schemas.openxmlformats.org/officeDocument/2006/math">
                              <m:r>
                                <a:rPr lang="en-US" sz="1800" b="0" i="1" smtClean="0">
                                  <a:latin typeface="Cambria Math" panose="02040503050406030204" pitchFamily="18" charset="0"/>
                                  <a:sym typeface="Wingdings" panose="05000000000000000000" pitchFamily="2" charset="2"/>
                                </a:rPr>
                                <m:t>𝐺</m:t>
                              </m:r>
                              <m:r>
                                <a:rPr lang="en-US" sz="1800" b="0" i="1" smtClean="0">
                                  <a:latin typeface="Cambria Math" panose="02040503050406030204" pitchFamily="18" charset="0"/>
                                  <a:sym typeface="Wingdings" panose="05000000000000000000" pitchFamily="2" charset="2"/>
                                </a:rPr>
                                <m:t>(</m:t>
                              </m:r>
                              <m:r>
                                <a:rPr lang="en-US" sz="1800" b="0" i="1" smtClean="0">
                                  <a:latin typeface="Cambria Math" panose="02040503050406030204" pitchFamily="18" charset="0"/>
                                  <a:sym typeface="Wingdings" panose="05000000000000000000" pitchFamily="2" charset="2"/>
                                </a:rPr>
                                <m:t>𝑥</m:t>
                              </m:r>
                              <m:r>
                                <a:rPr lang="en-US" sz="1800" b="0" i="1" smtClean="0">
                                  <a:latin typeface="Cambria Math" panose="02040503050406030204" pitchFamily="18" charset="0"/>
                                  <a:sym typeface="Wingdings" panose="05000000000000000000" pitchFamily="2" charset="2"/>
                                </a:rPr>
                                <m:t>)</m:t>
                              </m:r>
                            </m:oMath>
                          </a14:m>
                          <a:r>
                            <a:rPr lang="en-US" sz="1800"/>
                            <a:t> perform long division  </a:t>
                          </a:r>
                        </a:p>
                      </a:txBody>
                      <a:tcPr/>
                    </a:tc>
                    <a:extLst>
                      <a:ext uri="{0D108BD9-81ED-4DB2-BD59-A6C34878D82A}">
                        <a16:rowId xmlns:a16="http://schemas.microsoft.com/office/drawing/2014/main" val="777681743"/>
                      </a:ext>
                    </a:extLst>
                  </a:tr>
                </a:tbl>
              </a:graphicData>
            </a:graphic>
          </p:graphicFrame>
        </mc:Choice>
        <mc:Fallback xmlns="">
          <p:graphicFrame>
            <p:nvGraphicFramePr>
              <p:cNvPr id="8" name="Table 6">
                <a:extLst>
                  <a:ext uri="{FF2B5EF4-FFF2-40B4-BE49-F238E27FC236}">
                    <a16:creationId xmlns:a16="http://schemas.microsoft.com/office/drawing/2014/main" id="{BDB9AB86-554E-4E6B-8E89-234F1B9160CD}"/>
                  </a:ext>
                </a:extLst>
              </p:cNvPr>
              <p:cNvGraphicFramePr>
                <a:graphicFrameLocks noGrp="1"/>
              </p:cNvGraphicFramePr>
              <p:nvPr>
                <p:extLst>
                  <p:ext uri="{D42A27DB-BD31-4B8C-83A1-F6EECF244321}">
                    <p14:modId xmlns:p14="http://schemas.microsoft.com/office/powerpoint/2010/main" val="1374894725"/>
                  </p:ext>
                </p:extLst>
              </p:nvPr>
            </p:nvGraphicFramePr>
            <p:xfrm>
              <a:off x="967408" y="1965242"/>
              <a:ext cx="10384771" cy="3631821"/>
            </p:xfrm>
            <a:graphic>
              <a:graphicData uri="http://schemas.openxmlformats.org/drawingml/2006/table">
                <a:tbl>
                  <a:tblPr firstRow="1" bandRow="1">
                    <a:tableStyleId>{5C22544A-7EE6-4342-B048-85BDC9FD1C3A}</a:tableStyleId>
                  </a:tblPr>
                  <a:tblGrid>
                    <a:gridCol w="761108">
                      <a:extLst>
                        <a:ext uri="{9D8B030D-6E8A-4147-A177-3AD203B41FA5}">
                          <a16:colId xmlns:a16="http://schemas.microsoft.com/office/drawing/2014/main" val="3450387516"/>
                        </a:ext>
                      </a:extLst>
                    </a:gridCol>
                    <a:gridCol w="1627527">
                      <a:extLst>
                        <a:ext uri="{9D8B030D-6E8A-4147-A177-3AD203B41FA5}">
                          <a16:colId xmlns:a16="http://schemas.microsoft.com/office/drawing/2014/main" val="1204719884"/>
                        </a:ext>
                      </a:extLst>
                    </a:gridCol>
                    <a:gridCol w="7996136">
                      <a:extLst>
                        <a:ext uri="{9D8B030D-6E8A-4147-A177-3AD203B41FA5}">
                          <a16:colId xmlns:a16="http://schemas.microsoft.com/office/drawing/2014/main" val="2144503390"/>
                        </a:ext>
                      </a:extLst>
                    </a:gridCol>
                  </a:tblGrid>
                  <a:tr h="396240">
                    <a:tc>
                      <a:txBody>
                        <a:bodyPr/>
                        <a:lstStyle/>
                        <a:p>
                          <a:r>
                            <a:rPr lang="en-US" sz="2000"/>
                            <a:t>No</a:t>
                          </a:r>
                        </a:p>
                      </a:txBody>
                      <a:tcPr/>
                    </a:tc>
                    <a:tc>
                      <a:txBody>
                        <a:bodyPr/>
                        <a:lstStyle/>
                        <a:p>
                          <a:r>
                            <a:rPr lang="en-US" sz="2000"/>
                            <a:t>Name</a:t>
                          </a:r>
                        </a:p>
                      </a:txBody>
                      <a:tcPr/>
                    </a:tc>
                    <a:tc>
                      <a:txBody>
                        <a:bodyPr/>
                        <a:lstStyle/>
                        <a:p>
                          <a:r>
                            <a:rPr lang="en-US" sz="2000"/>
                            <a:t>Safe Transform </a:t>
                          </a:r>
                        </a:p>
                      </a:txBody>
                      <a:tcPr/>
                    </a:tc>
                    <a:extLst>
                      <a:ext uri="{0D108BD9-81ED-4DB2-BD59-A6C34878D82A}">
                        <a16:rowId xmlns:a16="http://schemas.microsoft.com/office/drawing/2014/main" val="1237283109"/>
                      </a:ext>
                    </a:extLst>
                  </a:tr>
                  <a:tr h="810959">
                    <a:tc>
                      <a:txBody>
                        <a:bodyPr/>
                        <a:lstStyle/>
                        <a:p>
                          <a:r>
                            <a:rPr lang="en-US" sz="2000"/>
                            <a:t>1.</a:t>
                          </a:r>
                        </a:p>
                      </a:txBody>
                      <a:tcPr/>
                    </a:tc>
                    <a:tc>
                      <a:txBody>
                        <a:bodyPr/>
                        <a:lstStyle/>
                        <a:p>
                          <a:r>
                            <a:rPr lang="en-US" sz="2000"/>
                            <a:t>Sign Rule</a:t>
                          </a:r>
                        </a:p>
                      </a:txBody>
                      <a:tcPr/>
                    </a:tc>
                    <a:tc>
                      <a:txBody>
                        <a:bodyPr/>
                        <a:lstStyle/>
                        <a:p>
                          <a:endParaRPr lang="en-US"/>
                        </a:p>
                      </a:txBody>
                      <a:tcPr anchor="ctr">
                        <a:blipFill>
                          <a:blip r:embed="rId2"/>
                          <a:stretch>
                            <a:fillRect l="-29931" t="-52632" r="-305" b="-357143"/>
                          </a:stretch>
                        </a:blipFill>
                      </a:tcPr>
                    </a:tc>
                    <a:extLst>
                      <a:ext uri="{0D108BD9-81ED-4DB2-BD59-A6C34878D82A}">
                        <a16:rowId xmlns:a16="http://schemas.microsoft.com/office/drawing/2014/main" val="3628734530"/>
                      </a:ext>
                    </a:extLst>
                  </a:tr>
                  <a:tr h="810959">
                    <a:tc>
                      <a:txBody>
                        <a:bodyPr/>
                        <a:lstStyle/>
                        <a:p>
                          <a:r>
                            <a:rPr lang="en-US" sz="2000"/>
                            <a:t>2.</a:t>
                          </a:r>
                        </a:p>
                      </a:txBody>
                      <a:tcPr/>
                    </a:tc>
                    <a:tc>
                      <a:txBody>
                        <a:bodyPr/>
                        <a:lstStyle/>
                        <a:p>
                          <a:r>
                            <a:rPr lang="en-US" sz="2000"/>
                            <a:t>Constant Rule</a:t>
                          </a:r>
                        </a:p>
                      </a:txBody>
                      <a:tcPr/>
                    </a:tc>
                    <a:tc>
                      <a:txBody>
                        <a:bodyPr/>
                        <a:lstStyle/>
                        <a:p>
                          <a:endParaRPr lang="en-US"/>
                        </a:p>
                      </a:txBody>
                      <a:tcPr anchor="ctr">
                        <a:blipFill>
                          <a:blip r:embed="rId2"/>
                          <a:stretch>
                            <a:fillRect l="-29931" t="-151493" r="-305" b="-254478"/>
                          </a:stretch>
                        </a:blipFill>
                      </a:tcPr>
                    </a:tc>
                    <a:extLst>
                      <a:ext uri="{0D108BD9-81ED-4DB2-BD59-A6C34878D82A}">
                        <a16:rowId xmlns:a16="http://schemas.microsoft.com/office/drawing/2014/main" val="2410257984"/>
                      </a:ext>
                    </a:extLst>
                  </a:tr>
                  <a:tr h="810959">
                    <a:tc>
                      <a:txBody>
                        <a:bodyPr/>
                        <a:lstStyle/>
                        <a:p>
                          <a:r>
                            <a:rPr lang="en-US" sz="2000"/>
                            <a:t>3.</a:t>
                          </a:r>
                        </a:p>
                      </a:txBody>
                      <a:tcPr/>
                    </a:tc>
                    <a:tc>
                      <a:txBody>
                        <a:bodyPr/>
                        <a:lstStyle/>
                        <a:p>
                          <a:r>
                            <a:rPr lang="en-US" sz="2000"/>
                            <a:t>Sum Rule</a:t>
                          </a:r>
                        </a:p>
                      </a:txBody>
                      <a:tcPr/>
                    </a:tc>
                    <a:tc>
                      <a:txBody>
                        <a:bodyPr/>
                        <a:lstStyle/>
                        <a:p>
                          <a:endParaRPr lang="en-US"/>
                        </a:p>
                      </a:txBody>
                      <a:tcPr anchor="ctr">
                        <a:blipFill>
                          <a:blip r:embed="rId2"/>
                          <a:stretch>
                            <a:fillRect l="-29931" t="-253383" r="-305" b="-156391"/>
                          </a:stretch>
                        </a:blipFill>
                      </a:tcPr>
                    </a:tc>
                    <a:extLst>
                      <a:ext uri="{0D108BD9-81ED-4DB2-BD59-A6C34878D82A}">
                        <a16:rowId xmlns:a16="http://schemas.microsoft.com/office/drawing/2014/main" val="687614787"/>
                      </a:ext>
                    </a:extLst>
                  </a:tr>
                  <a:tr h="802704">
                    <a:tc>
                      <a:txBody>
                        <a:bodyPr/>
                        <a:lstStyle/>
                        <a:p>
                          <a:r>
                            <a:rPr lang="en-US" sz="2000"/>
                            <a:t>4.</a:t>
                          </a:r>
                        </a:p>
                      </a:txBody>
                      <a:tcPr/>
                    </a:tc>
                    <a:tc>
                      <a:txBody>
                        <a:bodyPr/>
                        <a:lstStyle/>
                        <a:p>
                          <a:r>
                            <a:rPr lang="en-US" sz="2000"/>
                            <a:t>Division </a:t>
                          </a:r>
                        </a:p>
                      </a:txBody>
                      <a:tcPr/>
                    </a:tc>
                    <a:tc>
                      <a:txBody>
                        <a:bodyPr/>
                        <a:lstStyle/>
                        <a:p>
                          <a:endParaRPr lang="en-US"/>
                        </a:p>
                      </a:txBody>
                      <a:tcPr>
                        <a:blipFill>
                          <a:blip r:embed="rId2"/>
                          <a:stretch>
                            <a:fillRect l="-29931" t="-356061" r="-305" b="-57576"/>
                          </a:stretch>
                        </a:blipFill>
                      </a:tcPr>
                    </a:tc>
                    <a:extLst>
                      <a:ext uri="{0D108BD9-81ED-4DB2-BD59-A6C34878D82A}">
                        <a16:rowId xmlns:a16="http://schemas.microsoft.com/office/drawing/2014/main" val="777681743"/>
                      </a:ext>
                    </a:extLst>
                  </a:tr>
                </a:tbl>
              </a:graphicData>
            </a:graphic>
          </p:graphicFrame>
        </mc:Fallback>
      </mc:AlternateContent>
      <p:sp>
        <p:nvSpPr>
          <p:cNvPr id="9" name="TextBox 8">
            <a:extLst>
              <a:ext uri="{FF2B5EF4-FFF2-40B4-BE49-F238E27FC236}">
                <a16:creationId xmlns:a16="http://schemas.microsoft.com/office/drawing/2014/main" id="{323D0675-A8F2-4F27-9815-F44614EB8666}"/>
              </a:ext>
            </a:extLst>
          </p:cNvPr>
          <p:cNvSpPr txBox="1"/>
          <p:nvPr/>
        </p:nvSpPr>
        <p:spPr>
          <a:xfrm>
            <a:off x="995098" y="5840838"/>
            <a:ext cx="9248029" cy="369332"/>
          </a:xfrm>
          <a:prstGeom prst="rect">
            <a:avLst/>
          </a:prstGeom>
          <a:solidFill>
            <a:srgbClr val="92D050"/>
          </a:solidFill>
        </p:spPr>
        <p:txBody>
          <a:bodyPr wrap="square" rtlCol="0">
            <a:spAutoFit/>
          </a:bodyPr>
          <a:lstStyle/>
          <a:p>
            <a:r>
              <a:rPr lang="en-US"/>
              <a:t>Note that point 1 and 2 are the same but we will treat them differently for ease of understanding</a:t>
            </a:r>
          </a:p>
        </p:txBody>
      </p:sp>
    </p:spTree>
    <p:extLst>
      <p:ext uri="{BB962C8B-B14F-4D97-AF65-F5344CB8AC3E}">
        <p14:creationId xmlns:p14="http://schemas.microsoft.com/office/powerpoint/2010/main" val="252926262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Review of Integration Facts</a:t>
            </a:r>
          </a:p>
        </p:txBody>
      </p:sp>
      <p:sp>
        <p:nvSpPr>
          <p:cNvPr id="3" name="Content Placeholder 2"/>
          <p:cNvSpPr>
            <a:spLocks noGrp="1"/>
          </p:cNvSpPr>
          <p:nvPr>
            <p:ph idx="1"/>
          </p:nvPr>
        </p:nvSpPr>
        <p:spPr/>
        <p:txBody>
          <a:bodyPr/>
          <a:lstStyle/>
          <a:p>
            <a:r>
              <a:rPr lang="en-US" dirty="0">
                <a:solidFill>
                  <a:srgbClr val="FF0000"/>
                </a:solidFill>
              </a:rPr>
              <a:t>Heuristic Transformations</a:t>
            </a:r>
            <a:r>
              <a:rPr lang="en-US" dirty="0"/>
              <a:t>: sometimes useful, do not always work</a:t>
            </a:r>
          </a:p>
        </p:txBody>
      </p:sp>
      <p:sp>
        <p:nvSpPr>
          <p:cNvPr id="4" name="Date Placeholder 3"/>
          <p:cNvSpPr>
            <a:spLocks noGrp="1"/>
          </p:cNvSpPr>
          <p:nvPr>
            <p:ph type="dt" sz="half" idx="10"/>
          </p:nvPr>
        </p:nvSpPr>
        <p:spPr/>
        <p:txBody>
          <a:bodyPr/>
          <a:lstStyle/>
          <a:p>
            <a:fld id="{4C87BEC4-B835-4E55-9D7F-50B76A3ED418}" type="datetime1">
              <a:rPr lang="en-US" smtClean="0"/>
              <a:t>9/6/2022</a:t>
            </a:fld>
            <a:endParaRPr lang="en-US"/>
          </a:p>
        </p:txBody>
      </p:sp>
      <p:sp>
        <p:nvSpPr>
          <p:cNvPr id="5" name="Footer Placeholder 4"/>
          <p:cNvSpPr>
            <a:spLocks noGrp="1"/>
          </p:cNvSpPr>
          <p:nvPr>
            <p:ph type="ftr" sz="quarter" idx="11"/>
          </p:nvPr>
        </p:nvSpPr>
        <p:spPr/>
        <p:txBody>
          <a:bodyPr/>
          <a:lstStyle/>
          <a:p>
            <a:r>
              <a:rPr lang="en-US"/>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smtClean="0"/>
              <a:t>35</a:t>
            </a:fld>
            <a:endParaRPr lang="en-US"/>
          </a:p>
        </p:txBody>
      </p:sp>
      <mc:AlternateContent xmlns:mc="http://schemas.openxmlformats.org/markup-compatibility/2006" xmlns:a14="http://schemas.microsoft.com/office/drawing/2010/main">
        <mc:Choice Requires="a14">
          <p:graphicFrame>
            <p:nvGraphicFramePr>
              <p:cNvPr id="8" name="Table 6">
                <a:extLst>
                  <a:ext uri="{FF2B5EF4-FFF2-40B4-BE49-F238E27FC236}">
                    <a16:creationId xmlns:a16="http://schemas.microsoft.com/office/drawing/2014/main" id="{BDB9AB86-554E-4E6B-8E89-234F1B9160CD}"/>
                  </a:ext>
                </a:extLst>
              </p:cNvPr>
              <p:cNvGraphicFramePr>
                <a:graphicFrameLocks noGrp="1"/>
              </p:cNvGraphicFramePr>
              <p:nvPr>
                <p:extLst>
                  <p:ext uri="{D42A27DB-BD31-4B8C-83A1-F6EECF244321}">
                    <p14:modId xmlns:p14="http://schemas.microsoft.com/office/powerpoint/2010/main" val="1452453363"/>
                  </p:ext>
                </p:extLst>
              </p:nvPr>
            </p:nvGraphicFramePr>
            <p:xfrm>
              <a:off x="468997" y="2051616"/>
              <a:ext cx="11254006" cy="3599564"/>
            </p:xfrm>
            <a:graphic>
              <a:graphicData uri="http://schemas.openxmlformats.org/drawingml/2006/table">
                <a:tbl>
                  <a:tblPr firstRow="1" bandRow="1">
                    <a:tableStyleId>{5C22544A-7EE6-4342-B048-85BDC9FD1C3A}</a:tableStyleId>
                  </a:tblPr>
                  <a:tblGrid>
                    <a:gridCol w="896604">
                      <a:extLst>
                        <a:ext uri="{9D8B030D-6E8A-4147-A177-3AD203B41FA5}">
                          <a16:colId xmlns:a16="http://schemas.microsoft.com/office/drawing/2014/main" val="3450387516"/>
                        </a:ext>
                      </a:extLst>
                    </a:gridCol>
                    <a:gridCol w="2103889">
                      <a:extLst>
                        <a:ext uri="{9D8B030D-6E8A-4147-A177-3AD203B41FA5}">
                          <a16:colId xmlns:a16="http://schemas.microsoft.com/office/drawing/2014/main" val="1204719884"/>
                        </a:ext>
                      </a:extLst>
                    </a:gridCol>
                    <a:gridCol w="8253513">
                      <a:extLst>
                        <a:ext uri="{9D8B030D-6E8A-4147-A177-3AD203B41FA5}">
                          <a16:colId xmlns:a16="http://schemas.microsoft.com/office/drawing/2014/main" val="2144503390"/>
                        </a:ext>
                      </a:extLst>
                    </a:gridCol>
                  </a:tblGrid>
                  <a:tr h="466753">
                    <a:tc>
                      <a:txBody>
                        <a:bodyPr/>
                        <a:lstStyle/>
                        <a:p>
                          <a:r>
                            <a:rPr lang="en-US"/>
                            <a:t>No</a:t>
                          </a:r>
                        </a:p>
                      </a:txBody>
                      <a:tcPr/>
                    </a:tc>
                    <a:tc>
                      <a:txBody>
                        <a:bodyPr/>
                        <a:lstStyle/>
                        <a:p>
                          <a:r>
                            <a:rPr lang="en-US"/>
                            <a:t>Name</a:t>
                          </a:r>
                        </a:p>
                      </a:txBody>
                      <a:tcPr/>
                    </a:tc>
                    <a:tc>
                      <a:txBody>
                        <a:bodyPr/>
                        <a:lstStyle/>
                        <a:p>
                          <a:r>
                            <a:rPr lang="en-US"/>
                            <a:t>Safe Transform </a:t>
                          </a:r>
                        </a:p>
                      </a:txBody>
                      <a:tcPr/>
                    </a:tc>
                    <a:extLst>
                      <a:ext uri="{0D108BD9-81ED-4DB2-BD59-A6C34878D82A}">
                        <a16:rowId xmlns:a16="http://schemas.microsoft.com/office/drawing/2014/main" val="1237283109"/>
                      </a:ext>
                    </a:extLst>
                  </a:tr>
                  <a:tr h="667486">
                    <a:tc>
                      <a:txBody>
                        <a:bodyPr/>
                        <a:lstStyle/>
                        <a:p>
                          <a:r>
                            <a:rPr lang="en-US" sz="2000"/>
                            <a:t>A.</a:t>
                          </a:r>
                        </a:p>
                      </a:txBody>
                      <a:tcPr/>
                    </a:tc>
                    <a:tc>
                      <a:txBody>
                        <a:bodyPr/>
                        <a:lstStyle/>
                        <a:p>
                          <a:r>
                            <a:rPr lang="en-US" sz="2000"/>
                            <a:t>Trigonometric </a:t>
                          </a:r>
                        </a:p>
                      </a:txBody>
                      <a:tcPr/>
                    </a:tc>
                    <a:tc>
                      <a:txBody>
                        <a:bodyPr/>
                        <a:lstStyle/>
                        <a:p>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𝑓</m:t>
                                </m:r>
                                <m:d>
                                  <m:dPr>
                                    <m:ctrlPr>
                                      <a:rPr lang="en-US" sz="1800" b="0" i="1" smtClean="0">
                                        <a:latin typeface="Cambria Math" panose="02040503050406030204" pitchFamily="18" charset="0"/>
                                      </a:rPr>
                                    </m:ctrlPr>
                                  </m:dPr>
                                  <m:e>
                                    <m:func>
                                      <m:funcPr>
                                        <m:ctrlPr>
                                          <a:rPr lang="en-US" sz="1800" b="0" i="1" smtClean="0">
                                            <a:latin typeface="Cambria Math" panose="02040503050406030204" pitchFamily="18" charset="0"/>
                                          </a:rPr>
                                        </m:ctrlPr>
                                      </m:funcPr>
                                      <m:fName>
                                        <m:r>
                                          <m:rPr>
                                            <m:sty m:val="p"/>
                                          </m:rPr>
                                          <a:rPr lang="en-US" sz="1800" b="0" i="0" smtClean="0">
                                            <a:latin typeface="Cambria Math" panose="02040503050406030204" pitchFamily="18" charset="0"/>
                                          </a:rPr>
                                          <m:t>sin</m:t>
                                        </m:r>
                                      </m:fName>
                                      <m:e>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𝑥</m:t>
                                            </m:r>
                                          </m:e>
                                        </m:d>
                                      </m:e>
                                    </m:func>
                                    <m:r>
                                      <a:rPr lang="en-US" sz="1800" b="0" i="1" smtClean="0">
                                        <a:latin typeface="Cambria Math" panose="02040503050406030204" pitchFamily="18" charset="0"/>
                                      </a:rPr>
                                      <m:t>,</m:t>
                                    </m:r>
                                    <m:func>
                                      <m:funcPr>
                                        <m:ctrlPr>
                                          <a:rPr lang="en-US" sz="1800" b="0" i="1" smtClean="0">
                                            <a:latin typeface="Cambria Math" panose="02040503050406030204" pitchFamily="18" charset="0"/>
                                          </a:rPr>
                                        </m:ctrlPr>
                                      </m:funcPr>
                                      <m:fName>
                                        <m:r>
                                          <m:rPr>
                                            <m:sty m:val="p"/>
                                          </m:rPr>
                                          <a:rPr lang="en-US" sz="1800" b="0" i="0" smtClean="0">
                                            <a:latin typeface="Cambria Math" panose="02040503050406030204" pitchFamily="18" charset="0"/>
                                          </a:rPr>
                                          <m:t>cos</m:t>
                                        </m:r>
                                      </m:fName>
                                      <m:e>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𝑥</m:t>
                                            </m:r>
                                          </m:e>
                                        </m:d>
                                      </m:e>
                                    </m:func>
                                    <m:r>
                                      <a:rPr lang="en-US" sz="1800" b="0" i="1" smtClean="0">
                                        <a:latin typeface="Cambria Math" panose="02040503050406030204" pitchFamily="18" charset="0"/>
                                      </a:rPr>
                                      <m:t>,</m:t>
                                    </m:r>
                                    <m:func>
                                      <m:funcPr>
                                        <m:ctrlPr>
                                          <a:rPr lang="en-US" sz="1800" b="0" i="1" smtClean="0">
                                            <a:latin typeface="Cambria Math" panose="02040503050406030204" pitchFamily="18" charset="0"/>
                                          </a:rPr>
                                        </m:ctrlPr>
                                      </m:funcPr>
                                      <m:fName>
                                        <m:r>
                                          <m:rPr>
                                            <m:sty m:val="p"/>
                                          </m:rPr>
                                          <a:rPr lang="en-US" sz="1800" b="0" i="0" smtClean="0">
                                            <a:latin typeface="Cambria Math" panose="02040503050406030204" pitchFamily="18" charset="0"/>
                                          </a:rPr>
                                          <m:t>tan</m:t>
                                        </m:r>
                                      </m:fName>
                                      <m:e>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𝑥</m:t>
                                            </m:r>
                                          </m:e>
                                        </m:d>
                                      </m:e>
                                    </m:func>
                                    <m:r>
                                      <a:rPr lang="en-US" sz="1800" b="0" i="1" smtClean="0">
                                        <a:latin typeface="Cambria Math" panose="02040503050406030204" pitchFamily="18" charset="0"/>
                                      </a:rPr>
                                      <m:t>,</m:t>
                                    </m:r>
                                    <m:func>
                                      <m:funcPr>
                                        <m:ctrlPr>
                                          <a:rPr lang="en-US" sz="1800" b="0" i="1" smtClean="0">
                                            <a:latin typeface="Cambria Math" panose="02040503050406030204" pitchFamily="18" charset="0"/>
                                          </a:rPr>
                                        </m:ctrlPr>
                                      </m:funcPr>
                                      <m:fName>
                                        <m:r>
                                          <m:rPr>
                                            <m:sty m:val="p"/>
                                          </m:rPr>
                                          <a:rPr lang="en-US" sz="1800" b="0" i="0" smtClean="0">
                                            <a:latin typeface="Cambria Math" panose="02040503050406030204" pitchFamily="18" charset="0"/>
                                          </a:rPr>
                                          <m:t>csc</m:t>
                                        </m:r>
                                      </m:fName>
                                      <m:e>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𝑥</m:t>
                                            </m:r>
                                          </m:e>
                                        </m:d>
                                      </m:e>
                                    </m:func>
                                    <m:r>
                                      <a:rPr lang="en-US" sz="1800" b="0" i="1" smtClean="0">
                                        <a:latin typeface="Cambria Math" panose="02040503050406030204" pitchFamily="18" charset="0"/>
                                      </a:rPr>
                                      <m:t>,</m:t>
                                    </m:r>
                                    <m:func>
                                      <m:funcPr>
                                        <m:ctrlPr>
                                          <a:rPr lang="en-US" sz="1800" b="0" i="1" smtClean="0">
                                            <a:latin typeface="Cambria Math" panose="02040503050406030204" pitchFamily="18" charset="0"/>
                                          </a:rPr>
                                        </m:ctrlPr>
                                      </m:funcPr>
                                      <m:fName>
                                        <m:r>
                                          <m:rPr>
                                            <m:sty m:val="p"/>
                                          </m:rPr>
                                          <a:rPr lang="en-US" sz="1800" b="0" i="0" smtClean="0">
                                            <a:latin typeface="Cambria Math" panose="02040503050406030204" pitchFamily="18" charset="0"/>
                                          </a:rPr>
                                          <m:t>sec</m:t>
                                        </m:r>
                                      </m:fName>
                                      <m:e>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𝑥</m:t>
                                            </m:r>
                                          </m:e>
                                        </m:d>
                                      </m:e>
                                    </m:func>
                                    <m:r>
                                      <a:rPr lang="en-US" sz="1800" b="0" i="1" smtClean="0">
                                        <a:latin typeface="Cambria Math" panose="02040503050406030204" pitchFamily="18" charset="0"/>
                                      </a:rPr>
                                      <m:t>,</m:t>
                                    </m:r>
                                    <m:func>
                                      <m:funcPr>
                                        <m:ctrlPr>
                                          <a:rPr lang="en-US" sz="1800" b="0" i="1" smtClean="0">
                                            <a:latin typeface="Cambria Math" panose="02040503050406030204" pitchFamily="18" charset="0"/>
                                          </a:rPr>
                                        </m:ctrlPr>
                                      </m:funcPr>
                                      <m:fName>
                                        <m:r>
                                          <m:rPr>
                                            <m:sty m:val="p"/>
                                          </m:rPr>
                                          <a:rPr lang="en-US" sz="1800" b="0" i="0" smtClean="0">
                                            <a:latin typeface="Cambria Math" panose="02040503050406030204" pitchFamily="18" charset="0"/>
                                          </a:rPr>
                                          <m:t>cot</m:t>
                                        </m:r>
                                      </m:fName>
                                      <m:e>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𝑥</m:t>
                                            </m:r>
                                          </m:e>
                                        </m:d>
                                      </m:e>
                                    </m:func>
                                  </m:e>
                                </m:d>
                                <m:r>
                                  <a:rPr lang="en-US" sz="1800" b="0" i="1" smtClean="0">
                                    <a:latin typeface="Cambria Math" panose="02040503050406030204" pitchFamily="18" charset="0"/>
                                  </a:rPr>
                                  <m:t>=</m:t>
                                </m:r>
                                <m:r>
                                  <a:rPr lang="en-US" sz="1800" b="0" i="1" smtClean="0">
                                    <a:latin typeface="Cambria Math" panose="02040503050406030204" pitchFamily="18" charset="0"/>
                                  </a:rPr>
                                  <m:t>𝑔</m:t>
                                </m:r>
                                <m:d>
                                  <m:dPr>
                                    <m:ctrlPr>
                                      <a:rPr lang="en-US" sz="1800" b="0" i="1" smtClean="0">
                                        <a:latin typeface="Cambria Math" panose="02040503050406030204" pitchFamily="18" charset="0"/>
                                      </a:rPr>
                                    </m:ctrlPr>
                                  </m:dPr>
                                  <m:e>
                                    <m:func>
                                      <m:funcPr>
                                        <m:ctrlPr>
                                          <a:rPr lang="en-US" sz="1800" b="0" i="1" smtClean="0">
                                            <a:latin typeface="Cambria Math" panose="02040503050406030204" pitchFamily="18" charset="0"/>
                                          </a:rPr>
                                        </m:ctrlPr>
                                      </m:funcPr>
                                      <m:fName>
                                        <m:r>
                                          <m:rPr>
                                            <m:sty m:val="p"/>
                                          </m:rPr>
                                          <a:rPr lang="en-US" sz="1800" b="0" i="0" smtClean="0">
                                            <a:latin typeface="Cambria Math" panose="02040503050406030204" pitchFamily="18" charset="0"/>
                                          </a:rPr>
                                          <m:t>sin</m:t>
                                        </m:r>
                                      </m:fName>
                                      <m:e>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𝑥</m:t>
                                            </m:r>
                                          </m:e>
                                        </m:d>
                                      </m:e>
                                    </m:func>
                                    <m:r>
                                      <a:rPr lang="en-US" sz="1800" b="0" i="1" smtClean="0">
                                        <a:latin typeface="Cambria Math" panose="02040503050406030204" pitchFamily="18" charset="0"/>
                                      </a:rPr>
                                      <m:t>,</m:t>
                                    </m:r>
                                    <m:func>
                                      <m:funcPr>
                                        <m:ctrlPr>
                                          <a:rPr lang="en-US" sz="1800" b="0" i="1" smtClean="0">
                                            <a:latin typeface="Cambria Math" panose="02040503050406030204" pitchFamily="18" charset="0"/>
                                          </a:rPr>
                                        </m:ctrlPr>
                                      </m:funcPr>
                                      <m:fName>
                                        <m:r>
                                          <m:rPr>
                                            <m:sty m:val="p"/>
                                          </m:rPr>
                                          <a:rPr lang="en-US" sz="1800" b="0" i="0" smtClean="0">
                                            <a:latin typeface="Cambria Math" panose="02040503050406030204" pitchFamily="18" charset="0"/>
                                          </a:rPr>
                                          <m:t>cos</m:t>
                                        </m:r>
                                      </m:fName>
                                      <m:e>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𝑥</m:t>
                                            </m:r>
                                          </m:e>
                                        </m:d>
                                      </m:e>
                                    </m:func>
                                  </m:e>
                                </m:d>
                                <m:r>
                                  <a:rPr lang="en-US" sz="1800" b="0" i="1" smtClean="0">
                                    <a:latin typeface="Cambria Math" panose="02040503050406030204" pitchFamily="18" charset="0"/>
                                  </a:rPr>
                                  <m:t>=</m:t>
                                </m:r>
                                <m:r>
                                  <a:rPr lang="en-US" sz="1800" b="0" i="1" smtClean="0">
                                    <a:latin typeface="Cambria Math" panose="02040503050406030204" pitchFamily="18" charset="0"/>
                                  </a:rPr>
                                  <m:t>𝑔</m:t>
                                </m:r>
                                <m:r>
                                  <a:rPr lang="en-US" sz="1800" b="0" i="1" baseline="-25000" smtClean="0">
                                    <a:latin typeface="Cambria Math" panose="02040503050406030204" pitchFamily="18" charset="0"/>
                                  </a:rPr>
                                  <m:t>2</m:t>
                                </m:r>
                                <m:d>
                                  <m:dPr>
                                    <m:ctrlPr>
                                      <a:rPr lang="en-US" sz="1800" b="0" i="1" smtClean="0">
                                        <a:latin typeface="Cambria Math" panose="02040503050406030204" pitchFamily="18" charset="0"/>
                                      </a:rPr>
                                    </m:ctrlPr>
                                  </m:dPr>
                                  <m:e>
                                    <m:func>
                                      <m:funcPr>
                                        <m:ctrlPr>
                                          <a:rPr lang="en-US" sz="1800" b="0" i="1" smtClean="0">
                                            <a:latin typeface="Cambria Math" panose="02040503050406030204" pitchFamily="18" charset="0"/>
                                          </a:rPr>
                                        </m:ctrlPr>
                                      </m:funcPr>
                                      <m:fName>
                                        <m:r>
                                          <m:rPr>
                                            <m:sty m:val="p"/>
                                          </m:rPr>
                                          <a:rPr lang="en-US" sz="1800" b="0" i="0" smtClean="0">
                                            <a:latin typeface="Cambria Math" panose="02040503050406030204" pitchFamily="18" charset="0"/>
                                          </a:rPr>
                                          <m:t>tan</m:t>
                                        </m:r>
                                      </m:fName>
                                      <m:e>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𝑥</m:t>
                                            </m:r>
                                          </m:e>
                                        </m:d>
                                      </m:e>
                                    </m:func>
                                    <m:r>
                                      <a:rPr lang="en-US" sz="1800" b="0" i="1" smtClean="0">
                                        <a:latin typeface="Cambria Math" panose="02040503050406030204" pitchFamily="18" charset="0"/>
                                      </a:rPr>
                                      <m:t>,</m:t>
                                    </m:r>
                                    <m:func>
                                      <m:funcPr>
                                        <m:ctrlPr>
                                          <a:rPr lang="en-US" sz="1800" b="0" i="1" smtClean="0">
                                            <a:latin typeface="Cambria Math" panose="02040503050406030204" pitchFamily="18" charset="0"/>
                                          </a:rPr>
                                        </m:ctrlPr>
                                      </m:funcPr>
                                      <m:fName>
                                        <m:r>
                                          <m:rPr>
                                            <m:sty m:val="p"/>
                                          </m:rPr>
                                          <a:rPr lang="en-US" sz="1800" b="0" i="0" smtClean="0">
                                            <a:latin typeface="Cambria Math" panose="02040503050406030204" pitchFamily="18" charset="0"/>
                                          </a:rPr>
                                          <m:t>csc</m:t>
                                        </m:r>
                                      </m:fName>
                                      <m:e>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𝑥</m:t>
                                            </m:r>
                                          </m:e>
                                        </m:d>
                                      </m:e>
                                    </m:func>
                                  </m:e>
                                </m:d>
                                <m:r>
                                  <a:rPr lang="en-US" sz="1800" b="0" i="1" smtClean="0">
                                    <a:latin typeface="Cambria Math" panose="02040503050406030204" pitchFamily="18" charset="0"/>
                                  </a:rPr>
                                  <m:t>=</m:t>
                                </m:r>
                                <m:r>
                                  <a:rPr lang="en-US" sz="1800" b="0" i="1" smtClean="0">
                                    <a:latin typeface="Cambria Math" panose="02040503050406030204" pitchFamily="18" charset="0"/>
                                  </a:rPr>
                                  <m:t>𝑔</m:t>
                                </m:r>
                                <m:r>
                                  <a:rPr lang="en-US" sz="1800" b="0" i="1" baseline="-25000" smtClean="0">
                                    <a:latin typeface="Cambria Math" panose="02040503050406030204" pitchFamily="18" charset="0"/>
                                  </a:rPr>
                                  <m:t>3</m:t>
                                </m:r>
                                <m:d>
                                  <m:dPr>
                                    <m:ctrlPr>
                                      <a:rPr lang="en-US" sz="1800" b="0" i="1" smtClean="0">
                                        <a:latin typeface="Cambria Math" panose="02040503050406030204" pitchFamily="18" charset="0"/>
                                      </a:rPr>
                                    </m:ctrlPr>
                                  </m:dPr>
                                  <m:e>
                                    <m:func>
                                      <m:funcPr>
                                        <m:ctrlPr>
                                          <a:rPr lang="en-US" sz="1800" b="0" i="1" smtClean="0">
                                            <a:latin typeface="Cambria Math" panose="02040503050406030204" pitchFamily="18" charset="0"/>
                                          </a:rPr>
                                        </m:ctrlPr>
                                      </m:funcPr>
                                      <m:fName>
                                        <m:r>
                                          <m:rPr>
                                            <m:sty m:val="p"/>
                                          </m:rPr>
                                          <a:rPr lang="en-US" sz="1800" b="0" i="0" smtClean="0">
                                            <a:latin typeface="Cambria Math" panose="02040503050406030204" pitchFamily="18" charset="0"/>
                                          </a:rPr>
                                          <m:t>cot</m:t>
                                        </m:r>
                                      </m:fName>
                                      <m:e>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𝑥</m:t>
                                            </m:r>
                                          </m:e>
                                        </m:d>
                                      </m:e>
                                    </m:func>
                                    <m:r>
                                      <a:rPr lang="en-US" sz="1800" b="0" i="1" smtClean="0">
                                        <a:latin typeface="Cambria Math" panose="02040503050406030204" pitchFamily="18" charset="0"/>
                                      </a:rPr>
                                      <m:t>,</m:t>
                                    </m:r>
                                    <m:func>
                                      <m:funcPr>
                                        <m:ctrlPr>
                                          <a:rPr lang="en-US" sz="1800" b="0" i="1" smtClean="0">
                                            <a:latin typeface="Cambria Math" panose="02040503050406030204" pitchFamily="18" charset="0"/>
                                          </a:rPr>
                                        </m:ctrlPr>
                                      </m:funcPr>
                                      <m:fName>
                                        <m:r>
                                          <m:rPr>
                                            <m:sty m:val="p"/>
                                          </m:rPr>
                                          <a:rPr lang="en-US" sz="1800" b="0" i="0" smtClean="0">
                                            <a:latin typeface="Cambria Math" panose="02040503050406030204" pitchFamily="18" charset="0"/>
                                          </a:rPr>
                                          <m:t>sec</m:t>
                                        </m:r>
                                      </m:fName>
                                      <m:e>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𝑥</m:t>
                                            </m:r>
                                          </m:e>
                                        </m:d>
                                      </m:e>
                                    </m:func>
                                  </m:e>
                                </m:d>
                              </m:oMath>
                            </m:oMathPara>
                          </a14:m>
                          <a:endParaRPr lang="en-US" sz="1800"/>
                        </a:p>
                      </a:txBody>
                      <a:tcPr/>
                    </a:tc>
                    <a:extLst>
                      <a:ext uri="{0D108BD9-81ED-4DB2-BD59-A6C34878D82A}">
                        <a16:rowId xmlns:a16="http://schemas.microsoft.com/office/drawing/2014/main" val="3628734530"/>
                      </a:ext>
                    </a:extLst>
                  </a:tr>
                  <a:tr h="854069">
                    <a:tc>
                      <a:txBody>
                        <a:bodyPr/>
                        <a:lstStyle/>
                        <a:p>
                          <a:r>
                            <a:rPr lang="en-US" sz="2000"/>
                            <a:t>B.</a:t>
                          </a:r>
                        </a:p>
                      </a:txBody>
                      <a:tcPr/>
                    </a:tc>
                    <a:tc>
                      <a:txBody>
                        <a:bodyPr/>
                        <a:lstStyle/>
                        <a:p>
                          <a:r>
                            <a:rPr lang="en-US" sz="2000"/>
                            <a:t>Trigonometric to polynomial</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nary>
                                  <m:naryPr>
                                    <m:limLoc m:val="undOvr"/>
                                    <m:subHide m:val="on"/>
                                    <m:supHide m:val="on"/>
                                    <m:ctrlPr>
                                      <a:rPr lang="en-US" sz="1800" i="1" smtClean="0">
                                        <a:latin typeface="Cambria Math" panose="02040503050406030204" pitchFamily="18" charset="0"/>
                                      </a:rPr>
                                    </m:ctrlPr>
                                  </m:naryPr>
                                  <m:sub/>
                                  <m:sup/>
                                  <m:e>
                                    <m:r>
                                      <a:rPr lang="en-US" sz="1800" b="0" i="1" smtClean="0">
                                        <a:latin typeface="Cambria Math" panose="02040503050406030204" pitchFamily="18" charset="0"/>
                                      </a:rPr>
                                      <m:t>𝑓</m:t>
                                    </m:r>
                                    <m:d>
                                      <m:dPr>
                                        <m:ctrlPr>
                                          <a:rPr lang="en-US" sz="1800" b="0" i="1" smtClean="0">
                                            <a:latin typeface="Cambria Math" panose="02040503050406030204" pitchFamily="18" charset="0"/>
                                          </a:rPr>
                                        </m:ctrlPr>
                                      </m:dPr>
                                      <m:e>
                                        <m:func>
                                          <m:funcPr>
                                            <m:ctrlPr>
                                              <a:rPr lang="en-US" sz="1800" b="0" i="1" smtClean="0">
                                                <a:latin typeface="Cambria Math" panose="02040503050406030204" pitchFamily="18" charset="0"/>
                                              </a:rPr>
                                            </m:ctrlPr>
                                          </m:funcPr>
                                          <m:fName>
                                            <m:r>
                                              <m:rPr>
                                                <m:sty m:val="p"/>
                                              </m:rPr>
                                              <a:rPr lang="en-US" sz="1800" b="0" i="0" smtClean="0">
                                                <a:latin typeface="Cambria Math" panose="02040503050406030204" pitchFamily="18" charset="0"/>
                                              </a:rPr>
                                              <m:t>tan</m:t>
                                            </m:r>
                                          </m:fName>
                                          <m:e>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𝑥</m:t>
                                                </m:r>
                                              </m:e>
                                            </m:d>
                                          </m:e>
                                        </m:func>
                                      </m:e>
                                    </m:d>
                                    <m:r>
                                      <a:rPr lang="en-US" sz="1800" b="0" i="1" smtClean="0">
                                        <a:latin typeface="Cambria Math" panose="02040503050406030204" pitchFamily="18" charset="0"/>
                                      </a:rPr>
                                      <m:t>𝑑𝑥</m:t>
                                    </m:r>
                                    <m:r>
                                      <a:rPr lang="en-US" sz="1800" b="0" i="1" smtClean="0">
                                        <a:latin typeface="Cambria Math" panose="02040503050406030204" pitchFamily="18" charset="0"/>
                                      </a:rPr>
                                      <m:t>=</m:t>
                                    </m:r>
                                    <m:nary>
                                      <m:naryPr>
                                        <m:limLoc m:val="undOvr"/>
                                        <m:subHide m:val="on"/>
                                        <m:supHide m:val="on"/>
                                        <m:ctrlPr>
                                          <a:rPr lang="en-US" sz="1800" b="0" i="1" smtClean="0">
                                            <a:latin typeface="Cambria Math" panose="02040503050406030204" pitchFamily="18" charset="0"/>
                                          </a:rPr>
                                        </m:ctrlPr>
                                      </m:naryPr>
                                      <m:sub/>
                                      <m:sup/>
                                      <m:e>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𝑓</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𝑦</m:t>
                                                </m:r>
                                              </m:e>
                                            </m:d>
                                          </m:num>
                                          <m:den>
                                            <m:r>
                                              <a:rPr lang="en-US" sz="1800" b="0" i="1" smtClean="0">
                                                <a:latin typeface="Cambria Math" panose="02040503050406030204" pitchFamily="18" charset="0"/>
                                              </a:rPr>
                                              <m:t>1+</m:t>
                                            </m:r>
                                            <m:sSup>
                                              <m:sSupPr>
                                                <m:ctrlPr>
                                                  <a:rPr lang="en-US" sz="1800" b="0" i="1" smtClean="0">
                                                    <a:latin typeface="Cambria Math" panose="02040503050406030204" pitchFamily="18" charset="0"/>
                                                  </a:rPr>
                                                </m:ctrlPr>
                                              </m:sSupPr>
                                              <m:e>
                                                <m:r>
                                                  <a:rPr lang="en-US" sz="1800" b="0" i="1" smtClean="0">
                                                    <a:latin typeface="Cambria Math" panose="02040503050406030204" pitchFamily="18" charset="0"/>
                                                  </a:rPr>
                                                  <m:t>𝑦</m:t>
                                                </m:r>
                                              </m:e>
                                              <m:sup>
                                                <m:r>
                                                  <a:rPr lang="en-US" sz="1800" b="0" i="1" smtClean="0">
                                                    <a:latin typeface="Cambria Math" panose="02040503050406030204" pitchFamily="18" charset="0"/>
                                                  </a:rPr>
                                                  <m:t>2</m:t>
                                                </m:r>
                                              </m:sup>
                                            </m:sSup>
                                          </m:den>
                                        </m:f>
                                        <m:r>
                                          <a:rPr lang="en-US" sz="1800" b="0" i="1" smtClean="0">
                                            <a:latin typeface="Cambria Math" panose="02040503050406030204" pitchFamily="18" charset="0"/>
                                          </a:rPr>
                                          <m:t>𝑑𝑦</m:t>
                                        </m:r>
                                      </m:e>
                                    </m:nary>
                                  </m:e>
                                </m:nary>
                              </m:oMath>
                            </m:oMathPara>
                          </a14:m>
                          <a:endParaRPr lang="en-US" sz="1800"/>
                        </a:p>
                      </a:txBody>
                      <a:tcPr/>
                    </a:tc>
                    <a:extLst>
                      <a:ext uri="{0D108BD9-81ED-4DB2-BD59-A6C34878D82A}">
                        <a16:rowId xmlns:a16="http://schemas.microsoft.com/office/drawing/2014/main" val="2410257984"/>
                      </a:ext>
                    </a:extLst>
                  </a:tr>
                  <a:tr h="805628">
                    <a:tc>
                      <a:txBody>
                        <a:bodyPr/>
                        <a:lstStyle/>
                        <a:p>
                          <a:r>
                            <a:rPr lang="en-US" sz="2000"/>
                            <a:t>C.</a:t>
                          </a:r>
                        </a:p>
                      </a:txBody>
                      <a:tcPr/>
                    </a:tc>
                    <a:tc>
                      <a:txBody>
                        <a:bodyPr/>
                        <a:lstStyle/>
                        <a:p>
                          <a:r>
                            <a:rPr lang="en-US" sz="2000"/>
                            <a:t>Polynomial to trigonometric</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800"/>
                            <a:t>If you see the term  </a:t>
                          </a:r>
                          <a14:m>
                            <m:oMath xmlns:m="http://schemas.openxmlformats.org/officeDocument/2006/math">
                              <m:r>
                                <a:rPr lang="en-US" sz="1800" i="1" smtClean="0">
                                  <a:latin typeface="Cambria Math" panose="02040503050406030204" pitchFamily="18" charset="0"/>
                                </a:rPr>
                                <m:t>1</m:t>
                              </m:r>
                              <m:r>
                                <a:rPr lang="en-US" sz="1800" b="0" i="1" smtClean="0">
                                  <a:latin typeface="Cambria Math" panose="02040503050406030204" pitchFamily="18" charset="0"/>
                                </a:rPr>
                                <m:t>−</m:t>
                              </m:r>
                              <m:r>
                                <a:rPr lang="en-US" sz="1800" b="0" i="1" smtClean="0">
                                  <a:latin typeface="Cambria Math" panose="02040503050406030204" pitchFamily="18" charset="0"/>
                                </a:rPr>
                                <m:t>𝑥</m:t>
                              </m:r>
                              <m:r>
                                <a:rPr lang="en-US" sz="1800" b="0" i="1" baseline="30000" smtClean="0">
                                  <a:latin typeface="Cambria Math" panose="02040503050406030204" pitchFamily="18" charset="0"/>
                                </a:rPr>
                                <m:t>2</m:t>
                              </m:r>
                            </m:oMath>
                          </a14:m>
                          <a:r>
                            <a:rPr lang="en-US" sz="1800"/>
                            <a:t> in an integral do a substitution</a:t>
                          </a:r>
                          <a:r>
                            <a:rPr lang="en-US" sz="1800" baseline="0"/>
                            <a:t> of </a:t>
                          </a:r>
                          <a14:m>
                            <m:oMath xmlns:m="http://schemas.openxmlformats.org/officeDocument/2006/math">
                              <m:r>
                                <a:rPr lang="en-US" sz="1800" b="0" i="1" baseline="0" smtClean="0">
                                  <a:latin typeface="Cambria Math" panose="02040503050406030204" pitchFamily="18" charset="0"/>
                                </a:rPr>
                                <m:t>𝑥</m:t>
                              </m:r>
                              <m:r>
                                <a:rPr lang="en-US" sz="1800" b="0" i="1" baseline="0" smtClean="0">
                                  <a:latin typeface="Cambria Math" panose="02040503050406030204" pitchFamily="18" charset="0"/>
                                </a:rPr>
                                <m:t>=</m:t>
                              </m:r>
                              <m:func>
                                <m:funcPr>
                                  <m:ctrlPr>
                                    <a:rPr lang="en-US" sz="1800" b="0" i="1" baseline="0" smtClean="0">
                                      <a:latin typeface="Cambria Math" panose="02040503050406030204" pitchFamily="18" charset="0"/>
                                    </a:rPr>
                                  </m:ctrlPr>
                                </m:funcPr>
                                <m:fName>
                                  <m:r>
                                    <m:rPr>
                                      <m:sty m:val="p"/>
                                    </m:rPr>
                                    <a:rPr lang="en-US" sz="1800" b="0" i="0" baseline="0" smtClean="0">
                                      <a:latin typeface="Cambria Math" panose="02040503050406030204" pitchFamily="18" charset="0"/>
                                    </a:rPr>
                                    <m:t>sin</m:t>
                                  </m:r>
                                </m:fName>
                                <m:e>
                                  <m:d>
                                    <m:dPr>
                                      <m:ctrlPr>
                                        <a:rPr lang="en-US" sz="1800" b="0" i="1" baseline="0" smtClean="0">
                                          <a:latin typeface="Cambria Math" panose="02040503050406030204" pitchFamily="18" charset="0"/>
                                        </a:rPr>
                                      </m:ctrlPr>
                                    </m:dPr>
                                    <m:e>
                                      <m:r>
                                        <a:rPr lang="en-US" sz="1800" b="0" i="1" baseline="0" smtClean="0">
                                          <a:latin typeface="Cambria Math" panose="02040503050406030204" pitchFamily="18" charset="0"/>
                                        </a:rPr>
                                        <m:t>𝑦</m:t>
                                      </m:r>
                                    </m:e>
                                  </m:d>
                                </m:e>
                              </m:func>
                            </m:oMath>
                          </a14:m>
                          <a:endParaRPr lang="en-US" sz="1800"/>
                        </a:p>
                      </a:txBody>
                      <a:tcPr/>
                    </a:tc>
                    <a:extLst>
                      <a:ext uri="{0D108BD9-81ED-4DB2-BD59-A6C34878D82A}">
                        <a16:rowId xmlns:a16="http://schemas.microsoft.com/office/drawing/2014/main" val="687614787"/>
                      </a:ext>
                    </a:extLst>
                  </a:tr>
                  <a:tr h="805628">
                    <a:tc>
                      <a:txBody>
                        <a:bodyPr/>
                        <a:lstStyle/>
                        <a:p>
                          <a:r>
                            <a:rPr lang="en-US" sz="2000"/>
                            <a:t>D.</a:t>
                          </a:r>
                        </a:p>
                      </a:txBody>
                      <a:tcPr/>
                    </a:tc>
                    <a:tc>
                      <a:txBody>
                        <a:bodyPr/>
                        <a:lstStyle/>
                        <a:p>
                          <a:r>
                            <a:rPr lang="en-US" sz="2000"/>
                            <a:t>Polynomial to trigonometric</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800"/>
                            <a:t>If you see the term  </a:t>
                          </a:r>
                          <a14:m>
                            <m:oMath xmlns:m="http://schemas.openxmlformats.org/officeDocument/2006/math">
                              <m:r>
                                <a:rPr lang="en-US" sz="1800" i="1" smtClean="0">
                                  <a:latin typeface="Cambria Math" panose="02040503050406030204" pitchFamily="18" charset="0"/>
                                </a:rPr>
                                <m:t>1</m:t>
                              </m:r>
                              <m:r>
                                <a:rPr lang="en-US" sz="1800" b="0" i="1" smtClean="0">
                                  <a:latin typeface="Cambria Math" panose="02040503050406030204" pitchFamily="18" charset="0"/>
                                </a:rPr>
                                <m:t>+</m:t>
                              </m:r>
                              <m:r>
                                <a:rPr lang="en-US" sz="1800" b="0" i="1" smtClean="0">
                                  <a:latin typeface="Cambria Math" panose="02040503050406030204" pitchFamily="18" charset="0"/>
                                </a:rPr>
                                <m:t>𝑥</m:t>
                              </m:r>
                              <m:r>
                                <a:rPr lang="en-US" sz="1800" b="0" i="1" baseline="30000" smtClean="0">
                                  <a:latin typeface="Cambria Math" panose="02040503050406030204" pitchFamily="18" charset="0"/>
                                </a:rPr>
                                <m:t>2</m:t>
                              </m:r>
                            </m:oMath>
                          </a14:m>
                          <a:r>
                            <a:rPr lang="en-US" sz="1800"/>
                            <a:t> in an integral </a:t>
                          </a:r>
                          <a:r>
                            <a:rPr lang="en-US" sz="1800" kern="1200">
                              <a:solidFill>
                                <a:schemeClr val="dk1"/>
                              </a:solidFill>
                              <a:latin typeface="+mn-lt"/>
                              <a:ea typeface="+mn-ea"/>
                              <a:cs typeface="+mn-cs"/>
                            </a:rPr>
                            <a:t>do a substitution of </a:t>
                          </a:r>
                          <a14:m>
                            <m:oMath xmlns:m="http://schemas.openxmlformats.org/officeDocument/2006/math">
                              <m:r>
                                <a:rPr lang="en-US" sz="1800" kern="1200" smtClean="0">
                                  <a:solidFill>
                                    <a:schemeClr val="dk1"/>
                                  </a:solidFill>
                                  <a:latin typeface="Cambria Math" panose="02040503050406030204" pitchFamily="18" charset="0"/>
                                  <a:ea typeface="+mn-ea"/>
                                  <a:cs typeface="+mn-cs"/>
                                </a:rPr>
                                <m:t>𝑥</m:t>
                              </m:r>
                              <m:r>
                                <a:rPr lang="en-US" sz="1800" kern="1200" smtClean="0">
                                  <a:solidFill>
                                    <a:schemeClr val="dk1"/>
                                  </a:solidFill>
                                  <a:latin typeface="Cambria Math" panose="02040503050406030204" pitchFamily="18" charset="0"/>
                                  <a:ea typeface="+mn-ea"/>
                                  <a:cs typeface="+mn-cs"/>
                                </a:rPr>
                                <m:t>=</m:t>
                              </m:r>
                              <m:func>
                                <m:funcPr>
                                  <m:ctrlPr>
                                    <a:rPr lang="en-US" sz="1800" i="1" kern="1200" smtClean="0">
                                      <a:solidFill>
                                        <a:schemeClr val="dk1"/>
                                      </a:solidFill>
                                      <a:latin typeface="Cambria Math" panose="02040503050406030204" pitchFamily="18" charset="0"/>
                                      <a:ea typeface="+mn-ea"/>
                                      <a:cs typeface="+mn-cs"/>
                                    </a:rPr>
                                  </m:ctrlPr>
                                </m:funcPr>
                                <m:fName>
                                  <m:r>
                                    <m:rPr>
                                      <m:sty m:val="p"/>
                                    </m:rPr>
                                    <a:rPr lang="en-US" sz="1800" kern="1200" smtClean="0">
                                      <a:solidFill>
                                        <a:schemeClr val="dk1"/>
                                      </a:solidFill>
                                      <a:latin typeface="Cambria Math" panose="02040503050406030204" pitchFamily="18" charset="0"/>
                                      <a:ea typeface="+mn-ea"/>
                                      <a:cs typeface="+mn-cs"/>
                                    </a:rPr>
                                    <m:t>tan</m:t>
                                  </m:r>
                                </m:fName>
                                <m:e>
                                  <m:d>
                                    <m:dPr>
                                      <m:ctrlPr>
                                        <a:rPr lang="en-US" sz="1800" i="1" kern="1200" smtClean="0">
                                          <a:solidFill>
                                            <a:schemeClr val="dk1"/>
                                          </a:solidFill>
                                          <a:latin typeface="Cambria Math" panose="02040503050406030204" pitchFamily="18" charset="0"/>
                                          <a:ea typeface="+mn-ea"/>
                                          <a:cs typeface="+mn-cs"/>
                                        </a:rPr>
                                      </m:ctrlPr>
                                    </m:dPr>
                                    <m:e>
                                      <m:r>
                                        <a:rPr lang="en-US" sz="1800" kern="1200" smtClean="0">
                                          <a:solidFill>
                                            <a:schemeClr val="dk1"/>
                                          </a:solidFill>
                                          <a:latin typeface="Cambria Math" panose="02040503050406030204" pitchFamily="18" charset="0"/>
                                          <a:ea typeface="+mn-ea"/>
                                          <a:cs typeface="+mn-cs"/>
                                        </a:rPr>
                                        <m:t>𝑦</m:t>
                                      </m:r>
                                    </m:e>
                                  </m:d>
                                </m:e>
                              </m:func>
                            </m:oMath>
                          </a14:m>
                          <a:endParaRPr lang="en-US" sz="1800" kern="1200">
                            <a:solidFill>
                              <a:schemeClr val="dk1"/>
                            </a:solidFill>
                            <a:latin typeface="+mn-lt"/>
                            <a:ea typeface="+mn-ea"/>
                            <a:cs typeface="+mn-cs"/>
                          </a:endParaRPr>
                        </a:p>
                      </a:txBody>
                      <a:tcPr/>
                    </a:tc>
                    <a:extLst>
                      <a:ext uri="{0D108BD9-81ED-4DB2-BD59-A6C34878D82A}">
                        <a16:rowId xmlns:a16="http://schemas.microsoft.com/office/drawing/2014/main" val="777681743"/>
                      </a:ext>
                    </a:extLst>
                  </a:tr>
                </a:tbl>
              </a:graphicData>
            </a:graphic>
          </p:graphicFrame>
        </mc:Choice>
        <mc:Fallback xmlns="">
          <p:graphicFrame>
            <p:nvGraphicFramePr>
              <p:cNvPr id="8" name="Table 6">
                <a:extLst>
                  <a:ext uri="{FF2B5EF4-FFF2-40B4-BE49-F238E27FC236}">
                    <a16:creationId xmlns:a16="http://schemas.microsoft.com/office/drawing/2014/main" id="{BDB9AB86-554E-4E6B-8E89-234F1B9160CD}"/>
                  </a:ext>
                </a:extLst>
              </p:cNvPr>
              <p:cNvGraphicFramePr>
                <a:graphicFrameLocks noGrp="1"/>
              </p:cNvGraphicFramePr>
              <p:nvPr>
                <p:extLst>
                  <p:ext uri="{D42A27DB-BD31-4B8C-83A1-F6EECF244321}">
                    <p14:modId xmlns:p14="http://schemas.microsoft.com/office/powerpoint/2010/main" val="1452453363"/>
                  </p:ext>
                </p:extLst>
              </p:nvPr>
            </p:nvGraphicFramePr>
            <p:xfrm>
              <a:off x="468997" y="2051616"/>
              <a:ext cx="11254006" cy="3599564"/>
            </p:xfrm>
            <a:graphic>
              <a:graphicData uri="http://schemas.openxmlformats.org/drawingml/2006/table">
                <a:tbl>
                  <a:tblPr firstRow="1" bandRow="1">
                    <a:tableStyleId>{5C22544A-7EE6-4342-B048-85BDC9FD1C3A}</a:tableStyleId>
                  </a:tblPr>
                  <a:tblGrid>
                    <a:gridCol w="896604">
                      <a:extLst>
                        <a:ext uri="{9D8B030D-6E8A-4147-A177-3AD203B41FA5}">
                          <a16:colId xmlns:a16="http://schemas.microsoft.com/office/drawing/2014/main" val="3450387516"/>
                        </a:ext>
                      </a:extLst>
                    </a:gridCol>
                    <a:gridCol w="2103889">
                      <a:extLst>
                        <a:ext uri="{9D8B030D-6E8A-4147-A177-3AD203B41FA5}">
                          <a16:colId xmlns:a16="http://schemas.microsoft.com/office/drawing/2014/main" val="1204719884"/>
                        </a:ext>
                      </a:extLst>
                    </a:gridCol>
                    <a:gridCol w="8253513">
                      <a:extLst>
                        <a:ext uri="{9D8B030D-6E8A-4147-A177-3AD203B41FA5}">
                          <a16:colId xmlns:a16="http://schemas.microsoft.com/office/drawing/2014/main" val="2144503390"/>
                        </a:ext>
                      </a:extLst>
                    </a:gridCol>
                  </a:tblGrid>
                  <a:tr h="466753">
                    <a:tc>
                      <a:txBody>
                        <a:bodyPr/>
                        <a:lstStyle/>
                        <a:p>
                          <a:r>
                            <a:rPr lang="en-US"/>
                            <a:t>No</a:t>
                          </a:r>
                        </a:p>
                      </a:txBody>
                      <a:tcPr/>
                    </a:tc>
                    <a:tc>
                      <a:txBody>
                        <a:bodyPr/>
                        <a:lstStyle/>
                        <a:p>
                          <a:r>
                            <a:rPr lang="en-US"/>
                            <a:t>Name</a:t>
                          </a:r>
                        </a:p>
                      </a:txBody>
                      <a:tcPr/>
                    </a:tc>
                    <a:tc>
                      <a:txBody>
                        <a:bodyPr/>
                        <a:lstStyle/>
                        <a:p>
                          <a:r>
                            <a:rPr lang="en-US"/>
                            <a:t>Safe Transform </a:t>
                          </a:r>
                        </a:p>
                      </a:txBody>
                      <a:tcPr/>
                    </a:tc>
                    <a:extLst>
                      <a:ext uri="{0D108BD9-81ED-4DB2-BD59-A6C34878D82A}">
                        <a16:rowId xmlns:a16="http://schemas.microsoft.com/office/drawing/2014/main" val="1237283109"/>
                      </a:ext>
                    </a:extLst>
                  </a:tr>
                  <a:tr h="667486">
                    <a:tc>
                      <a:txBody>
                        <a:bodyPr/>
                        <a:lstStyle/>
                        <a:p>
                          <a:r>
                            <a:rPr lang="en-US" sz="2000"/>
                            <a:t>A.</a:t>
                          </a:r>
                        </a:p>
                      </a:txBody>
                      <a:tcPr/>
                    </a:tc>
                    <a:tc>
                      <a:txBody>
                        <a:bodyPr/>
                        <a:lstStyle/>
                        <a:p>
                          <a:r>
                            <a:rPr lang="en-US" sz="2000"/>
                            <a:t>Trigonometric </a:t>
                          </a:r>
                        </a:p>
                      </a:txBody>
                      <a:tcPr/>
                    </a:tc>
                    <a:tc>
                      <a:txBody>
                        <a:bodyPr/>
                        <a:lstStyle/>
                        <a:p>
                          <a:endParaRPr lang="en-US"/>
                        </a:p>
                      </a:txBody>
                      <a:tcPr>
                        <a:blipFill>
                          <a:blip r:embed="rId2"/>
                          <a:stretch>
                            <a:fillRect l="-36458" t="-74545" r="-295" b="-370000"/>
                          </a:stretch>
                        </a:blipFill>
                      </a:tcPr>
                    </a:tc>
                    <a:extLst>
                      <a:ext uri="{0D108BD9-81ED-4DB2-BD59-A6C34878D82A}">
                        <a16:rowId xmlns:a16="http://schemas.microsoft.com/office/drawing/2014/main" val="3628734530"/>
                      </a:ext>
                    </a:extLst>
                  </a:tr>
                  <a:tr h="854069">
                    <a:tc>
                      <a:txBody>
                        <a:bodyPr/>
                        <a:lstStyle/>
                        <a:p>
                          <a:r>
                            <a:rPr lang="en-US" sz="2000"/>
                            <a:t>B.</a:t>
                          </a:r>
                        </a:p>
                      </a:txBody>
                      <a:tcPr/>
                    </a:tc>
                    <a:tc>
                      <a:txBody>
                        <a:bodyPr/>
                        <a:lstStyle/>
                        <a:p>
                          <a:r>
                            <a:rPr lang="en-US" sz="2000"/>
                            <a:t>Trigonometric to polynomial</a:t>
                          </a:r>
                        </a:p>
                      </a:txBody>
                      <a:tcPr/>
                    </a:tc>
                    <a:tc>
                      <a:txBody>
                        <a:bodyPr/>
                        <a:lstStyle/>
                        <a:p>
                          <a:endParaRPr lang="en-US"/>
                        </a:p>
                      </a:txBody>
                      <a:tcPr>
                        <a:blipFill>
                          <a:blip r:embed="rId2"/>
                          <a:stretch>
                            <a:fillRect l="-36458" t="-137143" r="-295" b="-190714"/>
                          </a:stretch>
                        </a:blipFill>
                      </a:tcPr>
                    </a:tc>
                    <a:extLst>
                      <a:ext uri="{0D108BD9-81ED-4DB2-BD59-A6C34878D82A}">
                        <a16:rowId xmlns:a16="http://schemas.microsoft.com/office/drawing/2014/main" val="2410257984"/>
                      </a:ext>
                    </a:extLst>
                  </a:tr>
                  <a:tr h="805628">
                    <a:tc>
                      <a:txBody>
                        <a:bodyPr/>
                        <a:lstStyle/>
                        <a:p>
                          <a:r>
                            <a:rPr lang="en-US" sz="2000"/>
                            <a:t>C.</a:t>
                          </a:r>
                        </a:p>
                      </a:txBody>
                      <a:tcPr/>
                    </a:tc>
                    <a:tc>
                      <a:txBody>
                        <a:bodyPr/>
                        <a:lstStyle/>
                        <a:p>
                          <a:r>
                            <a:rPr lang="en-US" sz="2000"/>
                            <a:t>Polynomial to trigonometric</a:t>
                          </a:r>
                        </a:p>
                      </a:txBody>
                      <a:tcPr/>
                    </a:tc>
                    <a:tc>
                      <a:txBody>
                        <a:bodyPr/>
                        <a:lstStyle/>
                        <a:p>
                          <a:endParaRPr lang="en-US"/>
                        </a:p>
                      </a:txBody>
                      <a:tcPr>
                        <a:blipFill>
                          <a:blip r:embed="rId2"/>
                          <a:stretch>
                            <a:fillRect l="-36458" t="-249624" r="-295" b="-100752"/>
                          </a:stretch>
                        </a:blipFill>
                      </a:tcPr>
                    </a:tc>
                    <a:extLst>
                      <a:ext uri="{0D108BD9-81ED-4DB2-BD59-A6C34878D82A}">
                        <a16:rowId xmlns:a16="http://schemas.microsoft.com/office/drawing/2014/main" val="687614787"/>
                      </a:ext>
                    </a:extLst>
                  </a:tr>
                  <a:tr h="805628">
                    <a:tc>
                      <a:txBody>
                        <a:bodyPr/>
                        <a:lstStyle/>
                        <a:p>
                          <a:r>
                            <a:rPr lang="en-US" sz="2000"/>
                            <a:t>D.</a:t>
                          </a:r>
                        </a:p>
                      </a:txBody>
                      <a:tcPr/>
                    </a:tc>
                    <a:tc>
                      <a:txBody>
                        <a:bodyPr/>
                        <a:lstStyle/>
                        <a:p>
                          <a:r>
                            <a:rPr lang="en-US" sz="2000"/>
                            <a:t>Polynomial to trigonometric</a:t>
                          </a:r>
                        </a:p>
                      </a:txBody>
                      <a:tcPr/>
                    </a:tc>
                    <a:tc>
                      <a:txBody>
                        <a:bodyPr/>
                        <a:lstStyle/>
                        <a:p>
                          <a:endParaRPr lang="en-US"/>
                        </a:p>
                      </a:txBody>
                      <a:tcPr>
                        <a:blipFill>
                          <a:blip r:embed="rId2"/>
                          <a:stretch>
                            <a:fillRect l="-36458" t="-352273" r="-295" b="-1515"/>
                          </a:stretch>
                        </a:blipFill>
                      </a:tcPr>
                    </a:tc>
                    <a:extLst>
                      <a:ext uri="{0D108BD9-81ED-4DB2-BD59-A6C34878D82A}">
                        <a16:rowId xmlns:a16="http://schemas.microsoft.com/office/drawing/2014/main" val="777681743"/>
                      </a:ext>
                    </a:extLst>
                  </a:tr>
                </a:tbl>
              </a:graphicData>
            </a:graphic>
          </p:graphicFrame>
        </mc:Fallback>
      </mc:AlternateContent>
    </p:spTree>
    <p:extLst>
      <p:ext uri="{BB962C8B-B14F-4D97-AF65-F5344CB8AC3E}">
        <p14:creationId xmlns:p14="http://schemas.microsoft.com/office/powerpoint/2010/main" val="139280310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Trigonometric Identities</a:t>
            </a:r>
          </a:p>
        </p:txBody>
      </p:sp>
      <p:sp>
        <p:nvSpPr>
          <p:cNvPr id="4" name="Date Placeholder 3"/>
          <p:cNvSpPr>
            <a:spLocks noGrp="1"/>
          </p:cNvSpPr>
          <p:nvPr>
            <p:ph type="dt" sz="half" idx="10"/>
          </p:nvPr>
        </p:nvSpPr>
        <p:spPr/>
        <p:txBody>
          <a:bodyPr/>
          <a:lstStyle/>
          <a:p>
            <a:fld id="{4C87BEC4-B835-4E55-9D7F-50B76A3ED418}" type="datetime1">
              <a:rPr lang="en-US" smtClean="0"/>
              <a:t>9/6/2022</a:t>
            </a:fld>
            <a:endParaRPr lang="en-US"/>
          </a:p>
        </p:txBody>
      </p:sp>
      <p:sp>
        <p:nvSpPr>
          <p:cNvPr id="5" name="Footer Placeholder 4"/>
          <p:cNvSpPr>
            <a:spLocks noGrp="1"/>
          </p:cNvSpPr>
          <p:nvPr>
            <p:ph type="ftr" sz="quarter" idx="11"/>
          </p:nvPr>
        </p:nvSpPr>
        <p:spPr/>
        <p:txBody>
          <a:bodyPr/>
          <a:lstStyle/>
          <a:p>
            <a:r>
              <a:rPr lang="en-US"/>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smtClean="0"/>
              <a:t>36</a:t>
            </a:fld>
            <a:endParaRPr lang="en-US"/>
          </a:p>
        </p:txBody>
      </p:sp>
      <p:pic>
        <p:nvPicPr>
          <p:cNvPr id="12" name="Picture 11"/>
          <p:cNvPicPr>
            <a:picLocks noChangeAspect="1"/>
          </p:cNvPicPr>
          <p:nvPr/>
        </p:nvPicPr>
        <p:blipFill>
          <a:blip r:embed="rId2"/>
          <a:stretch>
            <a:fillRect/>
          </a:stretch>
        </p:blipFill>
        <p:spPr>
          <a:xfrm>
            <a:off x="661527" y="1365489"/>
            <a:ext cx="3439417" cy="4658249"/>
          </a:xfrm>
          <a:prstGeom prst="rect">
            <a:avLst/>
          </a:prstGeom>
        </p:spPr>
      </p:pic>
      <p:pic>
        <p:nvPicPr>
          <p:cNvPr id="13" name="Picture 12"/>
          <p:cNvPicPr>
            <a:picLocks noChangeAspect="1"/>
          </p:cNvPicPr>
          <p:nvPr/>
        </p:nvPicPr>
        <p:blipFill>
          <a:blip r:embed="rId3"/>
          <a:stretch>
            <a:fillRect/>
          </a:stretch>
        </p:blipFill>
        <p:spPr>
          <a:xfrm>
            <a:off x="4343390" y="1293450"/>
            <a:ext cx="4165600" cy="3298875"/>
          </a:xfrm>
          <a:prstGeom prst="rect">
            <a:avLst/>
          </a:prstGeom>
        </p:spPr>
      </p:pic>
      <p:pic>
        <p:nvPicPr>
          <p:cNvPr id="14" name="Picture 13"/>
          <p:cNvPicPr>
            <a:picLocks noChangeAspect="1"/>
          </p:cNvPicPr>
          <p:nvPr/>
        </p:nvPicPr>
        <p:blipFill>
          <a:blip r:embed="rId4"/>
          <a:stretch>
            <a:fillRect/>
          </a:stretch>
        </p:blipFill>
        <p:spPr>
          <a:xfrm>
            <a:off x="8701511" y="1208470"/>
            <a:ext cx="3185689" cy="2827820"/>
          </a:xfrm>
          <a:prstGeom prst="rect">
            <a:avLst/>
          </a:prstGeom>
        </p:spPr>
      </p:pic>
    </p:spTree>
    <p:extLst>
      <p:ext uri="{BB962C8B-B14F-4D97-AF65-F5344CB8AC3E}">
        <p14:creationId xmlns:p14="http://schemas.microsoft.com/office/powerpoint/2010/main" val="251398245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4353FF-66FA-4A36-91E2-5C736A967937}"/>
              </a:ext>
            </a:extLst>
          </p:cNvPr>
          <p:cNvSpPr>
            <a:spLocks noGrp="1"/>
          </p:cNvSpPr>
          <p:nvPr>
            <p:ph type="title"/>
          </p:nvPr>
        </p:nvSpPr>
        <p:spPr>
          <a:xfrm>
            <a:off x="1" y="175236"/>
            <a:ext cx="12191999" cy="590931"/>
          </a:xfrm>
        </p:spPr>
        <p:txBody>
          <a:bodyPr>
            <a:normAutofit fontScale="90000"/>
          </a:bodyPr>
          <a:lstStyle/>
          <a:p>
            <a:r>
              <a:rPr lang="en-US"/>
              <a:t>Solving the </a:t>
            </a:r>
            <a:r>
              <a:rPr lang="en-US" b="1"/>
              <a:t>Symbolic Integration Problem</a:t>
            </a:r>
            <a:endParaRPr lang="en-US"/>
          </a:p>
        </p:txBody>
      </p:sp>
      <p:sp>
        <p:nvSpPr>
          <p:cNvPr id="3" name="Content Placeholder 2">
            <a:extLst>
              <a:ext uri="{FF2B5EF4-FFF2-40B4-BE49-F238E27FC236}">
                <a16:creationId xmlns:a16="http://schemas.microsoft.com/office/drawing/2014/main" id="{28EDD29E-7320-4A9C-9B79-765940BE05B8}"/>
              </a:ext>
            </a:extLst>
          </p:cNvPr>
          <p:cNvSpPr>
            <a:spLocks noGrp="1"/>
          </p:cNvSpPr>
          <p:nvPr>
            <p:ph idx="1"/>
          </p:nvPr>
        </p:nvSpPr>
        <p:spPr/>
        <p:txBody>
          <a:bodyPr/>
          <a:lstStyle/>
          <a:p>
            <a:r>
              <a:rPr lang="en-US" dirty="0"/>
              <a:t>We will use </a:t>
            </a:r>
            <a:r>
              <a:rPr lang="en-US" dirty="0">
                <a:solidFill>
                  <a:srgbClr val="FF0000"/>
                </a:solidFill>
              </a:rPr>
              <a:t>Generate and Test </a:t>
            </a:r>
            <a:r>
              <a:rPr lang="en-US" dirty="0"/>
              <a:t>methodology as shown below:</a:t>
            </a:r>
          </a:p>
        </p:txBody>
      </p:sp>
      <p:sp>
        <p:nvSpPr>
          <p:cNvPr id="4" name="Footer Placeholder 3">
            <a:extLst>
              <a:ext uri="{FF2B5EF4-FFF2-40B4-BE49-F238E27FC236}">
                <a16:creationId xmlns:a16="http://schemas.microsoft.com/office/drawing/2014/main" id="{D53A1E9D-5ECA-4598-B8BE-782D238E6353}"/>
              </a:ext>
            </a:extLst>
          </p:cNvPr>
          <p:cNvSpPr>
            <a:spLocks noGrp="1"/>
          </p:cNvSpPr>
          <p:nvPr>
            <p:ph type="ftr" sz="quarter" idx="11"/>
          </p:nvPr>
        </p:nvSpPr>
        <p:spPr/>
        <p:txBody>
          <a:bodyPr/>
          <a:lstStyle/>
          <a:p>
            <a:pPr algn="r"/>
            <a:r>
              <a:rPr lang="en-US"/>
              <a:t>© Akram Ahmed</a:t>
            </a:r>
          </a:p>
        </p:txBody>
      </p:sp>
      <p:sp>
        <p:nvSpPr>
          <p:cNvPr id="5" name="Slide Number Placeholder 4">
            <a:extLst>
              <a:ext uri="{FF2B5EF4-FFF2-40B4-BE49-F238E27FC236}">
                <a16:creationId xmlns:a16="http://schemas.microsoft.com/office/drawing/2014/main" id="{7D83D679-021F-4722-8FFD-CC0C807FB167}"/>
              </a:ext>
            </a:extLst>
          </p:cNvPr>
          <p:cNvSpPr>
            <a:spLocks noGrp="1"/>
          </p:cNvSpPr>
          <p:nvPr>
            <p:ph type="sldNum" sz="quarter" idx="12"/>
          </p:nvPr>
        </p:nvSpPr>
        <p:spPr/>
        <p:txBody>
          <a:bodyPr/>
          <a:lstStyle/>
          <a:p>
            <a:fld id="{8E591227-F9EB-4B2B-9432-842143BA1678}" type="slidenum">
              <a:rPr lang="en-US" smtClean="0"/>
              <a:t>37</a:t>
            </a:fld>
            <a:endParaRPr lang="en-US"/>
          </a:p>
        </p:txBody>
      </p:sp>
      <p:pic>
        <p:nvPicPr>
          <p:cNvPr id="8" name="Picture 7">
            <a:extLst>
              <a:ext uri="{FF2B5EF4-FFF2-40B4-BE49-F238E27FC236}">
                <a16:creationId xmlns:a16="http://schemas.microsoft.com/office/drawing/2014/main" id="{4F43C597-E0AD-4846-8F94-9CE6DC525F06}"/>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394857" y="1710132"/>
            <a:ext cx="6371772" cy="4556846"/>
          </a:xfrm>
          <a:prstGeom prst="rect">
            <a:avLst/>
          </a:prstGeom>
        </p:spPr>
      </p:pic>
    </p:spTree>
    <p:extLst>
      <p:ext uri="{BB962C8B-B14F-4D97-AF65-F5344CB8AC3E}">
        <p14:creationId xmlns:p14="http://schemas.microsoft.com/office/powerpoint/2010/main" val="21062788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Symbolic Integration Problem</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r>
                  <a:rPr lang="en-US" dirty="0"/>
                  <a:t>The original integration problem can be simplified to: </a:t>
                </a:r>
              </a:p>
              <a:p>
                <a:pPr marL="0" indent="0">
                  <a:buNone/>
                </a:pPr>
                <a14:m>
                  <m:oMathPara xmlns:m="http://schemas.openxmlformats.org/officeDocument/2006/math">
                    <m:oMathParaPr>
                      <m:jc m:val="centerGroup"/>
                    </m:oMathParaPr>
                    <m:oMath xmlns:m="http://schemas.openxmlformats.org/officeDocument/2006/math">
                      <m:nary>
                        <m:naryPr>
                          <m:limLoc m:val="undOvr"/>
                          <m:subHide m:val="on"/>
                          <m:supHide m:val="on"/>
                          <m:ctrlPr>
                            <a:rPr lang="en-US" i="1">
                              <a:latin typeface="Cambria Math" panose="02040503050406030204" pitchFamily="18" charset="0"/>
                              <a:ea typeface="Times New Roman" panose="02020603050405020304" pitchFamily="18" charset="0"/>
                            </a:rPr>
                          </m:ctrlPr>
                        </m:naryPr>
                        <m:sub/>
                        <m:sup/>
                        <m:e>
                          <m:f>
                            <m:fPr>
                              <m:ctrlPr>
                                <a:rPr lang="en-US" i="1">
                                  <a:latin typeface="Cambria Math" panose="02040503050406030204" pitchFamily="18" charset="0"/>
                                </a:rPr>
                              </m:ctrlPr>
                            </m:fPr>
                            <m:num>
                              <m:r>
                                <a:rPr lang="en-US" sz="2400" i="1">
                                  <a:latin typeface="Cambria Math" panose="02040503050406030204" pitchFamily="18" charset="0"/>
                                  <a:ea typeface="Calibri" panose="020F0502020204030204" pitchFamily="34" charset="0"/>
                                  <a:cs typeface="Arial" panose="020B0604020202020204" pitchFamily="34" charset="0"/>
                                </a:rPr>
                                <m:t>−5</m:t>
                              </m:r>
                              <m:sSup>
                                <m:sSupPr>
                                  <m:ctrlPr>
                                    <a:rPr lang="en-US" i="1">
                                      <a:latin typeface="Cambria Math" panose="02040503050406030204" pitchFamily="18" charset="0"/>
                                    </a:rPr>
                                  </m:ctrlPr>
                                </m:sSupPr>
                                <m:e>
                                  <m:r>
                                    <a:rPr lang="en-US" sz="2400" i="1">
                                      <a:latin typeface="Cambria Math" panose="02040503050406030204" pitchFamily="18" charset="0"/>
                                      <a:ea typeface="Calibri" panose="020F0502020204030204" pitchFamily="34" charset="0"/>
                                      <a:cs typeface="Arial" panose="020B0604020202020204" pitchFamily="34" charset="0"/>
                                    </a:rPr>
                                    <m:t>𝑥</m:t>
                                  </m:r>
                                </m:e>
                                <m:sup>
                                  <m:r>
                                    <a:rPr lang="en-US" sz="2400" i="1">
                                      <a:latin typeface="Cambria Math" panose="02040503050406030204" pitchFamily="18" charset="0"/>
                                      <a:ea typeface="Calibri" panose="020F0502020204030204" pitchFamily="34" charset="0"/>
                                      <a:cs typeface="Arial" panose="020B0604020202020204" pitchFamily="34" charset="0"/>
                                    </a:rPr>
                                    <m:t>4</m:t>
                                  </m:r>
                                </m:sup>
                              </m:sSup>
                            </m:num>
                            <m:den>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sz="2400" i="1">
                                          <a:latin typeface="Cambria Math" panose="02040503050406030204" pitchFamily="18" charset="0"/>
                                          <a:ea typeface="Calibri" panose="020F0502020204030204" pitchFamily="34" charset="0"/>
                                          <a:cs typeface="Arial" panose="020B0604020202020204" pitchFamily="34" charset="0"/>
                                        </a:rPr>
                                        <m:t>1−</m:t>
                                      </m:r>
                                      <m:sSup>
                                        <m:sSupPr>
                                          <m:ctrlPr>
                                            <a:rPr lang="en-US" i="1">
                                              <a:latin typeface="Cambria Math" panose="02040503050406030204" pitchFamily="18" charset="0"/>
                                            </a:rPr>
                                          </m:ctrlPr>
                                        </m:sSupPr>
                                        <m:e>
                                          <m:r>
                                            <a:rPr lang="en-US" sz="2400" i="1">
                                              <a:latin typeface="Cambria Math" panose="02040503050406030204" pitchFamily="18" charset="0"/>
                                              <a:ea typeface="Calibri" panose="020F0502020204030204" pitchFamily="34" charset="0"/>
                                              <a:cs typeface="Arial" panose="020B0604020202020204" pitchFamily="34" charset="0"/>
                                            </a:rPr>
                                            <m:t>𝑥</m:t>
                                          </m:r>
                                        </m:e>
                                        <m:sup>
                                          <m:r>
                                            <a:rPr lang="en-US" sz="2400" i="1">
                                              <a:latin typeface="Cambria Math" panose="02040503050406030204" pitchFamily="18" charset="0"/>
                                              <a:ea typeface="Calibri" panose="020F0502020204030204" pitchFamily="34" charset="0"/>
                                              <a:cs typeface="Arial" panose="020B0604020202020204" pitchFamily="34" charset="0"/>
                                            </a:rPr>
                                            <m:t>2</m:t>
                                          </m:r>
                                        </m:sup>
                                      </m:sSup>
                                    </m:e>
                                  </m:d>
                                </m:e>
                                <m:sup>
                                  <m:r>
                                    <a:rPr lang="en-US" sz="2400" i="1">
                                      <a:latin typeface="Cambria Math" panose="02040503050406030204" pitchFamily="18" charset="0"/>
                                      <a:ea typeface="Calibri" panose="020F0502020204030204" pitchFamily="34" charset="0"/>
                                      <a:cs typeface="Arial" panose="020B0604020202020204" pitchFamily="34" charset="0"/>
                                    </a:rPr>
                                    <m:t>5/2</m:t>
                                  </m:r>
                                </m:sup>
                              </m:sSup>
                            </m:den>
                          </m:f>
                          <m:r>
                            <a:rPr lang="en-US" sz="2400" i="1">
                              <a:latin typeface="Cambria Math" panose="02040503050406030204" pitchFamily="18" charset="0"/>
                              <a:ea typeface="Calibri" panose="020F0502020204030204" pitchFamily="34" charset="0"/>
                              <a:cs typeface="Arial" panose="020B0604020202020204" pitchFamily="34" charset="0"/>
                            </a:rPr>
                            <m:t>𝑑𝑥</m:t>
                          </m:r>
                        </m:e>
                      </m:nary>
                      <m:r>
                        <a:rPr lang="en-US" sz="2400" i="1">
                          <a:latin typeface="Cambria Math" panose="02040503050406030204" pitchFamily="18" charset="0"/>
                          <a:ea typeface="Calibri" panose="020F0502020204030204" pitchFamily="34" charset="0"/>
                          <a:cs typeface="Arial" panose="020B0604020202020204" pitchFamily="34" charset="0"/>
                        </a:rPr>
                        <m:t>→</m:t>
                      </m:r>
                      <m:nary>
                        <m:naryPr>
                          <m:limLoc m:val="undOvr"/>
                          <m:subHide m:val="on"/>
                          <m:supHide m:val="on"/>
                          <m:ctrlPr>
                            <a:rPr lang="en-US" i="1">
                              <a:latin typeface="Cambria Math" panose="02040503050406030204" pitchFamily="18" charset="0"/>
                            </a:rPr>
                          </m:ctrlPr>
                        </m:naryPr>
                        <m:sub/>
                        <m:sup/>
                        <m:e>
                          <m:f>
                            <m:fPr>
                              <m:ctrlPr>
                                <a:rPr lang="en-US" i="1">
                                  <a:latin typeface="Cambria Math" panose="02040503050406030204" pitchFamily="18" charset="0"/>
                                </a:rPr>
                              </m:ctrlPr>
                            </m:fPr>
                            <m:num>
                              <m:r>
                                <a:rPr lang="en-US" sz="2400" i="1">
                                  <a:latin typeface="Cambria Math" panose="02040503050406030204" pitchFamily="18" charset="0"/>
                                  <a:ea typeface="Calibri" panose="020F0502020204030204" pitchFamily="34" charset="0"/>
                                  <a:cs typeface="Arial" panose="020B0604020202020204" pitchFamily="34" charset="0"/>
                                </a:rPr>
                                <m:t>5</m:t>
                              </m:r>
                              <m:sSup>
                                <m:sSupPr>
                                  <m:ctrlPr>
                                    <a:rPr lang="en-US" i="1">
                                      <a:latin typeface="Cambria Math" panose="02040503050406030204" pitchFamily="18" charset="0"/>
                                    </a:rPr>
                                  </m:ctrlPr>
                                </m:sSupPr>
                                <m:e>
                                  <m:r>
                                    <a:rPr lang="en-US" sz="2400" i="1">
                                      <a:latin typeface="Cambria Math" panose="02040503050406030204" pitchFamily="18" charset="0"/>
                                      <a:ea typeface="Calibri" panose="020F0502020204030204" pitchFamily="34" charset="0"/>
                                      <a:cs typeface="Arial" panose="020B0604020202020204" pitchFamily="34" charset="0"/>
                                    </a:rPr>
                                    <m:t>𝑥</m:t>
                                  </m:r>
                                </m:e>
                                <m:sup>
                                  <m:r>
                                    <a:rPr lang="en-US" sz="2400" i="1">
                                      <a:latin typeface="Cambria Math" panose="02040503050406030204" pitchFamily="18" charset="0"/>
                                      <a:ea typeface="Calibri" panose="020F0502020204030204" pitchFamily="34" charset="0"/>
                                      <a:cs typeface="Arial" panose="020B0604020202020204" pitchFamily="34" charset="0"/>
                                    </a:rPr>
                                    <m:t>4</m:t>
                                  </m:r>
                                </m:sup>
                              </m:sSup>
                            </m:num>
                            <m:den>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sz="2400" i="1">
                                          <a:latin typeface="Cambria Math" panose="02040503050406030204" pitchFamily="18" charset="0"/>
                                          <a:ea typeface="Calibri" panose="020F0502020204030204" pitchFamily="34" charset="0"/>
                                          <a:cs typeface="Arial" panose="020B0604020202020204" pitchFamily="34" charset="0"/>
                                        </a:rPr>
                                        <m:t>1−</m:t>
                                      </m:r>
                                      <m:sSup>
                                        <m:sSupPr>
                                          <m:ctrlPr>
                                            <a:rPr lang="en-US" i="1">
                                              <a:latin typeface="Cambria Math" panose="02040503050406030204" pitchFamily="18" charset="0"/>
                                            </a:rPr>
                                          </m:ctrlPr>
                                        </m:sSupPr>
                                        <m:e>
                                          <m:r>
                                            <a:rPr lang="en-US" sz="2400" i="1">
                                              <a:latin typeface="Cambria Math" panose="02040503050406030204" pitchFamily="18" charset="0"/>
                                              <a:ea typeface="Calibri" panose="020F0502020204030204" pitchFamily="34" charset="0"/>
                                              <a:cs typeface="Arial" panose="020B0604020202020204" pitchFamily="34" charset="0"/>
                                            </a:rPr>
                                            <m:t>𝑥</m:t>
                                          </m:r>
                                        </m:e>
                                        <m:sup>
                                          <m:r>
                                            <a:rPr lang="en-US" sz="2400" i="1">
                                              <a:latin typeface="Cambria Math" panose="02040503050406030204" pitchFamily="18" charset="0"/>
                                              <a:ea typeface="Calibri" panose="020F0502020204030204" pitchFamily="34" charset="0"/>
                                              <a:cs typeface="Arial" panose="020B0604020202020204" pitchFamily="34" charset="0"/>
                                            </a:rPr>
                                            <m:t>2</m:t>
                                          </m:r>
                                        </m:sup>
                                      </m:sSup>
                                    </m:e>
                                  </m:d>
                                </m:e>
                                <m:sup>
                                  <m:r>
                                    <a:rPr lang="en-US" sz="2400" i="1">
                                      <a:latin typeface="Cambria Math" panose="02040503050406030204" pitchFamily="18" charset="0"/>
                                      <a:ea typeface="Calibri" panose="020F0502020204030204" pitchFamily="34" charset="0"/>
                                      <a:cs typeface="Arial" panose="020B0604020202020204" pitchFamily="34" charset="0"/>
                                    </a:rPr>
                                    <m:t>5/2</m:t>
                                  </m:r>
                                </m:sup>
                              </m:sSup>
                            </m:den>
                          </m:f>
                          <m:r>
                            <a:rPr lang="en-US" sz="2400" i="1">
                              <a:latin typeface="Cambria Math" panose="02040503050406030204" pitchFamily="18" charset="0"/>
                              <a:ea typeface="Calibri" panose="020F0502020204030204" pitchFamily="34" charset="0"/>
                              <a:cs typeface="Arial" panose="020B0604020202020204" pitchFamily="34" charset="0"/>
                            </a:rPr>
                            <m:t>𝑑𝑥</m:t>
                          </m:r>
                        </m:e>
                      </m:nary>
                      <m:r>
                        <a:rPr lang="en-US" sz="2400" i="1">
                          <a:latin typeface="Cambria Math" panose="02040503050406030204" pitchFamily="18" charset="0"/>
                          <a:ea typeface="Calibri" panose="020F0502020204030204" pitchFamily="34" charset="0"/>
                          <a:cs typeface="Arial" panose="020B0604020202020204" pitchFamily="34" charset="0"/>
                        </a:rPr>
                        <m:t>→</m:t>
                      </m:r>
                      <m:nary>
                        <m:naryPr>
                          <m:limLoc m:val="undOvr"/>
                          <m:subHide m:val="on"/>
                          <m:supHide m:val="on"/>
                          <m:ctrlPr>
                            <a:rPr lang="en-US" i="1">
                              <a:latin typeface="Cambria Math" panose="02040503050406030204" pitchFamily="18" charset="0"/>
                            </a:rPr>
                          </m:ctrlPr>
                        </m:naryPr>
                        <m:sub/>
                        <m:sup/>
                        <m:e>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sz="2400" i="1">
                                      <a:latin typeface="Cambria Math" panose="02040503050406030204" pitchFamily="18" charset="0"/>
                                      <a:ea typeface="Calibri" panose="020F0502020204030204" pitchFamily="34" charset="0"/>
                                      <a:cs typeface="Arial" panose="020B0604020202020204" pitchFamily="34" charset="0"/>
                                    </a:rPr>
                                    <m:t>𝑥</m:t>
                                  </m:r>
                                </m:e>
                                <m:sup>
                                  <m:r>
                                    <a:rPr lang="en-US" sz="2400" i="1">
                                      <a:latin typeface="Cambria Math" panose="02040503050406030204" pitchFamily="18" charset="0"/>
                                      <a:ea typeface="Calibri" panose="020F0502020204030204" pitchFamily="34" charset="0"/>
                                      <a:cs typeface="Arial" panose="020B0604020202020204" pitchFamily="34" charset="0"/>
                                    </a:rPr>
                                    <m:t>4</m:t>
                                  </m:r>
                                </m:sup>
                              </m:sSup>
                            </m:num>
                            <m:den>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sz="2400" i="1">
                                          <a:latin typeface="Cambria Math" panose="02040503050406030204" pitchFamily="18" charset="0"/>
                                          <a:ea typeface="Calibri" panose="020F0502020204030204" pitchFamily="34" charset="0"/>
                                          <a:cs typeface="Arial" panose="020B0604020202020204" pitchFamily="34" charset="0"/>
                                        </a:rPr>
                                        <m:t>1−</m:t>
                                      </m:r>
                                      <m:sSup>
                                        <m:sSupPr>
                                          <m:ctrlPr>
                                            <a:rPr lang="en-US" i="1">
                                              <a:latin typeface="Cambria Math" panose="02040503050406030204" pitchFamily="18" charset="0"/>
                                            </a:rPr>
                                          </m:ctrlPr>
                                        </m:sSupPr>
                                        <m:e>
                                          <m:r>
                                            <a:rPr lang="en-US" sz="2400" i="1">
                                              <a:latin typeface="Cambria Math" panose="02040503050406030204" pitchFamily="18" charset="0"/>
                                              <a:ea typeface="Calibri" panose="020F0502020204030204" pitchFamily="34" charset="0"/>
                                              <a:cs typeface="Arial" panose="020B0604020202020204" pitchFamily="34" charset="0"/>
                                            </a:rPr>
                                            <m:t>𝑥</m:t>
                                          </m:r>
                                        </m:e>
                                        <m:sup>
                                          <m:r>
                                            <a:rPr lang="en-US" sz="2400" i="1">
                                              <a:latin typeface="Cambria Math" panose="02040503050406030204" pitchFamily="18" charset="0"/>
                                              <a:ea typeface="Calibri" panose="020F0502020204030204" pitchFamily="34" charset="0"/>
                                              <a:cs typeface="Arial" panose="020B0604020202020204" pitchFamily="34" charset="0"/>
                                            </a:rPr>
                                            <m:t>2</m:t>
                                          </m:r>
                                        </m:sup>
                                      </m:sSup>
                                    </m:e>
                                  </m:d>
                                </m:e>
                                <m:sup>
                                  <m:r>
                                    <a:rPr lang="en-US" sz="2400" i="1">
                                      <a:latin typeface="Cambria Math" panose="02040503050406030204" pitchFamily="18" charset="0"/>
                                      <a:ea typeface="Calibri" panose="020F0502020204030204" pitchFamily="34" charset="0"/>
                                      <a:cs typeface="Arial" panose="020B0604020202020204" pitchFamily="34" charset="0"/>
                                    </a:rPr>
                                    <m:t>5/2</m:t>
                                  </m:r>
                                </m:sup>
                              </m:sSup>
                            </m:den>
                          </m:f>
                          <m:r>
                            <a:rPr lang="en-US" sz="2400" i="1">
                              <a:latin typeface="Cambria Math" panose="02040503050406030204" pitchFamily="18" charset="0"/>
                              <a:ea typeface="Calibri" panose="020F0502020204030204" pitchFamily="34" charset="0"/>
                              <a:cs typeface="Arial" panose="020B0604020202020204" pitchFamily="34" charset="0"/>
                            </a:rPr>
                            <m:t>𝑑𝑥</m:t>
                          </m:r>
                        </m:e>
                      </m:nary>
                    </m:oMath>
                  </m:oMathPara>
                </a14:m>
                <a:endParaRPr lang="en-US" dirty="0"/>
              </a:p>
              <a:p>
                <a:r>
                  <a:rPr lang="en-US" dirty="0"/>
                  <a:t>Using the safe transforms</a:t>
                </a:r>
              </a:p>
              <a:p>
                <a:pPr marL="0" indent="0">
                  <a:buNone/>
                </a:pPr>
                <a14:m>
                  <m:oMathPara xmlns:m="http://schemas.openxmlformats.org/officeDocument/2006/math">
                    <m:oMathParaPr>
                      <m:jc m:val="centerGroup"/>
                    </m:oMathParaPr>
                    <m:oMath xmlns:m="http://schemas.openxmlformats.org/officeDocument/2006/math">
                      <m:nary>
                        <m:naryPr>
                          <m:limLoc m:val="undOvr"/>
                          <m:subHide m:val="on"/>
                          <m:supHide m:val="on"/>
                          <m:ctrlPr>
                            <a:rPr lang="en-US" i="1">
                              <a:latin typeface="Cambria Math" panose="02040503050406030204" pitchFamily="18" charset="0"/>
                            </a:rPr>
                          </m:ctrlPr>
                        </m:naryPr>
                        <m:sub/>
                        <m:sup/>
                        <m:e>
                          <m:r>
                            <a:rPr lang="en-US" i="1">
                              <a:latin typeface="Cambria Math" panose="02040503050406030204" pitchFamily="18" charset="0"/>
                            </a:rPr>
                            <m:t>−</m:t>
                          </m:r>
                          <m:r>
                            <a:rPr lang="en-US" i="1">
                              <a:latin typeface="Cambria Math" panose="02040503050406030204" pitchFamily="18" charset="0"/>
                            </a:rPr>
                            <m:t>𝑓</m:t>
                          </m:r>
                          <m:r>
                            <a:rPr lang="en-US" i="1">
                              <a:latin typeface="Cambria Math" panose="02040503050406030204" pitchFamily="18" charset="0"/>
                            </a:rPr>
                            <m:t>(</m:t>
                          </m:r>
                          <m:r>
                            <a:rPr lang="en-US" i="1">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𝑑𝑥</m:t>
                          </m:r>
                        </m:e>
                      </m:nary>
                      <m:r>
                        <a:rPr lang="en-US" i="1">
                          <a:latin typeface="Cambria Math" panose="02040503050406030204" pitchFamily="18" charset="0"/>
                        </a:rPr>
                        <m:t>=−</m:t>
                      </m:r>
                      <m:nary>
                        <m:naryPr>
                          <m:limLoc m:val="undOvr"/>
                          <m:subHide m:val="on"/>
                          <m:supHide m:val="on"/>
                          <m:ctrlPr>
                            <a:rPr lang="en-US" i="1">
                              <a:latin typeface="Cambria Math" panose="02040503050406030204" pitchFamily="18" charset="0"/>
                            </a:rPr>
                          </m:ctrlPr>
                        </m:naryPr>
                        <m:sub/>
                        <m:sup/>
                        <m:e>
                          <m:r>
                            <a:rPr lang="en-US" b="0" i="1" smtClean="0">
                              <a:latin typeface="Cambria Math" panose="02040503050406030204" pitchFamily="18" charset="0"/>
                            </a:rPr>
                            <m:t>𝑓</m:t>
                          </m:r>
                          <m:r>
                            <a:rPr lang="en-US" i="1">
                              <a:latin typeface="Cambria Math" panose="02040503050406030204" pitchFamily="18" charset="0"/>
                            </a:rPr>
                            <m:t>(</m:t>
                          </m:r>
                          <m:r>
                            <a:rPr lang="en-US" i="1">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𝑑𝑥</m:t>
                          </m:r>
                        </m:e>
                      </m:nary>
                      <m:r>
                        <a:rPr lang="en-US" i="1">
                          <a:latin typeface="Cambria Math" panose="02040503050406030204" pitchFamily="18" charset="0"/>
                        </a:rPr>
                        <m:t>,</m:t>
                      </m:r>
                      <m:nary>
                        <m:naryPr>
                          <m:limLoc m:val="undOvr"/>
                          <m:subHide m:val="on"/>
                          <m:supHide m:val="on"/>
                          <m:ctrlPr>
                            <a:rPr lang="en-US" i="1">
                              <a:latin typeface="Cambria Math" panose="02040503050406030204" pitchFamily="18" charset="0"/>
                            </a:rPr>
                          </m:ctrlPr>
                        </m:naryPr>
                        <m:sub/>
                        <m:sup/>
                        <m:e>
                          <m:r>
                            <a:rPr lang="en-US" i="1">
                              <a:latin typeface="Cambria Math" panose="02040503050406030204" pitchFamily="18" charset="0"/>
                            </a:rPr>
                            <m:t>𝑐𝑓</m:t>
                          </m:r>
                          <m:r>
                            <a:rPr lang="en-US" i="1">
                              <a:latin typeface="Cambria Math" panose="02040503050406030204" pitchFamily="18" charset="0"/>
                            </a:rPr>
                            <m:t>(</m:t>
                          </m:r>
                          <m:r>
                            <a:rPr lang="en-US" i="1">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𝑑𝑥</m:t>
                          </m:r>
                        </m:e>
                      </m:nary>
                      <m:r>
                        <a:rPr lang="en-US" i="1">
                          <a:latin typeface="Cambria Math" panose="02040503050406030204" pitchFamily="18" charset="0"/>
                        </a:rPr>
                        <m:t>=</m:t>
                      </m:r>
                      <m:r>
                        <a:rPr lang="en-US" i="1">
                          <a:latin typeface="Cambria Math" panose="02040503050406030204" pitchFamily="18" charset="0"/>
                        </a:rPr>
                        <m:t>𝑐</m:t>
                      </m:r>
                      <m:nary>
                        <m:naryPr>
                          <m:limLoc m:val="undOvr"/>
                          <m:subHide m:val="on"/>
                          <m:supHide m:val="on"/>
                          <m:ctrlPr>
                            <a:rPr lang="en-US" i="1">
                              <a:latin typeface="Cambria Math" panose="02040503050406030204" pitchFamily="18" charset="0"/>
                            </a:rPr>
                          </m:ctrlPr>
                        </m:naryPr>
                        <m:sub/>
                        <m:sup/>
                        <m:e>
                          <m:r>
                            <a:rPr lang="en-US" b="0" i="1" smtClean="0">
                              <a:latin typeface="Cambria Math" panose="02040503050406030204" pitchFamily="18" charset="0"/>
                            </a:rPr>
                            <m:t>𝑓</m:t>
                          </m:r>
                          <m:r>
                            <a:rPr lang="en-US" i="1">
                              <a:latin typeface="Cambria Math" panose="02040503050406030204" pitchFamily="18" charset="0"/>
                            </a:rPr>
                            <m:t>(</m:t>
                          </m:r>
                          <m:r>
                            <a:rPr lang="en-US" i="1">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𝑑𝑥</m:t>
                          </m:r>
                        </m:e>
                      </m:nary>
                    </m:oMath>
                  </m:oMathPara>
                </a14:m>
                <a:endParaRPr lang="en-US" dirty="0"/>
              </a:p>
              <a:p>
                <a:r>
                  <a:rPr lang="en-US" dirty="0"/>
                  <a:t>The reduced problem is simpler now but still significantly hard, need more transformations </a:t>
                </a:r>
              </a:p>
              <a:p>
                <a:endParaRPr lang="en-US"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474" t="-3034" r="-2842"/>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fld id="{4C87BEC4-B835-4E55-9D7F-50B76A3ED418}" type="datetime1">
              <a:rPr lang="en-US" smtClean="0"/>
              <a:t>9/6/2022</a:t>
            </a:fld>
            <a:endParaRPr lang="en-US"/>
          </a:p>
        </p:txBody>
      </p:sp>
      <p:sp>
        <p:nvSpPr>
          <p:cNvPr id="5" name="Footer Placeholder 4"/>
          <p:cNvSpPr>
            <a:spLocks noGrp="1"/>
          </p:cNvSpPr>
          <p:nvPr>
            <p:ph type="ftr" sz="quarter" idx="11"/>
          </p:nvPr>
        </p:nvSpPr>
        <p:spPr/>
        <p:txBody>
          <a:bodyPr/>
          <a:lstStyle/>
          <a:p>
            <a:r>
              <a:rPr lang="en-US"/>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smtClean="0"/>
              <a:t>38</a:t>
            </a:fld>
            <a:endParaRPr lang="en-US"/>
          </a:p>
        </p:txBody>
      </p:sp>
    </p:spTree>
    <p:extLst>
      <p:ext uri="{BB962C8B-B14F-4D97-AF65-F5344CB8AC3E}">
        <p14:creationId xmlns:p14="http://schemas.microsoft.com/office/powerpoint/2010/main" val="69937330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Symbolic Integration Problem</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85000" lnSpcReduction="10000"/>
              </a:bodyPr>
              <a:lstStyle/>
              <a:p>
                <a:r>
                  <a:rPr lang="en-US"/>
                  <a:t>By substituting Heuristic Transformation (C) and (A)</a:t>
                </a:r>
              </a:p>
              <a:p>
                <a:pPr marL="0" marR="0" indent="0">
                  <a:lnSpc>
                    <a:spcPct val="107000"/>
                  </a:lnSpc>
                  <a:spcBef>
                    <a:spcPts val="0"/>
                  </a:spcBef>
                  <a:spcAft>
                    <a:spcPts val="800"/>
                  </a:spcAft>
                  <a:buNone/>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ea typeface="Times New Roman" panose="02020603050405020304" pitchFamily="18" charset="0"/>
                          <a:cs typeface="Arial" panose="020B0604020202020204" pitchFamily="34" charset="0"/>
                        </a:rPr>
                        <m:t>𝑥</m:t>
                      </m:r>
                      <m:r>
                        <a:rPr lang="en-US" sz="2400" i="1">
                          <a:latin typeface="Cambria Math" panose="02040503050406030204" pitchFamily="18" charset="0"/>
                          <a:ea typeface="Times New Roman" panose="02020603050405020304" pitchFamily="18" charset="0"/>
                          <a:cs typeface="Arial" panose="020B0604020202020204" pitchFamily="34" charset="0"/>
                        </a:rPr>
                        <m:t>=</m:t>
                      </m:r>
                      <m:func>
                        <m:funcPr>
                          <m:ctrlPr>
                            <a:rPr lang="en-US" sz="2400" i="1">
                              <a:latin typeface="Cambria Math" panose="02040503050406030204" pitchFamily="18" charset="0"/>
                              <a:ea typeface="Times New Roman" panose="02020603050405020304" pitchFamily="18" charset="0"/>
                              <a:cs typeface="Arial" panose="020B0604020202020204" pitchFamily="34" charset="0"/>
                            </a:rPr>
                          </m:ctrlPr>
                        </m:funcPr>
                        <m:fName>
                          <m:r>
                            <m:rPr>
                              <m:sty m:val="p"/>
                            </m:rPr>
                            <a:rPr lang="en-US" sz="2400">
                              <a:latin typeface="Cambria Math" panose="02040503050406030204" pitchFamily="18" charset="0"/>
                              <a:ea typeface="Times New Roman" panose="02020603050405020304" pitchFamily="18" charset="0"/>
                              <a:cs typeface="Arial" panose="020B0604020202020204" pitchFamily="34" charset="0"/>
                            </a:rPr>
                            <m:t>sin</m:t>
                          </m:r>
                        </m:fName>
                        <m:e>
                          <m:r>
                            <a:rPr lang="en-US" sz="2400" i="1">
                              <a:latin typeface="Cambria Math" panose="02040503050406030204" pitchFamily="18" charset="0"/>
                              <a:ea typeface="Times New Roman" panose="02020603050405020304" pitchFamily="18" charset="0"/>
                              <a:cs typeface="Arial" panose="020B0604020202020204" pitchFamily="34" charset="0"/>
                            </a:rPr>
                            <m:t>𝑦</m:t>
                          </m:r>
                        </m:e>
                      </m:func>
                    </m:oMath>
                  </m:oMathPara>
                </a14:m>
                <a:endParaRPr lang="en-US" sz="2400">
                  <a:latin typeface="Calibri" panose="020F0502020204030204" pitchFamily="34" charset="0"/>
                  <a:ea typeface="Calibri" panose="020F0502020204030204" pitchFamily="34" charset="0"/>
                  <a:cs typeface="Arial" panose="020B0604020202020204" pitchFamily="34" charset="0"/>
                </a:endParaRPr>
              </a:p>
              <a:p>
                <a:pPr marL="0" marR="0" indent="0">
                  <a:lnSpc>
                    <a:spcPct val="107000"/>
                  </a:lnSpc>
                  <a:spcBef>
                    <a:spcPts val="0"/>
                  </a:spcBef>
                  <a:spcAft>
                    <a:spcPts val="800"/>
                  </a:spcAft>
                  <a:buNone/>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ea typeface="Times New Roman" panose="02020603050405020304" pitchFamily="18" charset="0"/>
                          <a:cs typeface="Arial" panose="020B0604020202020204" pitchFamily="34" charset="0"/>
                        </a:rPr>
                        <m:t>𝑑𝑥</m:t>
                      </m:r>
                      <m:r>
                        <a:rPr lang="en-US" sz="2400" i="1">
                          <a:latin typeface="Cambria Math" panose="02040503050406030204" pitchFamily="18" charset="0"/>
                          <a:ea typeface="Times New Roman" panose="02020603050405020304" pitchFamily="18" charset="0"/>
                          <a:cs typeface="Arial" panose="020B0604020202020204" pitchFamily="34" charset="0"/>
                        </a:rPr>
                        <m:t>=</m:t>
                      </m:r>
                      <m:func>
                        <m:funcPr>
                          <m:ctrlPr>
                            <a:rPr lang="en-US" sz="2400" i="1">
                              <a:latin typeface="Cambria Math" panose="02040503050406030204" pitchFamily="18" charset="0"/>
                              <a:ea typeface="Times New Roman" panose="02020603050405020304" pitchFamily="18" charset="0"/>
                              <a:cs typeface="Arial" panose="020B0604020202020204" pitchFamily="34" charset="0"/>
                            </a:rPr>
                          </m:ctrlPr>
                        </m:funcPr>
                        <m:fName>
                          <m:r>
                            <m:rPr>
                              <m:sty m:val="p"/>
                            </m:rPr>
                            <a:rPr lang="en-US" sz="2400">
                              <a:latin typeface="Cambria Math" panose="02040503050406030204" pitchFamily="18" charset="0"/>
                              <a:ea typeface="Times New Roman" panose="02020603050405020304" pitchFamily="18" charset="0"/>
                              <a:cs typeface="Arial" panose="020B0604020202020204" pitchFamily="34" charset="0"/>
                            </a:rPr>
                            <m:t>cos</m:t>
                          </m:r>
                        </m:fName>
                        <m:e>
                          <m:r>
                            <a:rPr lang="en-US" sz="2400" i="1">
                              <a:latin typeface="Cambria Math" panose="02040503050406030204" pitchFamily="18" charset="0"/>
                              <a:ea typeface="Times New Roman" panose="02020603050405020304" pitchFamily="18" charset="0"/>
                              <a:cs typeface="Arial" panose="020B0604020202020204" pitchFamily="34" charset="0"/>
                            </a:rPr>
                            <m:t>𝑦𝑑𝑦</m:t>
                          </m:r>
                        </m:e>
                      </m:func>
                    </m:oMath>
                  </m:oMathPara>
                </a14:m>
                <a:endParaRPr lang="en-US" sz="2400">
                  <a:ea typeface="Times New Roman" panose="02020603050405020304" pitchFamily="18" charset="0"/>
                  <a:cs typeface="Arial" panose="020B0604020202020204" pitchFamily="34" charset="0"/>
                </a:endParaRPr>
              </a:p>
              <a:p>
                <a:pPr marL="0" marR="0" indent="0">
                  <a:lnSpc>
                    <a:spcPct val="107000"/>
                  </a:lnSpc>
                  <a:spcBef>
                    <a:spcPts val="0"/>
                  </a:spcBef>
                  <a:spcAft>
                    <a:spcPts val="800"/>
                  </a:spcAft>
                  <a:buNone/>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𝑓</m:t>
                      </m:r>
                      <m:d>
                        <m:dPr>
                          <m:ctrlPr>
                            <a:rPr lang="en-US" sz="2400" i="1">
                              <a:latin typeface="Cambria Math" panose="02040503050406030204" pitchFamily="18" charset="0"/>
                            </a:rPr>
                          </m:ctrlPr>
                        </m:dPr>
                        <m:e>
                          <m:func>
                            <m:funcPr>
                              <m:ctrlPr>
                                <a:rPr lang="en-US" sz="2400" i="1">
                                  <a:latin typeface="Cambria Math" panose="02040503050406030204" pitchFamily="18" charset="0"/>
                                </a:rPr>
                              </m:ctrlPr>
                            </m:funcPr>
                            <m:fName>
                              <m:r>
                                <m:rPr>
                                  <m:sty m:val="p"/>
                                </m:rPr>
                                <a:rPr lang="en-US" sz="2400">
                                  <a:latin typeface="Cambria Math" panose="02040503050406030204" pitchFamily="18" charset="0"/>
                                </a:rPr>
                                <m:t>sin</m:t>
                              </m:r>
                            </m:fName>
                            <m:e>
                              <m:d>
                                <m:dPr>
                                  <m:ctrlPr>
                                    <a:rPr lang="en-US" sz="2400" i="1">
                                      <a:latin typeface="Cambria Math" panose="02040503050406030204" pitchFamily="18" charset="0"/>
                                    </a:rPr>
                                  </m:ctrlPr>
                                </m:dPr>
                                <m:e>
                                  <m:r>
                                    <a:rPr lang="en-US" sz="2400" i="1">
                                      <a:latin typeface="Cambria Math" panose="02040503050406030204" pitchFamily="18" charset="0"/>
                                    </a:rPr>
                                    <m:t>𝑥</m:t>
                                  </m:r>
                                </m:e>
                              </m:d>
                            </m:e>
                          </m:func>
                          <m:r>
                            <a:rPr lang="en-US" sz="2400" i="1">
                              <a:latin typeface="Cambria Math" panose="02040503050406030204" pitchFamily="18" charset="0"/>
                            </a:rPr>
                            <m:t>,</m:t>
                          </m:r>
                          <m:func>
                            <m:funcPr>
                              <m:ctrlPr>
                                <a:rPr lang="en-US" sz="2400" i="1">
                                  <a:latin typeface="Cambria Math" panose="02040503050406030204" pitchFamily="18" charset="0"/>
                                </a:rPr>
                              </m:ctrlPr>
                            </m:funcPr>
                            <m:fName>
                              <m:r>
                                <m:rPr>
                                  <m:sty m:val="p"/>
                                </m:rPr>
                                <a:rPr lang="en-US" sz="2400">
                                  <a:latin typeface="Cambria Math" panose="02040503050406030204" pitchFamily="18" charset="0"/>
                                </a:rPr>
                                <m:t>cos</m:t>
                              </m:r>
                            </m:fName>
                            <m:e>
                              <m:d>
                                <m:dPr>
                                  <m:ctrlPr>
                                    <a:rPr lang="en-US" sz="2400" i="1">
                                      <a:latin typeface="Cambria Math" panose="02040503050406030204" pitchFamily="18" charset="0"/>
                                    </a:rPr>
                                  </m:ctrlPr>
                                </m:dPr>
                                <m:e>
                                  <m:r>
                                    <a:rPr lang="en-US" sz="2400" i="1">
                                      <a:latin typeface="Cambria Math" panose="02040503050406030204" pitchFamily="18" charset="0"/>
                                    </a:rPr>
                                    <m:t>𝑥</m:t>
                                  </m:r>
                                </m:e>
                              </m:d>
                            </m:e>
                          </m:func>
                          <m:r>
                            <a:rPr lang="en-US" sz="2400" i="1">
                              <a:latin typeface="Cambria Math" panose="02040503050406030204" pitchFamily="18" charset="0"/>
                            </a:rPr>
                            <m:t>,</m:t>
                          </m:r>
                          <m:func>
                            <m:funcPr>
                              <m:ctrlPr>
                                <a:rPr lang="en-US" sz="2400" i="1">
                                  <a:latin typeface="Cambria Math" panose="02040503050406030204" pitchFamily="18" charset="0"/>
                                </a:rPr>
                              </m:ctrlPr>
                            </m:funcPr>
                            <m:fName>
                              <m:r>
                                <m:rPr>
                                  <m:sty m:val="p"/>
                                </m:rPr>
                                <a:rPr lang="en-US" sz="2400">
                                  <a:latin typeface="Cambria Math" panose="02040503050406030204" pitchFamily="18" charset="0"/>
                                </a:rPr>
                                <m:t>tan</m:t>
                              </m:r>
                            </m:fName>
                            <m:e>
                              <m:d>
                                <m:dPr>
                                  <m:ctrlPr>
                                    <a:rPr lang="en-US" sz="2400" i="1">
                                      <a:latin typeface="Cambria Math" panose="02040503050406030204" pitchFamily="18" charset="0"/>
                                    </a:rPr>
                                  </m:ctrlPr>
                                </m:dPr>
                                <m:e>
                                  <m:r>
                                    <a:rPr lang="en-US" sz="2400" i="1">
                                      <a:latin typeface="Cambria Math" panose="02040503050406030204" pitchFamily="18" charset="0"/>
                                    </a:rPr>
                                    <m:t>𝑥</m:t>
                                  </m:r>
                                </m:e>
                              </m:d>
                            </m:e>
                          </m:func>
                          <m:r>
                            <a:rPr lang="en-US" sz="2400" i="1">
                              <a:latin typeface="Cambria Math" panose="02040503050406030204" pitchFamily="18" charset="0"/>
                            </a:rPr>
                            <m:t>,</m:t>
                          </m:r>
                          <m:func>
                            <m:funcPr>
                              <m:ctrlPr>
                                <a:rPr lang="en-US" sz="2400" i="1">
                                  <a:latin typeface="Cambria Math" panose="02040503050406030204" pitchFamily="18" charset="0"/>
                                </a:rPr>
                              </m:ctrlPr>
                            </m:funcPr>
                            <m:fName>
                              <m:r>
                                <m:rPr>
                                  <m:sty m:val="p"/>
                                </m:rPr>
                                <a:rPr lang="en-US" sz="2400">
                                  <a:latin typeface="Cambria Math" panose="02040503050406030204" pitchFamily="18" charset="0"/>
                                </a:rPr>
                                <m:t>csc</m:t>
                              </m:r>
                            </m:fName>
                            <m:e>
                              <m:d>
                                <m:dPr>
                                  <m:ctrlPr>
                                    <a:rPr lang="en-US" sz="2400" i="1">
                                      <a:latin typeface="Cambria Math" panose="02040503050406030204" pitchFamily="18" charset="0"/>
                                    </a:rPr>
                                  </m:ctrlPr>
                                </m:dPr>
                                <m:e>
                                  <m:r>
                                    <a:rPr lang="en-US" sz="2400" i="1">
                                      <a:latin typeface="Cambria Math" panose="02040503050406030204" pitchFamily="18" charset="0"/>
                                    </a:rPr>
                                    <m:t>𝑥</m:t>
                                  </m:r>
                                </m:e>
                              </m:d>
                            </m:e>
                          </m:func>
                          <m:r>
                            <a:rPr lang="en-US" sz="2400" i="1">
                              <a:latin typeface="Cambria Math" panose="02040503050406030204" pitchFamily="18" charset="0"/>
                            </a:rPr>
                            <m:t>,</m:t>
                          </m:r>
                          <m:func>
                            <m:funcPr>
                              <m:ctrlPr>
                                <a:rPr lang="en-US" sz="2400" i="1">
                                  <a:latin typeface="Cambria Math" panose="02040503050406030204" pitchFamily="18" charset="0"/>
                                </a:rPr>
                              </m:ctrlPr>
                            </m:funcPr>
                            <m:fName>
                              <m:r>
                                <m:rPr>
                                  <m:sty m:val="p"/>
                                </m:rPr>
                                <a:rPr lang="en-US" sz="2400">
                                  <a:latin typeface="Cambria Math" panose="02040503050406030204" pitchFamily="18" charset="0"/>
                                </a:rPr>
                                <m:t>sec</m:t>
                              </m:r>
                            </m:fName>
                            <m:e>
                              <m:d>
                                <m:dPr>
                                  <m:ctrlPr>
                                    <a:rPr lang="en-US" sz="2400" i="1">
                                      <a:latin typeface="Cambria Math" panose="02040503050406030204" pitchFamily="18" charset="0"/>
                                    </a:rPr>
                                  </m:ctrlPr>
                                </m:dPr>
                                <m:e>
                                  <m:r>
                                    <a:rPr lang="en-US" sz="2400" i="1">
                                      <a:latin typeface="Cambria Math" panose="02040503050406030204" pitchFamily="18" charset="0"/>
                                    </a:rPr>
                                    <m:t>𝑥</m:t>
                                  </m:r>
                                </m:e>
                              </m:d>
                            </m:e>
                          </m:func>
                          <m:r>
                            <a:rPr lang="en-US" sz="2400" i="1">
                              <a:latin typeface="Cambria Math" panose="02040503050406030204" pitchFamily="18" charset="0"/>
                            </a:rPr>
                            <m:t>,</m:t>
                          </m:r>
                          <m:func>
                            <m:funcPr>
                              <m:ctrlPr>
                                <a:rPr lang="en-US" sz="2400" i="1">
                                  <a:latin typeface="Cambria Math" panose="02040503050406030204" pitchFamily="18" charset="0"/>
                                </a:rPr>
                              </m:ctrlPr>
                            </m:funcPr>
                            <m:fName>
                              <m:r>
                                <m:rPr>
                                  <m:sty m:val="p"/>
                                </m:rPr>
                                <a:rPr lang="en-US" sz="2400">
                                  <a:latin typeface="Cambria Math" panose="02040503050406030204" pitchFamily="18" charset="0"/>
                                </a:rPr>
                                <m:t>cot</m:t>
                              </m:r>
                            </m:fName>
                            <m:e>
                              <m:d>
                                <m:dPr>
                                  <m:ctrlPr>
                                    <a:rPr lang="en-US" sz="2400" i="1">
                                      <a:latin typeface="Cambria Math" panose="02040503050406030204" pitchFamily="18" charset="0"/>
                                    </a:rPr>
                                  </m:ctrlPr>
                                </m:dPr>
                                <m:e>
                                  <m:r>
                                    <a:rPr lang="en-US" sz="2400" i="1">
                                      <a:latin typeface="Cambria Math" panose="02040503050406030204" pitchFamily="18" charset="0"/>
                                    </a:rPr>
                                    <m:t>𝑥</m:t>
                                  </m:r>
                                </m:e>
                              </m:d>
                            </m:e>
                          </m:func>
                        </m:e>
                      </m:d>
                      <m:r>
                        <a:rPr lang="en-US" sz="2400" i="1">
                          <a:latin typeface="Cambria Math" panose="02040503050406030204" pitchFamily="18" charset="0"/>
                        </a:rPr>
                        <m:t>=</m:t>
                      </m:r>
                      <m:r>
                        <a:rPr lang="en-US" sz="2400" i="1">
                          <a:latin typeface="Cambria Math" panose="02040503050406030204" pitchFamily="18" charset="0"/>
                        </a:rPr>
                        <m:t>𝑔</m:t>
                      </m:r>
                      <m:d>
                        <m:dPr>
                          <m:ctrlPr>
                            <a:rPr lang="en-US" sz="2400" i="1">
                              <a:latin typeface="Cambria Math" panose="02040503050406030204" pitchFamily="18" charset="0"/>
                            </a:rPr>
                          </m:ctrlPr>
                        </m:dPr>
                        <m:e>
                          <m:func>
                            <m:funcPr>
                              <m:ctrlPr>
                                <a:rPr lang="en-US" sz="2400" i="1">
                                  <a:latin typeface="Cambria Math" panose="02040503050406030204" pitchFamily="18" charset="0"/>
                                </a:rPr>
                              </m:ctrlPr>
                            </m:funcPr>
                            <m:fName>
                              <m:r>
                                <m:rPr>
                                  <m:sty m:val="p"/>
                                </m:rPr>
                                <a:rPr lang="en-US" sz="2400">
                                  <a:latin typeface="Cambria Math" panose="02040503050406030204" pitchFamily="18" charset="0"/>
                                </a:rPr>
                                <m:t>sin</m:t>
                              </m:r>
                            </m:fName>
                            <m:e>
                              <m:d>
                                <m:dPr>
                                  <m:ctrlPr>
                                    <a:rPr lang="en-US" sz="2400" i="1">
                                      <a:latin typeface="Cambria Math" panose="02040503050406030204" pitchFamily="18" charset="0"/>
                                    </a:rPr>
                                  </m:ctrlPr>
                                </m:dPr>
                                <m:e>
                                  <m:r>
                                    <a:rPr lang="en-US" sz="2400" i="1">
                                      <a:latin typeface="Cambria Math" panose="02040503050406030204" pitchFamily="18" charset="0"/>
                                    </a:rPr>
                                    <m:t>𝑥</m:t>
                                  </m:r>
                                </m:e>
                              </m:d>
                            </m:e>
                          </m:func>
                          <m:r>
                            <a:rPr lang="en-US" sz="2400" i="1">
                              <a:latin typeface="Cambria Math" panose="02040503050406030204" pitchFamily="18" charset="0"/>
                            </a:rPr>
                            <m:t>,</m:t>
                          </m:r>
                          <m:func>
                            <m:funcPr>
                              <m:ctrlPr>
                                <a:rPr lang="en-US" sz="2400" i="1">
                                  <a:latin typeface="Cambria Math" panose="02040503050406030204" pitchFamily="18" charset="0"/>
                                </a:rPr>
                              </m:ctrlPr>
                            </m:funcPr>
                            <m:fName>
                              <m:r>
                                <m:rPr>
                                  <m:sty m:val="p"/>
                                </m:rPr>
                                <a:rPr lang="en-US" sz="2400">
                                  <a:latin typeface="Cambria Math" panose="02040503050406030204" pitchFamily="18" charset="0"/>
                                </a:rPr>
                                <m:t>cos</m:t>
                              </m:r>
                            </m:fName>
                            <m:e>
                              <m:d>
                                <m:dPr>
                                  <m:ctrlPr>
                                    <a:rPr lang="en-US" sz="2400" i="1">
                                      <a:latin typeface="Cambria Math" panose="02040503050406030204" pitchFamily="18" charset="0"/>
                                    </a:rPr>
                                  </m:ctrlPr>
                                </m:dPr>
                                <m:e>
                                  <m:r>
                                    <a:rPr lang="en-US" sz="2400" i="1">
                                      <a:latin typeface="Cambria Math" panose="02040503050406030204" pitchFamily="18" charset="0"/>
                                    </a:rPr>
                                    <m:t>𝑥</m:t>
                                  </m:r>
                                </m:e>
                              </m:d>
                            </m:e>
                          </m:func>
                        </m:e>
                      </m:d>
                      <m:r>
                        <a:rPr lang="en-US" sz="2400" i="1">
                          <a:latin typeface="Cambria Math" panose="02040503050406030204" pitchFamily="18" charset="0"/>
                        </a:rPr>
                        <m:t>=</m:t>
                      </m:r>
                      <m:r>
                        <a:rPr lang="en-US" sz="2400" i="1">
                          <a:latin typeface="Cambria Math" panose="02040503050406030204" pitchFamily="18" charset="0"/>
                        </a:rPr>
                        <m:t>𝑔</m:t>
                      </m:r>
                      <m:d>
                        <m:dPr>
                          <m:ctrlPr>
                            <a:rPr lang="en-US" sz="2400" i="1">
                              <a:latin typeface="Cambria Math" panose="02040503050406030204" pitchFamily="18" charset="0"/>
                            </a:rPr>
                          </m:ctrlPr>
                        </m:dPr>
                        <m:e>
                          <m:func>
                            <m:funcPr>
                              <m:ctrlPr>
                                <a:rPr lang="en-US" sz="2400" i="1">
                                  <a:latin typeface="Cambria Math" panose="02040503050406030204" pitchFamily="18" charset="0"/>
                                </a:rPr>
                              </m:ctrlPr>
                            </m:funcPr>
                            <m:fName>
                              <m:r>
                                <m:rPr>
                                  <m:sty m:val="p"/>
                                </m:rPr>
                                <a:rPr lang="en-US" sz="2400">
                                  <a:latin typeface="Cambria Math" panose="02040503050406030204" pitchFamily="18" charset="0"/>
                                </a:rPr>
                                <m:t>tan</m:t>
                              </m:r>
                            </m:fName>
                            <m:e>
                              <m:d>
                                <m:dPr>
                                  <m:ctrlPr>
                                    <a:rPr lang="en-US" sz="2400" i="1">
                                      <a:latin typeface="Cambria Math" panose="02040503050406030204" pitchFamily="18" charset="0"/>
                                    </a:rPr>
                                  </m:ctrlPr>
                                </m:dPr>
                                <m:e>
                                  <m:r>
                                    <a:rPr lang="en-US" sz="2400" i="1">
                                      <a:latin typeface="Cambria Math" panose="02040503050406030204" pitchFamily="18" charset="0"/>
                                    </a:rPr>
                                    <m:t>𝑥</m:t>
                                  </m:r>
                                </m:e>
                              </m:d>
                            </m:e>
                          </m:func>
                          <m:r>
                            <a:rPr lang="en-US" sz="2400" i="1">
                              <a:latin typeface="Cambria Math" panose="02040503050406030204" pitchFamily="18" charset="0"/>
                            </a:rPr>
                            <m:t>,</m:t>
                          </m:r>
                          <m:func>
                            <m:funcPr>
                              <m:ctrlPr>
                                <a:rPr lang="en-US" sz="2400" i="1">
                                  <a:latin typeface="Cambria Math" panose="02040503050406030204" pitchFamily="18" charset="0"/>
                                </a:rPr>
                              </m:ctrlPr>
                            </m:funcPr>
                            <m:fName>
                              <m:r>
                                <m:rPr>
                                  <m:sty m:val="p"/>
                                </m:rPr>
                                <a:rPr lang="en-US" sz="2400">
                                  <a:latin typeface="Cambria Math" panose="02040503050406030204" pitchFamily="18" charset="0"/>
                                </a:rPr>
                                <m:t>csc</m:t>
                              </m:r>
                            </m:fName>
                            <m:e>
                              <m:d>
                                <m:dPr>
                                  <m:ctrlPr>
                                    <a:rPr lang="en-US" sz="2400" i="1">
                                      <a:latin typeface="Cambria Math" panose="02040503050406030204" pitchFamily="18" charset="0"/>
                                    </a:rPr>
                                  </m:ctrlPr>
                                </m:dPr>
                                <m:e>
                                  <m:r>
                                    <a:rPr lang="en-US" sz="2400" i="1">
                                      <a:latin typeface="Cambria Math" panose="02040503050406030204" pitchFamily="18" charset="0"/>
                                    </a:rPr>
                                    <m:t>𝑥</m:t>
                                  </m:r>
                                </m:e>
                              </m:d>
                            </m:e>
                          </m:func>
                        </m:e>
                      </m:d>
                    </m:oMath>
                  </m:oMathPara>
                </a14:m>
                <a:endParaRPr lang="en-US" sz="2400"/>
              </a:p>
              <a:p>
                <a:r>
                  <a:rPr lang="en-US"/>
                  <a:t>The problem can be simplified to:</a:t>
                </a:r>
              </a:p>
              <a:p>
                <a:pPr marL="0" indent="0">
                  <a:buNone/>
                </a:pPr>
                <a14:m>
                  <m:oMathPara xmlns:m="http://schemas.openxmlformats.org/officeDocument/2006/math">
                    <m:oMathParaPr>
                      <m:jc m:val="centerGroup"/>
                    </m:oMathParaPr>
                    <m:oMath xmlns:m="http://schemas.openxmlformats.org/officeDocument/2006/math">
                      <m:nary>
                        <m:naryPr>
                          <m:limLoc m:val="undOvr"/>
                          <m:subHide m:val="on"/>
                          <m:supHide m:val="on"/>
                          <m:ctrlPr>
                            <a:rPr lang="en-US" i="1">
                              <a:latin typeface="Cambria Math" panose="02040503050406030204" pitchFamily="18" charset="0"/>
                            </a:rPr>
                          </m:ctrlPr>
                        </m:naryPr>
                        <m:sub/>
                        <m:sup/>
                        <m:e>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sz="2400" i="1">
                                      <a:latin typeface="Cambria Math" panose="02040503050406030204" pitchFamily="18" charset="0"/>
                                      <a:ea typeface="Calibri" panose="020F0502020204030204" pitchFamily="34" charset="0"/>
                                      <a:cs typeface="Arial" panose="020B0604020202020204" pitchFamily="34" charset="0"/>
                                    </a:rPr>
                                    <m:t>𝑥</m:t>
                                  </m:r>
                                </m:e>
                                <m:sup>
                                  <m:r>
                                    <a:rPr lang="en-US" sz="2400">
                                      <a:latin typeface="Cambria Math" panose="02040503050406030204" pitchFamily="18" charset="0"/>
                                      <a:ea typeface="Calibri" panose="020F0502020204030204" pitchFamily="34" charset="0"/>
                                      <a:cs typeface="Arial" panose="020B0604020202020204" pitchFamily="34" charset="0"/>
                                    </a:rPr>
                                    <m:t>4</m:t>
                                  </m:r>
                                </m:sup>
                              </m:sSup>
                            </m:num>
                            <m:den>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sz="2400">
                                          <a:latin typeface="Cambria Math" panose="02040503050406030204" pitchFamily="18" charset="0"/>
                                          <a:ea typeface="Calibri" panose="020F0502020204030204" pitchFamily="34" charset="0"/>
                                          <a:cs typeface="Arial" panose="020B0604020202020204" pitchFamily="34" charset="0"/>
                                        </a:rPr>
                                        <m:t>1</m:t>
                                      </m:r>
                                      <m:r>
                                        <a:rPr lang="en-US" sz="2400" i="1">
                                          <a:latin typeface="Cambria Math" panose="02040503050406030204" pitchFamily="18" charset="0"/>
                                          <a:ea typeface="Calibri" panose="020F0502020204030204" pitchFamily="34" charset="0"/>
                                          <a:cs typeface="Arial" panose="020B0604020202020204" pitchFamily="34" charset="0"/>
                                        </a:rPr>
                                        <m:t>−</m:t>
                                      </m:r>
                                      <m:sSup>
                                        <m:sSupPr>
                                          <m:ctrlPr>
                                            <a:rPr lang="en-US" i="1">
                                              <a:latin typeface="Cambria Math" panose="02040503050406030204" pitchFamily="18" charset="0"/>
                                            </a:rPr>
                                          </m:ctrlPr>
                                        </m:sSupPr>
                                        <m:e>
                                          <m:r>
                                            <a:rPr lang="en-US" sz="2400" i="1">
                                              <a:latin typeface="Cambria Math" panose="02040503050406030204" pitchFamily="18" charset="0"/>
                                              <a:ea typeface="Calibri" panose="020F0502020204030204" pitchFamily="34" charset="0"/>
                                              <a:cs typeface="Arial" panose="020B0604020202020204" pitchFamily="34" charset="0"/>
                                            </a:rPr>
                                            <m:t>𝑥</m:t>
                                          </m:r>
                                        </m:e>
                                        <m:sup>
                                          <m:r>
                                            <a:rPr lang="en-US" sz="2400">
                                              <a:latin typeface="Cambria Math" panose="02040503050406030204" pitchFamily="18" charset="0"/>
                                              <a:ea typeface="Calibri" panose="020F0502020204030204" pitchFamily="34" charset="0"/>
                                              <a:cs typeface="Arial" panose="020B0604020202020204" pitchFamily="34" charset="0"/>
                                            </a:rPr>
                                            <m:t>2</m:t>
                                          </m:r>
                                        </m:sup>
                                      </m:sSup>
                                    </m:e>
                                  </m:d>
                                </m:e>
                                <m:sup>
                                  <m:r>
                                    <a:rPr lang="en-US" sz="2400">
                                      <a:latin typeface="Cambria Math" panose="02040503050406030204" pitchFamily="18" charset="0"/>
                                      <a:ea typeface="Calibri" panose="020F0502020204030204" pitchFamily="34" charset="0"/>
                                      <a:cs typeface="Arial" panose="020B0604020202020204" pitchFamily="34" charset="0"/>
                                    </a:rPr>
                                    <m:t>5/2</m:t>
                                  </m:r>
                                </m:sup>
                              </m:sSup>
                            </m:den>
                          </m:f>
                          <m:r>
                            <a:rPr lang="en-US" sz="2400" i="1">
                              <a:latin typeface="Cambria Math" panose="02040503050406030204" pitchFamily="18" charset="0"/>
                              <a:ea typeface="Calibri" panose="020F0502020204030204" pitchFamily="34" charset="0"/>
                              <a:cs typeface="Arial" panose="020B0604020202020204" pitchFamily="34" charset="0"/>
                            </a:rPr>
                            <m:t>𝑑𝑥</m:t>
                          </m:r>
                        </m:e>
                      </m:nary>
                      <m:r>
                        <a:rPr lang="en-US" sz="2400">
                          <a:latin typeface="Cambria Math" panose="02040503050406030204" pitchFamily="18" charset="0"/>
                          <a:ea typeface="Calibri" panose="020F0502020204030204" pitchFamily="34" charset="0"/>
                          <a:cs typeface="Arial" panose="020B0604020202020204" pitchFamily="34" charset="0"/>
                        </a:rPr>
                        <m:t>→</m:t>
                      </m:r>
                      <m:nary>
                        <m:naryPr>
                          <m:limLoc m:val="undOvr"/>
                          <m:subHide m:val="on"/>
                          <m:supHide m:val="on"/>
                          <m:ctrlPr>
                            <a:rPr lang="en-US" i="1">
                              <a:latin typeface="Cambria Math" panose="02040503050406030204" pitchFamily="18" charset="0"/>
                            </a:rPr>
                          </m:ctrlPr>
                        </m:naryPr>
                        <m:sub/>
                        <m:sup/>
                        <m:e>
                          <m:f>
                            <m:fPr>
                              <m:ctrlPr>
                                <a:rPr lang="en-US" i="1">
                                  <a:latin typeface="Cambria Math" panose="02040503050406030204" pitchFamily="18" charset="0"/>
                                </a:rPr>
                              </m:ctrlPr>
                            </m:fPr>
                            <m:num>
                              <m:sSup>
                                <m:sSupPr>
                                  <m:ctrlPr>
                                    <a:rPr lang="en-US" i="1">
                                      <a:latin typeface="Cambria Math" panose="02040503050406030204" pitchFamily="18" charset="0"/>
                                    </a:rPr>
                                  </m:ctrlPr>
                                </m:sSupPr>
                                <m:e>
                                  <m:r>
                                    <m:rPr>
                                      <m:sty m:val="p"/>
                                    </m:rPr>
                                    <a:rPr lang="en-US" sz="2400">
                                      <a:latin typeface="Cambria Math" panose="02040503050406030204" pitchFamily="18" charset="0"/>
                                      <a:ea typeface="Calibri" panose="020F0502020204030204" pitchFamily="34" charset="0"/>
                                      <a:cs typeface="Arial" panose="020B0604020202020204" pitchFamily="34" charset="0"/>
                                    </a:rPr>
                                    <m:t>sin</m:t>
                                  </m:r>
                                </m:e>
                                <m:sup>
                                  <m:r>
                                    <a:rPr lang="en-US" sz="2400">
                                      <a:latin typeface="Cambria Math" panose="02040503050406030204" pitchFamily="18" charset="0"/>
                                      <a:ea typeface="Calibri" panose="020F0502020204030204" pitchFamily="34" charset="0"/>
                                      <a:cs typeface="Arial" panose="020B0604020202020204" pitchFamily="34" charset="0"/>
                                    </a:rPr>
                                    <m:t>4</m:t>
                                  </m:r>
                                </m:sup>
                              </m:sSup>
                              <m:r>
                                <a:rPr lang="en-US" sz="2400">
                                  <a:latin typeface="Cambria Math" panose="02040503050406030204" pitchFamily="18" charset="0"/>
                                  <a:ea typeface="Calibri" panose="020F0502020204030204" pitchFamily="34" charset="0"/>
                                  <a:cs typeface="Arial" panose="020B0604020202020204" pitchFamily="34" charset="0"/>
                                </a:rPr>
                                <m:t>⁡</m:t>
                              </m:r>
                              <m:r>
                                <a:rPr lang="en-US" sz="2400" i="1">
                                  <a:latin typeface="Cambria Math" panose="02040503050406030204" pitchFamily="18" charset="0"/>
                                  <a:ea typeface="Calibri" panose="020F0502020204030204" pitchFamily="34" charset="0"/>
                                  <a:cs typeface="Arial" panose="020B0604020202020204" pitchFamily="34" charset="0"/>
                                </a:rPr>
                                <m:t>𝑦</m:t>
                              </m:r>
                            </m:num>
                            <m:den>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sz="2400">
                                          <a:latin typeface="Cambria Math" panose="02040503050406030204" pitchFamily="18" charset="0"/>
                                          <a:ea typeface="Calibri" panose="020F0502020204030204" pitchFamily="34" charset="0"/>
                                          <a:cs typeface="Arial" panose="020B0604020202020204" pitchFamily="34" charset="0"/>
                                        </a:rPr>
                                        <m:t>1</m:t>
                                      </m:r>
                                      <m:r>
                                        <a:rPr lang="en-US" sz="2400" i="1">
                                          <a:latin typeface="Cambria Math" panose="02040503050406030204" pitchFamily="18" charset="0"/>
                                          <a:ea typeface="Calibri" panose="020F0502020204030204" pitchFamily="34" charset="0"/>
                                          <a:cs typeface="Arial" panose="020B0604020202020204" pitchFamily="34" charset="0"/>
                                        </a:rPr>
                                        <m:t>−</m:t>
                                      </m:r>
                                      <m:sSup>
                                        <m:sSupPr>
                                          <m:ctrlPr>
                                            <a:rPr lang="en-US" i="1">
                                              <a:latin typeface="Cambria Math" panose="02040503050406030204" pitchFamily="18" charset="0"/>
                                            </a:rPr>
                                          </m:ctrlPr>
                                        </m:sSupPr>
                                        <m:e>
                                          <m:r>
                                            <m:rPr>
                                              <m:sty m:val="p"/>
                                            </m:rPr>
                                            <a:rPr lang="en-US" sz="2400">
                                              <a:latin typeface="Cambria Math" panose="02040503050406030204" pitchFamily="18" charset="0"/>
                                              <a:ea typeface="Calibri" panose="020F0502020204030204" pitchFamily="34" charset="0"/>
                                              <a:cs typeface="Arial" panose="020B0604020202020204" pitchFamily="34" charset="0"/>
                                            </a:rPr>
                                            <m:t>sin</m:t>
                                          </m:r>
                                        </m:e>
                                        <m:sup>
                                          <m:r>
                                            <a:rPr lang="en-US" sz="2400">
                                              <a:latin typeface="Cambria Math" panose="02040503050406030204" pitchFamily="18" charset="0"/>
                                              <a:ea typeface="Calibri" panose="020F0502020204030204" pitchFamily="34" charset="0"/>
                                              <a:cs typeface="Arial" panose="020B0604020202020204" pitchFamily="34" charset="0"/>
                                            </a:rPr>
                                            <m:t>2</m:t>
                                          </m:r>
                                        </m:sup>
                                      </m:sSup>
                                      <m:r>
                                        <a:rPr lang="en-US" sz="2400">
                                          <a:latin typeface="Cambria Math" panose="02040503050406030204" pitchFamily="18" charset="0"/>
                                          <a:ea typeface="Calibri" panose="020F0502020204030204" pitchFamily="34" charset="0"/>
                                          <a:cs typeface="Arial" panose="020B0604020202020204" pitchFamily="34" charset="0"/>
                                        </a:rPr>
                                        <m:t>⁡</m:t>
                                      </m:r>
                                      <m:r>
                                        <a:rPr lang="en-US" sz="2400" i="1">
                                          <a:latin typeface="Cambria Math" panose="02040503050406030204" pitchFamily="18" charset="0"/>
                                          <a:ea typeface="Calibri" panose="020F0502020204030204" pitchFamily="34" charset="0"/>
                                          <a:cs typeface="Arial" panose="020B0604020202020204" pitchFamily="34" charset="0"/>
                                        </a:rPr>
                                        <m:t>𝑦</m:t>
                                      </m:r>
                                    </m:e>
                                  </m:d>
                                </m:e>
                                <m:sup>
                                  <m:r>
                                    <a:rPr lang="en-US" sz="2400">
                                      <a:latin typeface="Cambria Math" panose="02040503050406030204" pitchFamily="18" charset="0"/>
                                      <a:ea typeface="Calibri" panose="020F0502020204030204" pitchFamily="34" charset="0"/>
                                      <a:cs typeface="Arial" panose="020B0604020202020204" pitchFamily="34" charset="0"/>
                                    </a:rPr>
                                    <m:t>5/2</m:t>
                                  </m:r>
                                </m:sup>
                              </m:sSup>
                            </m:den>
                          </m:f>
                          <m:r>
                            <m:rPr>
                              <m:sty m:val="p"/>
                            </m:rPr>
                            <a:rPr lang="en-US" sz="2400">
                              <a:latin typeface="Cambria Math" panose="02040503050406030204" pitchFamily="18" charset="0"/>
                              <a:ea typeface="Calibri" panose="020F0502020204030204" pitchFamily="34" charset="0"/>
                              <a:cs typeface="Arial" panose="020B0604020202020204" pitchFamily="34" charset="0"/>
                            </a:rPr>
                            <m:t>cos</m:t>
                          </m:r>
                          <m:r>
                            <a:rPr lang="en-US" sz="2400">
                              <a:latin typeface="Cambria Math" panose="02040503050406030204" pitchFamily="18" charset="0"/>
                              <a:ea typeface="Calibri" panose="020F0502020204030204" pitchFamily="34" charset="0"/>
                              <a:cs typeface="Arial" panose="020B0604020202020204" pitchFamily="34" charset="0"/>
                            </a:rPr>
                            <m:t>⁡</m:t>
                          </m:r>
                          <m:r>
                            <a:rPr lang="en-US" sz="2400" i="1">
                              <a:latin typeface="Cambria Math" panose="02040503050406030204" pitchFamily="18" charset="0"/>
                              <a:ea typeface="Calibri" panose="020F0502020204030204" pitchFamily="34" charset="0"/>
                              <a:cs typeface="Arial" panose="020B0604020202020204" pitchFamily="34" charset="0"/>
                            </a:rPr>
                            <m:t>𝑦𝑑𝑦</m:t>
                          </m:r>
                        </m:e>
                      </m:nary>
                      <m:r>
                        <a:rPr lang="en-US" sz="2400">
                          <a:latin typeface="Cambria Math" panose="02040503050406030204" pitchFamily="18" charset="0"/>
                          <a:ea typeface="Calibri" panose="020F0502020204030204" pitchFamily="34" charset="0"/>
                          <a:cs typeface="Arial" panose="020B0604020202020204" pitchFamily="34" charset="0"/>
                        </a:rPr>
                        <m:t>→</m:t>
                      </m:r>
                      <m:nary>
                        <m:naryPr>
                          <m:limLoc m:val="undOvr"/>
                          <m:subHide m:val="on"/>
                          <m:supHide m:val="on"/>
                          <m:ctrlPr>
                            <a:rPr lang="en-US" i="1" smtClean="0">
                              <a:latin typeface="Cambria Math" panose="02040503050406030204" pitchFamily="18" charset="0"/>
                            </a:rPr>
                          </m:ctrlPr>
                        </m:naryPr>
                        <m:sub/>
                        <m:sup/>
                        <m:e>
                          <m:f>
                            <m:fPr>
                              <m:ctrlPr>
                                <a:rPr lang="en-US" i="1">
                                  <a:latin typeface="Cambria Math" panose="02040503050406030204" pitchFamily="18" charset="0"/>
                                </a:rPr>
                              </m:ctrlPr>
                            </m:fPr>
                            <m:num>
                              <m:sSup>
                                <m:sSupPr>
                                  <m:ctrlPr>
                                    <a:rPr lang="en-US" i="1">
                                      <a:latin typeface="Cambria Math" panose="02040503050406030204" pitchFamily="18" charset="0"/>
                                    </a:rPr>
                                  </m:ctrlPr>
                                </m:sSupPr>
                                <m:e>
                                  <m:r>
                                    <m:rPr>
                                      <m:sty m:val="p"/>
                                    </m:rPr>
                                    <a:rPr lang="en-US" sz="2400">
                                      <a:latin typeface="Cambria Math" panose="02040503050406030204" pitchFamily="18" charset="0"/>
                                      <a:ea typeface="Calibri" panose="020F0502020204030204" pitchFamily="34" charset="0"/>
                                      <a:cs typeface="Arial" panose="020B0604020202020204" pitchFamily="34" charset="0"/>
                                    </a:rPr>
                                    <m:t>sin</m:t>
                                  </m:r>
                                </m:e>
                                <m:sup>
                                  <m:r>
                                    <a:rPr lang="en-US" sz="2400">
                                      <a:latin typeface="Cambria Math" panose="02040503050406030204" pitchFamily="18" charset="0"/>
                                      <a:ea typeface="Calibri" panose="020F0502020204030204" pitchFamily="34" charset="0"/>
                                      <a:cs typeface="Arial" panose="020B0604020202020204" pitchFamily="34" charset="0"/>
                                    </a:rPr>
                                    <m:t>4</m:t>
                                  </m:r>
                                </m:sup>
                              </m:sSup>
                              <m:r>
                                <a:rPr lang="en-US" sz="2400">
                                  <a:latin typeface="Cambria Math" panose="02040503050406030204" pitchFamily="18" charset="0"/>
                                  <a:ea typeface="Calibri" panose="020F0502020204030204" pitchFamily="34" charset="0"/>
                                  <a:cs typeface="Arial" panose="020B0604020202020204" pitchFamily="34" charset="0"/>
                                </a:rPr>
                                <m:t>⁡</m:t>
                              </m:r>
                              <m:r>
                                <a:rPr lang="en-US" sz="2400" i="1">
                                  <a:latin typeface="Cambria Math" panose="02040503050406030204" pitchFamily="18" charset="0"/>
                                  <a:ea typeface="Calibri" panose="020F0502020204030204" pitchFamily="34" charset="0"/>
                                  <a:cs typeface="Arial" panose="020B0604020202020204" pitchFamily="34" charset="0"/>
                                </a:rPr>
                                <m:t>𝑦</m:t>
                              </m:r>
                            </m:num>
                            <m:den>
                              <m:sSup>
                                <m:sSupPr>
                                  <m:ctrlPr>
                                    <a:rPr lang="en-US" i="1">
                                      <a:latin typeface="Cambria Math" panose="02040503050406030204" pitchFamily="18" charset="0"/>
                                    </a:rPr>
                                  </m:ctrlPr>
                                </m:sSupPr>
                                <m:e>
                                  <m:r>
                                    <m:rPr>
                                      <m:sty m:val="p"/>
                                    </m:rPr>
                                    <a:rPr lang="en-US" sz="2400">
                                      <a:latin typeface="Cambria Math" panose="02040503050406030204" pitchFamily="18" charset="0"/>
                                      <a:ea typeface="Calibri" panose="020F0502020204030204" pitchFamily="34" charset="0"/>
                                      <a:cs typeface="Arial" panose="020B0604020202020204" pitchFamily="34" charset="0"/>
                                    </a:rPr>
                                    <m:t>cos</m:t>
                                  </m:r>
                                </m:e>
                                <m:sup>
                                  <m:r>
                                    <a:rPr lang="en-US" sz="2400">
                                      <a:latin typeface="Cambria Math" panose="02040503050406030204" pitchFamily="18" charset="0"/>
                                      <a:ea typeface="Calibri" panose="020F0502020204030204" pitchFamily="34" charset="0"/>
                                      <a:cs typeface="Arial" panose="020B0604020202020204" pitchFamily="34" charset="0"/>
                                    </a:rPr>
                                    <m:t>4</m:t>
                                  </m:r>
                                </m:sup>
                              </m:sSup>
                              <m:r>
                                <a:rPr lang="en-US" sz="2400">
                                  <a:latin typeface="Cambria Math" panose="02040503050406030204" pitchFamily="18" charset="0"/>
                                  <a:ea typeface="Calibri" panose="020F0502020204030204" pitchFamily="34" charset="0"/>
                                  <a:cs typeface="Arial" panose="020B0604020202020204" pitchFamily="34" charset="0"/>
                                </a:rPr>
                                <m:t>⁡</m:t>
                              </m:r>
                              <m:r>
                                <a:rPr lang="en-US" sz="2400" i="1">
                                  <a:latin typeface="Cambria Math" panose="02040503050406030204" pitchFamily="18" charset="0"/>
                                  <a:ea typeface="Calibri" panose="020F0502020204030204" pitchFamily="34" charset="0"/>
                                  <a:cs typeface="Arial" panose="020B0604020202020204" pitchFamily="34" charset="0"/>
                                </a:rPr>
                                <m:t>𝑦</m:t>
                              </m:r>
                            </m:den>
                          </m:f>
                          <m:r>
                            <a:rPr lang="en-US" sz="2400" i="1">
                              <a:latin typeface="Cambria Math" panose="02040503050406030204" pitchFamily="18" charset="0"/>
                              <a:ea typeface="Calibri" panose="020F0502020204030204" pitchFamily="34" charset="0"/>
                              <a:cs typeface="Arial" panose="020B0604020202020204" pitchFamily="34" charset="0"/>
                            </a:rPr>
                            <m:t>𝑑𝑦</m:t>
                          </m:r>
                        </m:e>
                      </m:nary>
                    </m:oMath>
                  </m:oMathPara>
                </a14:m>
                <a:endParaRPr lang="en-US"/>
              </a:p>
              <a:p>
                <a:r>
                  <a:rPr lang="en-US"/>
                  <a:t>The integration </a:t>
                </a:r>
                <a14:m>
                  <m:oMath xmlns:m="http://schemas.openxmlformats.org/officeDocument/2006/math">
                    <m:nary>
                      <m:naryPr>
                        <m:limLoc m:val="undOvr"/>
                        <m:subHide m:val="on"/>
                        <m:supHide m:val="on"/>
                        <m:ctrlPr>
                          <a:rPr lang="en-US" sz="2400" i="1">
                            <a:latin typeface="Cambria Math" panose="02040503050406030204" pitchFamily="18" charset="0"/>
                          </a:rPr>
                        </m:ctrlPr>
                      </m:naryPr>
                      <m:sub/>
                      <m:sup/>
                      <m:e>
                        <m:f>
                          <m:fPr>
                            <m:ctrlPr>
                              <a:rPr lang="en-US" sz="2400" i="1">
                                <a:latin typeface="Cambria Math" panose="02040503050406030204" pitchFamily="18" charset="0"/>
                              </a:rPr>
                            </m:ctrlPr>
                          </m:fPr>
                          <m:num>
                            <m:sSup>
                              <m:sSupPr>
                                <m:ctrlPr>
                                  <a:rPr lang="en-US" sz="2400" i="1">
                                    <a:latin typeface="Cambria Math" panose="02040503050406030204" pitchFamily="18" charset="0"/>
                                  </a:rPr>
                                </m:ctrlPr>
                              </m:sSupPr>
                              <m:e>
                                <m:r>
                                  <m:rPr>
                                    <m:sty m:val="p"/>
                                  </m:rPr>
                                  <a:rPr lang="en-US" sz="2400">
                                    <a:latin typeface="Cambria Math" panose="02040503050406030204" pitchFamily="18" charset="0"/>
                                    <a:ea typeface="Calibri" panose="020F0502020204030204" pitchFamily="34" charset="0"/>
                                    <a:cs typeface="Arial" panose="020B0604020202020204" pitchFamily="34" charset="0"/>
                                  </a:rPr>
                                  <m:t>sin</m:t>
                                </m:r>
                              </m:e>
                              <m:sup>
                                <m:r>
                                  <a:rPr lang="en-US" sz="2400">
                                    <a:latin typeface="Cambria Math" panose="02040503050406030204" pitchFamily="18" charset="0"/>
                                    <a:ea typeface="Calibri" panose="020F0502020204030204" pitchFamily="34" charset="0"/>
                                    <a:cs typeface="Arial" panose="020B0604020202020204" pitchFamily="34" charset="0"/>
                                  </a:rPr>
                                  <m:t>4</m:t>
                                </m:r>
                              </m:sup>
                            </m:sSup>
                            <m:r>
                              <a:rPr lang="en-US" sz="2400">
                                <a:latin typeface="Cambria Math" panose="02040503050406030204" pitchFamily="18" charset="0"/>
                                <a:ea typeface="Calibri" panose="020F0502020204030204" pitchFamily="34" charset="0"/>
                                <a:cs typeface="Arial" panose="020B0604020202020204" pitchFamily="34" charset="0"/>
                              </a:rPr>
                              <m:t>⁡</m:t>
                            </m:r>
                            <m:r>
                              <a:rPr lang="en-US" sz="2400" i="1">
                                <a:latin typeface="Cambria Math" panose="02040503050406030204" pitchFamily="18" charset="0"/>
                                <a:ea typeface="Calibri" panose="020F0502020204030204" pitchFamily="34" charset="0"/>
                                <a:cs typeface="Arial" panose="020B0604020202020204" pitchFamily="34" charset="0"/>
                              </a:rPr>
                              <m:t>𝑦</m:t>
                            </m:r>
                          </m:num>
                          <m:den>
                            <m:sSup>
                              <m:sSupPr>
                                <m:ctrlPr>
                                  <a:rPr lang="en-US" sz="2400" i="1">
                                    <a:latin typeface="Cambria Math" panose="02040503050406030204" pitchFamily="18" charset="0"/>
                                  </a:rPr>
                                </m:ctrlPr>
                              </m:sSupPr>
                              <m:e>
                                <m:r>
                                  <m:rPr>
                                    <m:sty m:val="p"/>
                                  </m:rPr>
                                  <a:rPr lang="en-US" sz="2400">
                                    <a:latin typeface="Cambria Math" panose="02040503050406030204" pitchFamily="18" charset="0"/>
                                    <a:ea typeface="Calibri" panose="020F0502020204030204" pitchFamily="34" charset="0"/>
                                    <a:cs typeface="Arial" panose="020B0604020202020204" pitchFamily="34" charset="0"/>
                                  </a:rPr>
                                  <m:t>cos</m:t>
                                </m:r>
                              </m:e>
                              <m:sup>
                                <m:r>
                                  <a:rPr lang="en-US" sz="2400">
                                    <a:latin typeface="Cambria Math" panose="02040503050406030204" pitchFamily="18" charset="0"/>
                                    <a:ea typeface="Calibri" panose="020F0502020204030204" pitchFamily="34" charset="0"/>
                                    <a:cs typeface="Arial" panose="020B0604020202020204" pitchFamily="34" charset="0"/>
                                  </a:rPr>
                                  <m:t>4</m:t>
                                </m:r>
                              </m:sup>
                            </m:sSup>
                            <m:r>
                              <a:rPr lang="en-US" sz="2400">
                                <a:latin typeface="Cambria Math" panose="02040503050406030204" pitchFamily="18" charset="0"/>
                                <a:ea typeface="Calibri" panose="020F0502020204030204" pitchFamily="34" charset="0"/>
                                <a:cs typeface="Arial" panose="020B0604020202020204" pitchFamily="34" charset="0"/>
                              </a:rPr>
                              <m:t>⁡</m:t>
                            </m:r>
                            <m:r>
                              <a:rPr lang="en-US" sz="2400" i="1">
                                <a:latin typeface="Cambria Math" panose="02040503050406030204" pitchFamily="18" charset="0"/>
                                <a:ea typeface="Calibri" panose="020F0502020204030204" pitchFamily="34" charset="0"/>
                                <a:cs typeface="Arial" panose="020B0604020202020204" pitchFamily="34" charset="0"/>
                              </a:rPr>
                              <m:t>𝑦</m:t>
                            </m:r>
                          </m:den>
                        </m:f>
                        <m:r>
                          <a:rPr lang="en-US" sz="2400" i="1">
                            <a:latin typeface="Cambria Math" panose="02040503050406030204" pitchFamily="18" charset="0"/>
                            <a:ea typeface="Calibri" panose="020F0502020204030204" pitchFamily="34" charset="0"/>
                            <a:cs typeface="Arial" panose="020B0604020202020204" pitchFamily="34" charset="0"/>
                          </a:rPr>
                          <m:t>𝑑𝑦</m:t>
                        </m:r>
                      </m:e>
                    </m:nary>
                  </m:oMath>
                </a14:m>
                <a:r>
                  <a:rPr lang="en-US" sz="2400"/>
                  <a:t> </a:t>
                </a:r>
                <a:r>
                  <a:rPr lang="en-US"/>
                  <a:t>can be reduced to solving</a:t>
                </a:r>
              </a:p>
              <a:p>
                <a:pPr marL="1023938" indent="-457200">
                  <a:buFont typeface="+mj-lt"/>
                  <a:buAutoNum type="arabicPeriod"/>
                </a:pPr>
                <a:r>
                  <a:rPr lang="en-US"/>
                  <a:t>Either </a:t>
                </a:r>
                <a14:m>
                  <m:oMath xmlns:m="http://schemas.openxmlformats.org/officeDocument/2006/math">
                    <m:nary>
                      <m:naryPr>
                        <m:limLoc m:val="undOvr"/>
                        <m:subHide m:val="on"/>
                        <m:supHide m:val="on"/>
                        <m:ctrlPr>
                          <a:rPr lang="en-US" sz="2400" i="1">
                            <a:latin typeface="Cambria Math" panose="02040503050406030204" pitchFamily="18" charset="0"/>
                            <a:ea typeface="Times New Roman" panose="02020603050405020304" pitchFamily="18" charset="0"/>
                            <a:cs typeface="Arial" panose="020B0604020202020204" pitchFamily="34" charset="0"/>
                          </a:rPr>
                        </m:ctrlPr>
                      </m:naryPr>
                      <m:sub/>
                      <m:sup/>
                      <m:e>
                        <m:f>
                          <m:fPr>
                            <m:ctrlPr>
                              <a:rPr lang="en-US" sz="2400" i="1">
                                <a:latin typeface="Cambria Math" panose="02040503050406030204" pitchFamily="18" charset="0"/>
                                <a:ea typeface="Times New Roman" panose="02020603050405020304" pitchFamily="18" charset="0"/>
                                <a:cs typeface="Arial" panose="020B0604020202020204" pitchFamily="34" charset="0"/>
                              </a:rPr>
                            </m:ctrlPr>
                          </m:fPr>
                          <m:num>
                            <m:r>
                              <a:rPr lang="en-US" sz="2400" i="1">
                                <a:latin typeface="Cambria Math" panose="02040503050406030204" pitchFamily="18" charset="0"/>
                                <a:ea typeface="Times New Roman" panose="02020603050405020304" pitchFamily="18" charset="0"/>
                                <a:cs typeface="Arial" panose="020B0604020202020204" pitchFamily="34" charset="0"/>
                              </a:rPr>
                              <m:t>1</m:t>
                            </m:r>
                          </m:num>
                          <m:den>
                            <m:func>
                              <m:funcPr>
                                <m:ctrlPr>
                                  <a:rPr lang="en-US" sz="2400" i="1">
                                    <a:latin typeface="Cambria Math" panose="02040503050406030204" pitchFamily="18" charset="0"/>
                                    <a:ea typeface="Times New Roman" panose="02020603050405020304" pitchFamily="18" charset="0"/>
                                    <a:cs typeface="Arial" panose="020B0604020202020204" pitchFamily="34" charset="0"/>
                                  </a:rPr>
                                </m:ctrlPr>
                              </m:funcPr>
                              <m:fName>
                                <m:r>
                                  <m:rPr>
                                    <m:sty m:val="p"/>
                                  </m:rPr>
                                  <a:rPr lang="en-US" sz="2400">
                                    <a:latin typeface="Cambria Math" panose="02040503050406030204" pitchFamily="18" charset="0"/>
                                    <a:ea typeface="Times New Roman" panose="02020603050405020304" pitchFamily="18" charset="0"/>
                                    <a:cs typeface="Arial" panose="020B0604020202020204" pitchFamily="34" charset="0"/>
                                  </a:rPr>
                                  <m:t>cot</m:t>
                                </m:r>
                                <m:r>
                                  <a:rPr lang="en-US" sz="2400" b="0" i="0" baseline="30000" smtClean="0">
                                    <a:latin typeface="Cambria Math" panose="02040503050406030204" pitchFamily="18" charset="0"/>
                                    <a:ea typeface="Times New Roman" panose="02020603050405020304" pitchFamily="18" charset="0"/>
                                    <a:cs typeface="Arial" panose="020B0604020202020204" pitchFamily="34" charset="0"/>
                                  </a:rPr>
                                  <m:t>4</m:t>
                                </m:r>
                              </m:fName>
                              <m:e>
                                <m:r>
                                  <a:rPr lang="en-US" sz="2400" i="1">
                                    <a:latin typeface="Cambria Math" panose="02040503050406030204" pitchFamily="18" charset="0"/>
                                    <a:ea typeface="Times New Roman" panose="02020603050405020304" pitchFamily="18" charset="0"/>
                                    <a:cs typeface="Arial" panose="020B0604020202020204" pitchFamily="34" charset="0"/>
                                  </a:rPr>
                                  <m:t>𝑦</m:t>
                                </m:r>
                              </m:e>
                            </m:func>
                          </m:den>
                        </m:f>
                        <m:r>
                          <a:rPr lang="en-US" sz="2400" i="1">
                            <a:latin typeface="Cambria Math" panose="02040503050406030204" pitchFamily="18" charset="0"/>
                            <a:ea typeface="Times New Roman" panose="02020603050405020304" pitchFamily="18" charset="0"/>
                            <a:cs typeface="Arial" panose="020B0604020202020204" pitchFamily="34" charset="0"/>
                          </a:rPr>
                          <m:t>𝑑𝑦</m:t>
                        </m:r>
                      </m:e>
                    </m:nary>
                  </m:oMath>
                </a14:m>
                <a:endParaRPr lang="en-US" sz="2400">
                  <a:latin typeface="Calibri" panose="020F0502020204030204" pitchFamily="34" charset="0"/>
                  <a:ea typeface="Calibri" panose="020F0502020204030204" pitchFamily="34" charset="0"/>
                  <a:cs typeface="Arial" panose="020B0604020202020204" pitchFamily="34" charset="0"/>
                </a:endParaRPr>
              </a:p>
              <a:p>
                <a:pPr marL="1023938" indent="-457200">
                  <a:buFont typeface="+mj-lt"/>
                  <a:buAutoNum type="arabicPeriod"/>
                </a:pPr>
                <a:r>
                  <a:rPr lang="en-US"/>
                  <a:t>Or </a:t>
                </a:r>
                <a14:m>
                  <m:oMath xmlns:m="http://schemas.openxmlformats.org/officeDocument/2006/math">
                    <m:nary>
                      <m:naryPr>
                        <m:limLoc m:val="undOvr"/>
                        <m:subHide m:val="on"/>
                        <m:supHide m:val="on"/>
                        <m:ctrlPr>
                          <a:rPr lang="en-US" sz="2400" i="1">
                            <a:latin typeface="Cambria Math" panose="02040503050406030204" pitchFamily="18" charset="0"/>
                            <a:ea typeface="Times New Roman" panose="02020603050405020304" pitchFamily="18" charset="0"/>
                            <a:cs typeface="Arial" panose="020B0604020202020204" pitchFamily="34" charset="0"/>
                          </a:rPr>
                        </m:ctrlPr>
                      </m:naryPr>
                      <m:sub/>
                      <m:sup/>
                      <m:e>
                        <m:func>
                          <m:funcPr>
                            <m:ctrlPr>
                              <a:rPr lang="en-US" sz="2400" i="1">
                                <a:latin typeface="Cambria Math" panose="02040503050406030204" pitchFamily="18" charset="0"/>
                                <a:ea typeface="Times New Roman" panose="02020603050405020304" pitchFamily="18" charset="0"/>
                                <a:cs typeface="Arial" panose="020B0604020202020204" pitchFamily="34" charset="0"/>
                              </a:rPr>
                            </m:ctrlPr>
                          </m:funcPr>
                          <m:fName>
                            <m:r>
                              <m:rPr>
                                <m:sty m:val="p"/>
                              </m:rPr>
                              <a:rPr lang="en-US" sz="2400">
                                <a:latin typeface="Cambria Math" panose="02040503050406030204" pitchFamily="18" charset="0"/>
                                <a:ea typeface="Times New Roman" panose="02020603050405020304" pitchFamily="18" charset="0"/>
                                <a:cs typeface="Arial" panose="020B0604020202020204" pitchFamily="34" charset="0"/>
                              </a:rPr>
                              <m:t>tan</m:t>
                            </m:r>
                            <m:r>
                              <a:rPr lang="en-US" sz="2400" b="0" i="0" baseline="30000" smtClean="0">
                                <a:latin typeface="Cambria Math" panose="02040503050406030204" pitchFamily="18" charset="0"/>
                                <a:ea typeface="Times New Roman" panose="02020603050405020304" pitchFamily="18" charset="0"/>
                                <a:cs typeface="Arial" panose="020B0604020202020204" pitchFamily="34" charset="0"/>
                              </a:rPr>
                              <m:t>4</m:t>
                            </m:r>
                          </m:fName>
                          <m:e>
                            <m:r>
                              <a:rPr lang="en-US" sz="2400" i="1">
                                <a:latin typeface="Cambria Math" panose="02040503050406030204" pitchFamily="18" charset="0"/>
                                <a:ea typeface="Times New Roman" panose="02020603050405020304" pitchFamily="18" charset="0"/>
                                <a:cs typeface="Arial" panose="020B0604020202020204" pitchFamily="34" charset="0"/>
                              </a:rPr>
                              <m:t>𝑦</m:t>
                            </m:r>
                          </m:e>
                        </m:func>
                        <m:r>
                          <a:rPr lang="en-US" sz="2400" i="1">
                            <a:latin typeface="Cambria Math" panose="02040503050406030204" pitchFamily="18" charset="0"/>
                            <a:ea typeface="Times New Roman" panose="02020603050405020304" pitchFamily="18" charset="0"/>
                            <a:cs typeface="Arial" panose="020B0604020202020204" pitchFamily="34" charset="0"/>
                          </a:rPr>
                          <m:t>𝑑𝑦</m:t>
                        </m:r>
                      </m:e>
                    </m:nary>
                  </m:oMath>
                </a14:m>
                <a:r>
                  <a:rPr lang="en-US"/>
                  <a:t> </a:t>
                </a:r>
              </a:p>
              <a:p>
                <a:endParaRPr lang="en-US"/>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158" t="-3034" b="-3641"/>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fld id="{4C87BEC4-B835-4E55-9D7F-50B76A3ED418}" type="datetime1">
              <a:rPr lang="en-US" smtClean="0"/>
              <a:t>9/6/2022</a:t>
            </a:fld>
            <a:endParaRPr lang="en-US"/>
          </a:p>
        </p:txBody>
      </p:sp>
      <p:sp>
        <p:nvSpPr>
          <p:cNvPr id="5" name="Footer Placeholder 4"/>
          <p:cNvSpPr>
            <a:spLocks noGrp="1"/>
          </p:cNvSpPr>
          <p:nvPr>
            <p:ph type="ftr" sz="quarter" idx="11"/>
          </p:nvPr>
        </p:nvSpPr>
        <p:spPr/>
        <p:txBody>
          <a:bodyPr/>
          <a:lstStyle/>
          <a:p>
            <a:r>
              <a:rPr lang="en-US"/>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smtClean="0"/>
              <a:t>39</a:t>
            </a:fld>
            <a:endParaRPr lang="en-US"/>
          </a:p>
        </p:txBody>
      </p:sp>
      <p:sp>
        <p:nvSpPr>
          <p:cNvPr id="7" name="TextBox 6">
            <a:extLst>
              <a:ext uri="{FF2B5EF4-FFF2-40B4-BE49-F238E27FC236}">
                <a16:creationId xmlns:a16="http://schemas.microsoft.com/office/drawing/2014/main" id="{67AB578E-D132-46AC-9810-E4C6229863FE}"/>
              </a:ext>
            </a:extLst>
          </p:cNvPr>
          <p:cNvSpPr txBox="1"/>
          <p:nvPr/>
        </p:nvSpPr>
        <p:spPr>
          <a:xfrm>
            <a:off x="3718886" y="5394386"/>
            <a:ext cx="4588524" cy="400110"/>
          </a:xfrm>
          <a:prstGeom prst="rect">
            <a:avLst/>
          </a:prstGeom>
          <a:noFill/>
        </p:spPr>
        <p:txBody>
          <a:bodyPr wrap="square">
            <a:spAutoFit/>
          </a:bodyPr>
          <a:lstStyle/>
          <a:p>
            <a:r>
              <a:rPr lang="en-US" sz="2000">
                <a:solidFill>
                  <a:srgbClr val="FF0000"/>
                </a:solidFill>
              </a:rPr>
              <a:t>which one will you choose?</a:t>
            </a:r>
          </a:p>
        </p:txBody>
      </p:sp>
    </p:spTree>
    <p:extLst>
      <p:ext uri="{BB962C8B-B14F-4D97-AF65-F5344CB8AC3E}">
        <p14:creationId xmlns:p14="http://schemas.microsoft.com/office/powerpoint/2010/main" val="323603576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Symbolic Integration Problem</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lnSpcReduction="20000"/>
              </a:bodyPr>
              <a:lstStyle/>
              <a:p>
                <a:r>
                  <a:rPr lang="en-US"/>
                  <a:t>Using the Heuristic Transformation (B) we get </a:t>
                </a:r>
              </a:p>
              <a:p>
                <a:pPr marL="0" indent="0">
                  <a:buNone/>
                </a:pPr>
                <a14:m>
                  <m:oMathPara xmlns:m="http://schemas.openxmlformats.org/officeDocument/2006/math">
                    <m:oMathParaPr>
                      <m:jc m:val="centerGroup"/>
                    </m:oMathParaPr>
                    <m:oMath xmlns:m="http://schemas.openxmlformats.org/officeDocument/2006/math">
                      <m:nary>
                        <m:naryPr>
                          <m:limLoc m:val="undOvr"/>
                          <m:subHide m:val="on"/>
                          <m:supHide m:val="on"/>
                          <m:ctrlPr>
                            <a:rPr lang="en-US" sz="2400" i="1">
                              <a:latin typeface="Cambria Math" panose="02040503050406030204" pitchFamily="18" charset="0"/>
                              <a:ea typeface="Times New Roman" panose="02020603050405020304" pitchFamily="18" charset="0"/>
                              <a:cs typeface="Arial" panose="020B0604020202020204" pitchFamily="34" charset="0"/>
                            </a:rPr>
                          </m:ctrlPr>
                        </m:naryPr>
                        <m:sub/>
                        <m:sup/>
                        <m:e>
                          <m:r>
                            <a:rPr lang="en-US" sz="2400" i="1">
                              <a:latin typeface="Cambria Math" panose="02040503050406030204" pitchFamily="18" charset="0"/>
                              <a:ea typeface="Times New Roman" panose="02020603050405020304" pitchFamily="18" charset="0"/>
                              <a:cs typeface="Arial" panose="020B0604020202020204" pitchFamily="34" charset="0"/>
                            </a:rPr>
                            <m:t>𝑓</m:t>
                          </m:r>
                          <m:r>
                            <a:rPr lang="en-US" sz="2400" i="1">
                              <a:latin typeface="Cambria Math" panose="02040503050406030204" pitchFamily="18" charset="0"/>
                              <a:ea typeface="Times New Roman" panose="02020603050405020304" pitchFamily="18" charset="0"/>
                              <a:cs typeface="Arial" panose="020B0604020202020204" pitchFamily="34" charset="0"/>
                            </a:rPr>
                            <m:t>(</m:t>
                          </m:r>
                          <m:r>
                            <m:rPr>
                              <m:sty m:val="p"/>
                            </m:rPr>
                            <a:rPr lang="en-US" sz="2400">
                              <a:latin typeface="Cambria Math" panose="02040503050406030204" pitchFamily="18" charset="0"/>
                              <a:ea typeface="Times New Roman" panose="02020603050405020304" pitchFamily="18" charset="0"/>
                              <a:cs typeface="Arial" panose="020B0604020202020204" pitchFamily="34" charset="0"/>
                            </a:rPr>
                            <m:t>tan</m:t>
                          </m:r>
                          <m:r>
                            <a:rPr lang="en-US" sz="2400" i="1">
                              <a:latin typeface="Cambria Math" panose="02040503050406030204" pitchFamily="18" charset="0"/>
                              <a:ea typeface="Times New Roman" panose="02020603050405020304" pitchFamily="18" charset="0"/>
                              <a:cs typeface="Arial" panose="020B0604020202020204" pitchFamily="34" charset="0"/>
                            </a:rPr>
                            <m:t>⁡(</m:t>
                          </m:r>
                          <m:r>
                            <a:rPr lang="en-US" sz="2400" i="1">
                              <a:latin typeface="Cambria Math" panose="02040503050406030204" pitchFamily="18" charset="0"/>
                              <a:ea typeface="Times New Roman" panose="02020603050405020304" pitchFamily="18" charset="0"/>
                              <a:cs typeface="Arial" panose="020B0604020202020204" pitchFamily="34" charset="0"/>
                            </a:rPr>
                            <m:t>𝑥</m:t>
                          </m:r>
                          <m:r>
                            <a:rPr lang="en-US" sz="2400" i="1">
                              <a:latin typeface="Cambria Math" panose="02040503050406030204" pitchFamily="18" charset="0"/>
                              <a:ea typeface="Times New Roman" panose="02020603050405020304" pitchFamily="18" charset="0"/>
                              <a:cs typeface="Arial" panose="020B0604020202020204" pitchFamily="34" charset="0"/>
                            </a:rPr>
                            <m:t>))</m:t>
                          </m:r>
                          <m:r>
                            <a:rPr lang="en-US" sz="2400" i="1">
                              <a:latin typeface="Cambria Math" panose="02040503050406030204" pitchFamily="18" charset="0"/>
                              <a:ea typeface="Times New Roman" panose="02020603050405020304" pitchFamily="18" charset="0"/>
                              <a:cs typeface="Arial" panose="020B0604020202020204" pitchFamily="34" charset="0"/>
                            </a:rPr>
                            <m:t>𝑑𝑥</m:t>
                          </m:r>
                        </m:e>
                      </m:nary>
                      <m:r>
                        <a:rPr lang="en-US" sz="2400" i="1">
                          <a:latin typeface="Cambria Math" panose="02040503050406030204" pitchFamily="18" charset="0"/>
                          <a:ea typeface="Times New Roman" panose="02020603050405020304" pitchFamily="18" charset="0"/>
                          <a:cs typeface="Arial" panose="020B0604020202020204" pitchFamily="34" charset="0"/>
                        </a:rPr>
                        <m:t>=</m:t>
                      </m:r>
                      <m:nary>
                        <m:naryPr>
                          <m:limLoc m:val="undOvr"/>
                          <m:subHide m:val="on"/>
                          <m:supHide m:val="on"/>
                          <m:ctrlPr>
                            <a:rPr lang="en-US" sz="2400" i="1">
                              <a:latin typeface="Cambria Math" panose="02040503050406030204" pitchFamily="18" charset="0"/>
                              <a:ea typeface="Times New Roman" panose="02020603050405020304" pitchFamily="18" charset="0"/>
                              <a:cs typeface="Arial" panose="020B0604020202020204" pitchFamily="34" charset="0"/>
                            </a:rPr>
                          </m:ctrlPr>
                        </m:naryPr>
                        <m:sub/>
                        <m:sup/>
                        <m:e>
                          <m:f>
                            <m:fPr>
                              <m:ctrlPr>
                                <a:rPr lang="en-US" sz="2400" i="1">
                                  <a:latin typeface="Cambria Math" panose="02040503050406030204" pitchFamily="18" charset="0"/>
                                  <a:ea typeface="Times New Roman" panose="02020603050405020304" pitchFamily="18" charset="0"/>
                                  <a:cs typeface="Arial" panose="020B0604020202020204" pitchFamily="34" charset="0"/>
                                </a:rPr>
                              </m:ctrlPr>
                            </m:fPr>
                            <m:num>
                              <m:r>
                                <a:rPr lang="en-US" sz="2400" i="1">
                                  <a:latin typeface="Cambria Math" panose="02040503050406030204" pitchFamily="18" charset="0"/>
                                  <a:ea typeface="Times New Roman" panose="02020603050405020304" pitchFamily="18" charset="0"/>
                                  <a:cs typeface="Arial" panose="020B0604020202020204" pitchFamily="34" charset="0"/>
                                </a:rPr>
                                <m:t>𝑓</m:t>
                              </m:r>
                              <m:r>
                                <a:rPr lang="en-US" sz="2400" i="1">
                                  <a:latin typeface="Cambria Math" panose="02040503050406030204" pitchFamily="18" charset="0"/>
                                  <a:ea typeface="Times New Roman" panose="02020603050405020304" pitchFamily="18" charset="0"/>
                                  <a:cs typeface="Arial" panose="020B0604020202020204" pitchFamily="34" charset="0"/>
                                </a:rPr>
                                <m:t>(</m:t>
                              </m:r>
                              <m:r>
                                <a:rPr lang="en-US" sz="2400" i="1">
                                  <a:latin typeface="Cambria Math" panose="02040503050406030204" pitchFamily="18" charset="0"/>
                                  <a:ea typeface="Times New Roman" panose="02020603050405020304" pitchFamily="18" charset="0"/>
                                  <a:cs typeface="Arial" panose="020B0604020202020204" pitchFamily="34" charset="0"/>
                                </a:rPr>
                                <m:t>𝑦</m:t>
                              </m:r>
                              <m:r>
                                <a:rPr lang="en-US" sz="2400" i="1">
                                  <a:latin typeface="Cambria Math" panose="02040503050406030204" pitchFamily="18" charset="0"/>
                                  <a:ea typeface="Times New Roman" panose="02020603050405020304" pitchFamily="18" charset="0"/>
                                  <a:cs typeface="Arial" panose="020B0604020202020204" pitchFamily="34" charset="0"/>
                                </a:rPr>
                                <m:t>)</m:t>
                              </m:r>
                            </m:num>
                            <m:den>
                              <m:r>
                                <a:rPr lang="en-US" sz="2400" i="1">
                                  <a:latin typeface="Cambria Math" panose="02040503050406030204" pitchFamily="18" charset="0"/>
                                  <a:ea typeface="Times New Roman" panose="02020603050405020304" pitchFamily="18" charset="0"/>
                                  <a:cs typeface="Arial" panose="020B0604020202020204" pitchFamily="34" charset="0"/>
                                </a:rPr>
                                <m:t>1+</m:t>
                              </m:r>
                              <m:sSup>
                                <m:sSupPr>
                                  <m:ctrlPr>
                                    <a:rPr lang="en-US" sz="2400" i="1">
                                      <a:latin typeface="Cambria Math" panose="02040503050406030204" pitchFamily="18" charset="0"/>
                                      <a:ea typeface="Times New Roman" panose="02020603050405020304" pitchFamily="18" charset="0"/>
                                      <a:cs typeface="Arial" panose="020B0604020202020204" pitchFamily="34" charset="0"/>
                                    </a:rPr>
                                  </m:ctrlPr>
                                </m:sSupPr>
                                <m:e>
                                  <m:r>
                                    <a:rPr lang="en-US" sz="2400" i="1">
                                      <a:latin typeface="Cambria Math" panose="02040503050406030204" pitchFamily="18" charset="0"/>
                                      <a:ea typeface="Times New Roman" panose="02020603050405020304" pitchFamily="18" charset="0"/>
                                      <a:cs typeface="Arial" panose="020B0604020202020204" pitchFamily="34" charset="0"/>
                                    </a:rPr>
                                    <m:t>𝑦</m:t>
                                  </m:r>
                                </m:e>
                                <m:sup>
                                  <m:r>
                                    <a:rPr lang="en-US" sz="2400" i="1">
                                      <a:latin typeface="Cambria Math" panose="02040503050406030204" pitchFamily="18" charset="0"/>
                                      <a:ea typeface="Times New Roman" panose="02020603050405020304" pitchFamily="18" charset="0"/>
                                      <a:cs typeface="Arial" panose="020B0604020202020204" pitchFamily="34" charset="0"/>
                                    </a:rPr>
                                    <m:t>2</m:t>
                                  </m:r>
                                </m:sup>
                              </m:sSup>
                            </m:den>
                          </m:f>
                          <m:r>
                            <a:rPr lang="en-US" sz="2400" i="1">
                              <a:latin typeface="Cambria Math" panose="02040503050406030204" pitchFamily="18" charset="0"/>
                              <a:ea typeface="Times New Roman" panose="02020603050405020304" pitchFamily="18" charset="0"/>
                              <a:cs typeface="Arial" panose="020B0604020202020204" pitchFamily="34" charset="0"/>
                            </a:rPr>
                            <m:t>𝑑𝑦</m:t>
                          </m:r>
                        </m:e>
                      </m:nary>
                    </m:oMath>
                  </m:oMathPara>
                </a14:m>
                <a:endParaRPr lang="en-US" sz="2400">
                  <a:latin typeface="Calibri" panose="020F0502020204030204" pitchFamily="34" charset="0"/>
                  <a:ea typeface="Calibri" panose="020F0502020204030204" pitchFamily="34" charset="0"/>
                  <a:cs typeface="Arial" panose="020B0604020202020204" pitchFamily="34" charset="0"/>
                </a:endParaRPr>
              </a:p>
              <a:p>
                <a:r>
                  <a:rPr lang="en-US"/>
                  <a:t>and substituting (</a:t>
                </a:r>
                <a14:m>
                  <m:oMath xmlns:m="http://schemas.openxmlformats.org/officeDocument/2006/math">
                    <m:r>
                      <a:rPr lang="en-US" i="1" dirty="0">
                        <a:latin typeface="Cambria Math" panose="02040503050406030204" pitchFamily="18" charset="0"/>
                      </a:rPr>
                      <m:t>𝑧</m:t>
                    </m:r>
                    <m:r>
                      <a:rPr lang="en-US" i="1" dirty="0">
                        <a:latin typeface="Cambria Math" panose="02040503050406030204" pitchFamily="18" charset="0"/>
                      </a:rPr>
                      <m:t> = </m:t>
                    </m:r>
                    <m:r>
                      <m:rPr>
                        <m:sty m:val="p"/>
                      </m:rPr>
                      <a:rPr lang="en-US" i="1" dirty="0">
                        <a:latin typeface="Cambria Math" panose="02040503050406030204" pitchFamily="18" charset="0"/>
                      </a:rPr>
                      <m:t>tan</m:t>
                    </m:r>
                    <m:r>
                      <a:rPr lang="en-US" i="1" dirty="0">
                        <a:latin typeface="Cambria Math" panose="02040503050406030204" pitchFamily="18" charset="0"/>
                      </a:rPr>
                      <m:t>⁡(</m:t>
                    </m:r>
                    <m:r>
                      <a:rPr lang="en-US" i="1" dirty="0">
                        <a:latin typeface="Cambria Math" panose="02040503050406030204" pitchFamily="18" charset="0"/>
                      </a:rPr>
                      <m:t>𝑦</m:t>
                    </m:r>
                    <m:r>
                      <a:rPr lang="en-US" i="1" dirty="0">
                        <a:latin typeface="Cambria Math" panose="02040503050406030204" pitchFamily="18" charset="0"/>
                      </a:rPr>
                      <m:t>)</m:t>
                    </m:r>
                  </m:oMath>
                </a14:m>
                <a:r>
                  <a:rPr lang="en-US"/>
                  <a:t>) we can write</a:t>
                </a:r>
              </a:p>
              <a:p>
                <a:pPr marL="0" indent="0">
                  <a:buNone/>
                </a:pPr>
                <a14:m>
                  <m:oMathPara xmlns:m="http://schemas.openxmlformats.org/officeDocument/2006/math">
                    <m:oMathParaPr>
                      <m:jc m:val="centerGroup"/>
                    </m:oMathParaPr>
                    <m:oMath xmlns:m="http://schemas.openxmlformats.org/officeDocument/2006/math">
                      <m:nary>
                        <m:naryPr>
                          <m:limLoc m:val="undOvr"/>
                          <m:subHide m:val="on"/>
                          <m:supHide m:val="on"/>
                          <m:ctrlPr>
                            <a:rPr lang="en-US" sz="2400" i="1">
                              <a:latin typeface="Cambria Math" panose="02040503050406030204" pitchFamily="18" charset="0"/>
                              <a:ea typeface="Times New Roman" panose="02020603050405020304" pitchFamily="18" charset="0"/>
                            </a:rPr>
                          </m:ctrlPr>
                        </m:naryPr>
                        <m:sub/>
                        <m:sup/>
                        <m:e>
                          <m:sSup>
                            <m:sSupPr>
                              <m:ctrlPr>
                                <a:rPr lang="en-US" sz="2400" i="1">
                                  <a:latin typeface="Cambria Math" panose="02040503050406030204" pitchFamily="18" charset="0"/>
                                </a:rPr>
                              </m:ctrlPr>
                            </m:sSupPr>
                            <m:e>
                              <m:r>
                                <m:rPr>
                                  <m:sty m:val="p"/>
                                </m:rPr>
                                <a:rPr lang="en-US" sz="2400">
                                  <a:latin typeface="Cambria Math" panose="02040503050406030204" pitchFamily="18" charset="0"/>
                                  <a:ea typeface="Times New Roman" panose="02020603050405020304" pitchFamily="18" charset="0"/>
                                  <a:cs typeface="Arial" panose="020B0604020202020204" pitchFamily="34" charset="0"/>
                                </a:rPr>
                                <m:t>tan</m:t>
                              </m:r>
                            </m:e>
                            <m:sup>
                              <m:r>
                                <a:rPr lang="en-US" sz="2400" i="1">
                                  <a:latin typeface="Cambria Math" panose="02040503050406030204" pitchFamily="18" charset="0"/>
                                </a:rPr>
                                <m:t>4</m:t>
                              </m:r>
                            </m:sup>
                          </m:sSup>
                          <m:r>
                            <a:rPr lang="en-US" sz="2400" i="1">
                              <a:latin typeface="Cambria Math" panose="02040503050406030204" pitchFamily="18" charset="0"/>
                              <a:ea typeface="Times New Roman" panose="02020603050405020304" pitchFamily="18" charset="0"/>
                              <a:cs typeface="Arial" panose="020B0604020202020204" pitchFamily="34" charset="0"/>
                            </a:rPr>
                            <m:t>⁡</m:t>
                          </m:r>
                          <m:r>
                            <a:rPr lang="en-US" sz="2400" i="1">
                              <a:latin typeface="Cambria Math" panose="02040503050406030204" pitchFamily="18" charset="0"/>
                              <a:ea typeface="Times New Roman" panose="02020603050405020304" pitchFamily="18" charset="0"/>
                              <a:cs typeface="Arial" panose="020B0604020202020204" pitchFamily="34" charset="0"/>
                            </a:rPr>
                            <m:t>𝑦𝑑𝑦</m:t>
                          </m:r>
                        </m:e>
                      </m:nary>
                      <m:r>
                        <a:rPr lang="en-US" sz="2400" i="1">
                          <a:latin typeface="Cambria Math" panose="02040503050406030204" pitchFamily="18" charset="0"/>
                          <a:ea typeface="Times New Roman" panose="02020603050405020304" pitchFamily="18" charset="0"/>
                          <a:cs typeface="Arial" panose="020B0604020202020204" pitchFamily="34" charset="0"/>
                        </a:rPr>
                        <m:t>→</m:t>
                      </m:r>
                      <m:nary>
                        <m:naryPr>
                          <m:limLoc m:val="undOvr"/>
                          <m:subHide m:val="on"/>
                          <m:supHide m:val="on"/>
                          <m:ctrlPr>
                            <a:rPr lang="en-US" sz="2400" i="1">
                              <a:latin typeface="Cambria Math" panose="02040503050406030204" pitchFamily="18" charset="0"/>
                              <a:ea typeface="Times New Roman" panose="02020603050405020304" pitchFamily="18" charset="0"/>
                            </a:rPr>
                          </m:ctrlPr>
                        </m:naryPr>
                        <m:sub/>
                        <m:sup/>
                        <m:e>
                          <m:f>
                            <m:fPr>
                              <m:ctrlPr>
                                <a:rPr lang="en-US" sz="2400" i="1">
                                  <a:latin typeface="Cambria Math" panose="02040503050406030204" pitchFamily="18" charset="0"/>
                                  <a:ea typeface="Times New Roman" panose="02020603050405020304" pitchFamily="18" charset="0"/>
                                </a:rPr>
                              </m:ctrlPr>
                            </m:fPr>
                            <m:num>
                              <m:sSup>
                                <m:sSupPr>
                                  <m:ctrlPr>
                                    <a:rPr lang="en-US" sz="2400" i="1">
                                      <a:latin typeface="Cambria Math" panose="02040503050406030204" pitchFamily="18" charset="0"/>
                                      <a:ea typeface="Times New Roman" panose="02020603050405020304" pitchFamily="18" charset="0"/>
                                    </a:rPr>
                                  </m:ctrlPr>
                                </m:sSupPr>
                                <m:e>
                                  <m:r>
                                    <a:rPr lang="en-US" sz="2400" i="1">
                                      <a:latin typeface="Cambria Math" panose="02040503050406030204" pitchFamily="18" charset="0"/>
                                      <a:ea typeface="Times New Roman" panose="02020603050405020304" pitchFamily="18" charset="0"/>
                                      <a:cs typeface="Arial" panose="020B0604020202020204" pitchFamily="34" charset="0"/>
                                    </a:rPr>
                                    <m:t>𝑧</m:t>
                                  </m:r>
                                </m:e>
                                <m:sup>
                                  <m:r>
                                    <a:rPr lang="en-US" sz="2400" i="1">
                                      <a:latin typeface="Cambria Math" panose="02040503050406030204" pitchFamily="18" charset="0"/>
                                      <a:ea typeface="Times New Roman" panose="02020603050405020304" pitchFamily="18" charset="0"/>
                                      <a:cs typeface="Arial" panose="020B0604020202020204" pitchFamily="34" charset="0"/>
                                    </a:rPr>
                                    <m:t>4</m:t>
                                  </m:r>
                                </m:sup>
                              </m:sSup>
                            </m:num>
                            <m:den>
                              <m:r>
                                <a:rPr lang="en-US" sz="2400" i="1">
                                  <a:latin typeface="Cambria Math" panose="02040503050406030204" pitchFamily="18" charset="0"/>
                                  <a:ea typeface="Times New Roman" panose="02020603050405020304" pitchFamily="18" charset="0"/>
                                  <a:cs typeface="Arial" panose="020B0604020202020204" pitchFamily="34" charset="0"/>
                                </a:rPr>
                                <m:t>1+</m:t>
                              </m:r>
                              <m:sSup>
                                <m:sSupPr>
                                  <m:ctrlPr>
                                    <a:rPr lang="en-US" sz="2400" i="1">
                                      <a:latin typeface="Cambria Math" panose="02040503050406030204" pitchFamily="18" charset="0"/>
                                      <a:ea typeface="Times New Roman" panose="02020603050405020304" pitchFamily="18" charset="0"/>
                                    </a:rPr>
                                  </m:ctrlPr>
                                </m:sSupPr>
                                <m:e>
                                  <m:r>
                                    <a:rPr lang="en-US" sz="2400" i="1">
                                      <a:latin typeface="Cambria Math" panose="02040503050406030204" pitchFamily="18" charset="0"/>
                                      <a:ea typeface="Times New Roman" panose="02020603050405020304" pitchFamily="18" charset="0"/>
                                      <a:cs typeface="Arial" panose="020B0604020202020204" pitchFamily="34" charset="0"/>
                                    </a:rPr>
                                    <m:t>𝑧</m:t>
                                  </m:r>
                                </m:e>
                                <m:sup>
                                  <m:r>
                                    <a:rPr lang="en-US" sz="2400" i="1">
                                      <a:latin typeface="Cambria Math" panose="02040503050406030204" pitchFamily="18" charset="0"/>
                                      <a:ea typeface="Times New Roman" panose="02020603050405020304" pitchFamily="18" charset="0"/>
                                      <a:cs typeface="Arial" panose="020B0604020202020204" pitchFamily="34" charset="0"/>
                                    </a:rPr>
                                    <m:t>2</m:t>
                                  </m:r>
                                </m:sup>
                              </m:sSup>
                            </m:den>
                          </m:f>
                          <m:r>
                            <a:rPr lang="en-US" sz="2400" i="1">
                              <a:latin typeface="Cambria Math" panose="02040503050406030204" pitchFamily="18" charset="0"/>
                              <a:ea typeface="Times New Roman" panose="02020603050405020304" pitchFamily="18" charset="0"/>
                              <a:cs typeface="Arial" panose="020B0604020202020204" pitchFamily="34" charset="0"/>
                            </a:rPr>
                            <m:t>𝑑𝑧</m:t>
                          </m:r>
                        </m:e>
                      </m:nary>
                    </m:oMath>
                  </m:oMathPara>
                </a14:m>
                <a:endParaRPr lang="en-US" sz="2400"/>
              </a:p>
              <a:p>
                <a:r>
                  <a:rPr lang="en-US"/>
                  <a:t>Since the power of the numerator is larger than the power of the denominator, we can simplify by doing long division (safe transformation 4), thus the equation is further simplified to:</a:t>
                </a:r>
              </a:p>
              <a:p>
                <a:pPr marL="0" indent="0">
                  <a:buNone/>
                </a:pPr>
                <a14:m>
                  <m:oMathPara xmlns:m="http://schemas.openxmlformats.org/officeDocument/2006/math">
                    <m:oMathParaPr>
                      <m:jc m:val="centerGroup"/>
                    </m:oMathParaPr>
                    <m:oMath xmlns:m="http://schemas.openxmlformats.org/officeDocument/2006/math">
                      <m:nary>
                        <m:naryPr>
                          <m:limLoc m:val="undOvr"/>
                          <m:subHide m:val="on"/>
                          <m:supHide m:val="on"/>
                          <m:ctrlPr>
                            <a:rPr lang="en-US" i="1">
                              <a:latin typeface="Cambria Math" panose="02040503050406030204" pitchFamily="18" charset="0"/>
                              <a:ea typeface="Times New Roman" panose="02020603050405020304" pitchFamily="18" charset="0"/>
                            </a:rPr>
                          </m:ctrlPr>
                        </m:naryPr>
                        <m:sub/>
                        <m:sup/>
                        <m:e>
                          <m:f>
                            <m:fPr>
                              <m:ctrlPr>
                                <a:rPr lang="en-US" i="1">
                                  <a:latin typeface="Cambria Math" panose="02040503050406030204" pitchFamily="18" charset="0"/>
                                  <a:ea typeface="Times New Roman" panose="02020603050405020304" pitchFamily="18" charset="0"/>
                                </a:rPr>
                              </m:ctrlPr>
                            </m:fPr>
                            <m:num>
                              <m:sSup>
                                <m:sSupPr>
                                  <m:ctrlPr>
                                    <a:rPr lang="en-US" i="1">
                                      <a:latin typeface="Cambria Math" panose="02040503050406030204" pitchFamily="18" charset="0"/>
                                      <a:ea typeface="Times New Roman" panose="02020603050405020304" pitchFamily="18" charset="0"/>
                                    </a:rPr>
                                  </m:ctrlPr>
                                </m:sSupPr>
                                <m:e>
                                  <m:r>
                                    <a:rPr lang="en-US" sz="2400" i="1">
                                      <a:latin typeface="Cambria Math" panose="02040503050406030204" pitchFamily="18" charset="0"/>
                                      <a:ea typeface="Times New Roman" panose="02020603050405020304" pitchFamily="18" charset="0"/>
                                      <a:cs typeface="Arial" panose="020B0604020202020204" pitchFamily="34" charset="0"/>
                                    </a:rPr>
                                    <m:t>𝑧</m:t>
                                  </m:r>
                                </m:e>
                                <m:sup>
                                  <m:r>
                                    <a:rPr lang="en-US" sz="2400" i="1">
                                      <a:latin typeface="Cambria Math" panose="02040503050406030204" pitchFamily="18" charset="0"/>
                                      <a:ea typeface="Times New Roman" panose="02020603050405020304" pitchFamily="18" charset="0"/>
                                      <a:cs typeface="Arial" panose="020B0604020202020204" pitchFamily="34" charset="0"/>
                                    </a:rPr>
                                    <m:t>4</m:t>
                                  </m:r>
                                </m:sup>
                              </m:sSup>
                            </m:num>
                            <m:den>
                              <m:r>
                                <a:rPr lang="en-US" sz="2400" i="1">
                                  <a:latin typeface="Cambria Math" panose="02040503050406030204" pitchFamily="18" charset="0"/>
                                  <a:ea typeface="Times New Roman" panose="02020603050405020304" pitchFamily="18" charset="0"/>
                                  <a:cs typeface="Arial" panose="020B0604020202020204" pitchFamily="34" charset="0"/>
                                </a:rPr>
                                <m:t>1+</m:t>
                              </m:r>
                              <m:sSup>
                                <m:sSupPr>
                                  <m:ctrlPr>
                                    <a:rPr lang="en-US" i="1">
                                      <a:latin typeface="Cambria Math" panose="02040503050406030204" pitchFamily="18" charset="0"/>
                                      <a:ea typeface="Times New Roman" panose="02020603050405020304" pitchFamily="18" charset="0"/>
                                    </a:rPr>
                                  </m:ctrlPr>
                                </m:sSupPr>
                                <m:e>
                                  <m:r>
                                    <a:rPr lang="en-US" sz="2400" i="1">
                                      <a:latin typeface="Cambria Math" panose="02040503050406030204" pitchFamily="18" charset="0"/>
                                      <a:ea typeface="Times New Roman" panose="02020603050405020304" pitchFamily="18" charset="0"/>
                                      <a:cs typeface="Arial" panose="020B0604020202020204" pitchFamily="34" charset="0"/>
                                    </a:rPr>
                                    <m:t>𝑧</m:t>
                                  </m:r>
                                </m:e>
                                <m:sup>
                                  <m:r>
                                    <a:rPr lang="en-US" sz="2400" i="1">
                                      <a:latin typeface="Cambria Math" panose="02040503050406030204" pitchFamily="18" charset="0"/>
                                      <a:ea typeface="Times New Roman" panose="02020603050405020304" pitchFamily="18" charset="0"/>
                                      <a:cs typeface="Arial" panose="020B0604020202020204" pitchFamily="34" charset="0"/>
                                    </a:rPr>
                                    <m:t>2</m:t>
                                  </m:r>
                                </m:sup>
                              </m:sSup>
                            </m:den>
                          </m:f>
                          <m:r>
                            <a:rPr lang="en-US" sz="2400" i="1">
                              <a:latin typeface="Cambria Math" panose="02040503050406030204" pitchFamily="18" charset="0"/>
                              <a:ea typeface="Times New Roman" panose="02020603050405020304" pitchFamily="18" charset="0"/>
                              <a:cs typeface="Arial" panose="020B0604020202020204" pitchFamily="34" charset="0"/>
                            </a:rPr>
                            <m:t>𝑑𝑧</m:t>
                          </m:r>
                        </m:e>
                      </m:nary>
                      <m:r>
                        <a:rPr lang="en-US" sz="2400" i="1">
                          <a:latin typeface="Cambria Math" panose="02040503050406030204" pitchFamily="18" charset="0"/>
                          <a:ea typeface="Times New Roman" panose="02020603050405020304" pitchFamily="18" charset="0"/>
                          <a:cs typeface="Arial" panose="020B0604020202020204" pitchFamily="34" charset="0"/>
                        </a:rPr>
                        <m:t>→</m:t>
                      </m:r>
                      <m:nary>
                        <m:naryPr>
                          <m:limLoc m:val="undOvr"/>
                          <m:subHide m:val="on"/>
                          <m:supHide m:val="on"/>
                          <m:ctrlPr>
                            <a:rPr lang="en-US" i="1">
                              <a:latin typeface="Cambria Math" panose="02040503050406030204" pitchFamily="18" charset="0"/>
                              <a:ea typeface="Times New Roman" panose="02020603050405020304" pitchFamily="18" charset="0"/>
                            </a:rPr>
                          </m:ctrlPr>
                        </m:naryPr>
                        <m:sub/>
                        <m:sup/>
                        <m:e>
                          <m:d>
                            <m:dPr>
                              <m:ctrlPr>
                                <a:rPr lang="en-US" i="1">
                                  <a:latin typeface="Cambria Math" panose="02040503050406030204" pitchFamily="18" charset="0"/>
                                  <a:ea typeface="Times New Roman" panose="02020603050405020304" pitchFamily="18" charset="0"/>
                                </a:rPr>
                              </m:ctrlPr>
                            </m:dPr>
                            <m:e>
                              <m:sSup>
                                <m:sSupPr>
                                  <m:ctrlPr>
                                    <a:rPr lang="en-US" i="1">
                                      <a:latin typeface="Cambria Math" panose="02040503050406030204" pitchFamily="18" charset="0"/>
                                      <a:ea typeface="Times New Roman" panose="02020603050405020304" pitchFamily="18" charset="0"/>
                                    </a:rPr>
                                  </m:ctrlPr>
                                </m:sSupPr>
                                <m:e>
                                  <m:r>
                                    <a:rPr lang="en-US" sz="2400" i="1">
                                      <a:latin typeface="Cambria Math" panose="02040503050406030204" pitchFamily="18" charset="0"/>
                                      <a:ea typeface="Times New Roman" panose="02020603050405020304" pitchFamily="18" charset="0"/>
                                      <a:cs typeface="Arial" panose="020B0604020202020204" pitchFamily="34" charset="0"/>
                                    </a:rPr>
                                    <m:t>𝑧</m:t>
                                  </m:r>
                                </m:e>
                                <m:sup>
                                  <m:r>
                                    <a:rPr lang="en-US" sz="2400" i="1">
                                      <a:latin typeface="Cambria Math" panose="02040503050406030204" pitchFamily="18" charset="0"/>
                                      <a:ea typeface="Times New Roman" panose="02020603050405020304" pitchFamily="18" charset="0"/>
                                      <a:cs typeface="Arial" panose="020B0604020202020204" pitchFamily="34" charset="0"/>
                                    </a:rPr>
                                    <m:t>2</m:t>
                                  </m:r>
                                </m:sup>
                              </m:sSup>
                              <m:r>
                                <a:rPr lang="en-US" sz="2400" i="1">
                                  <a:latin typeface="Cambria Math" panose="02040503050406030204" pitchFamily="18" charset="0"/>
                                  <a:ea typeface="Times New Roman" panose="02020603050405020304" pitchFamily="18" charset="0"/>
                                  <a:cs typeface="Arial" panose="020B0604020202020204" pitchFamily="34" charset="0"/>
                                </a:rPr>
                                <m:t>−1+</m:t>
                              </m:r>
                              <m:f>
                                <m:fPr>
                                  <m:ctrlPr>
                                    <a:rPr lang="en-US" i="1">
                                      <a:latin typeface="Cambria Math" panose="02040503050406030204" pitchFamily="18" charset="0"/>
                                      <a:ea typeface="Times New Roman" panose="02020603050405020304" pitchFamily="18" charset="0"/>
                                    </a:rPr>
                                  </m:ctrlPr>
                                </m:fPr>
                                <m:num>
                                  <m:r>
                                    <a:rPr lang="en-US" sz="2400" i="1">
                                      <a:latin typeface="Cambria Math" panose="02040503050406030204" pitchFamily="18" charset="0"/>
                                      <a:ea typeface="Times New Roman" panose="02020603050405020304" pitchFamily="18" charset="0"/>
                                      <a:cs typeface="Arial" panose="020B0604020202020204" pitchFamily="34" charset="0"/>
                                    </a:rPr>
                                    <m:t>1</m:t>
                                  </m:r>
                                </m:num>
                                <m:den>
                                  <m:r>
                                    <a:rPr lang="en-US" sz="2400" i="1">
                                      <a:latin typeface="Cambria Math" panose="02040503050406030204" pitchFamily="18" charset="0"/>
                                      <a:ea typeface="Times New Roman" panose="02020603050405020304" pitchFamily="18" charset="0"/>
                                      <a:cs typeface="Arial" panose="020B0604020202020204" pitchFamily="34" charset="0"/>
                                    </a:rPr>
                                    <m:t>1+</m:t>
                                  </m:r>
                                  <m:sSup>
                                    <m:sSupPr>
                                      <m:ctrlPr>
                                        <a:rPr lang="en-US" i="1">
                                          <a:latin typeface="Cambria Math" panose="02040503050406030204" pitchFamily="18" charset="0"/>
                                          <a:ea typeface="Times New Roman" panose="02020603050405020304" pitchFamily="18" charset="0"/>
                                        </a:rPr>
                                      </m:ctrlPr>
                                    </m:sSupPr>
                                    <m:e>
                                      <m:r>
                                        <a:rPr lang="en-US" sz="2400" i="1">
                                          <a:latin typeface="Cambria Math" panose="02040503050406030204" pitchFamily="18" charset="0"/>
                                          <a:ea typeface="Times New Roman" panose="02020603050405020304" pitchFamily="18" charset="0"/>
                                          <a:cs typeface="Arial" panose="020B0604020202020204" pitchFamily="34" charset="0"/>
                                        </a:rPr>
                                        <m:t>𝑧</m:t>
                                      </m:r>
                                    </m:e>
                                    <m:sup>
                                      <m:r>
                                        <a:rPr lang="en-US" sz="2400" i="1">
                                          <a:latin typeface="Cambria Math" panose="02040503050406030204" pitchFamily="18" charset="0"/>
                                          <a:ea typeface="Times New Roman" panose="02020603050405020304" pitchFamily="18" charset="0"/>
                                          <a:cs typeface="Arial" panose="020B0604020202020204" pitchFamily="34" charset="0"/>
                                        </a:rPr>
                                        <m:t>2</m:t>
                                      </m:r>
                                    </m:sup>
                                  </m:sSup>
                                </m:den>
                              </m:f>
                            </m:e>
                          </m:d>
                          <m:r>
                            <a:rPr lang="en-US" sz="2400" i="1">
                              <a:latin typeface="Cambria Math" panose="02040503050406030204" pitchFamily="18" charset="0"/>
                              <a:ea typeface="Times New Roman" panose="02020603050405020304" pitchFamily="18" charset="0"/>
                              <a:cs typeface="Arial" panose="020B0604020202020204" pitchFamily="34" charset="0"/>
                            </a:rPr>
                            <m:t>𝑑𝑧</m:t>
                          </m:r>
                        </m:e>
                      </m:nary>
                    </m:oMath>
                  </m:oMathPara>
                </a14:m>
                <a:endParaRPr lang="en-US"/>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368" t="-4248" r="-2211"/>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fld id="{4C87BEC4-B835-4E55-9D7F-50B76A3ED418}" type="datetime1">
              <a:rPr lang="en-US" smtClean="0"/>
              <a:t>9/6/2022</a:t>
            </a:fld>
            <a:endParaRPr lang="en-US"/>
          </a:p>
        </p:txBody>
      </p:sp>
      <p:sp>
        <p:nvSpPr>
          <p:cNvPr id="5" name="Footer Placeholder 4"/>
          <p:cNvSpPr>
            <a:spLocks noGrp="1"/>
          </p:cNvSpPr>
          <p:nvPr>
            <p:ph type="ftr" sz="quarter" idx="11"/>
          </p:nvPr>
        </p:nvSpPr>
        <p:spPr/>
        <p:txBody>
          <a:bodyPr/>
          <a:lstStyle/>
          <a:p>
            <a:r>
              <a:rPr lang="en-US"/>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smtClean="0"/>
              <a:t>40</a:t>
            </a:fld>
            <a:endParaRPr lang="en-US"/>
          </a:p>
        </p:txBody>
      </p:sp>
    </p:spTree>
    <p:extLst>
      <p:ext uri="{BB962C8B-B14F-4D97-AF65-F5344CB8AC3E}">
        <p14:creationId xmlns:p14="http://schemas.microsoft.com/office/powerpoint/2010/main" val="53503952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Symbolic Integration Problem</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a:bodyPr>
              <a:lstStyle/>
              <a:p>
                <a:r>
                  <a:rPr lang="en-US"/>
                  <a:t>Using Safe Transformation 3 (Integral Sum Rule) we can write: </a:t>
                </a:r>
                <a:endParaRPr lang="en-US" sz="2400" i="1">
                  <a:latin typeface="Cambria Math" panose="02040503050406030204" pitchFamily="18" charset="0"/>
                  <a:ea typeface="Times New Roman" panose="02020603050405020304" pitchFamily="18" charset="0"/>
                  <a:cs typeface="Arial" panose="020B0604020202020204" pitchFamily="34" charset="0"/>
                </a:endParaRPr>
              </a:p>
              <a:p>
                <a:pPr marL="0" indent="0">
                  <a:buNone/>
                </a:pPr>
                <a14:m>
                  <m:oMathPara xmlns:m="http://schemas.openxmlformats.org/officeDocument/2006/math">
                    <m:oMathParaPr>
                      <m:jc m:val="centerGroup"/>
                    </m:oMathParaPr>
                    <m:oMath xmlns:m="http://schemas.openxmlformats.org/officeDocument/2006/math">
                      <m:nary>
                        <m:naryPr>
                          <m:limLoc m:val="undOvr"/>
                          <m:subHide m:val="on"/>
                          <m:supHide m:val="on"/>
                          <m:ctrlPr>
                            <a:rPr lang="en-US" i="1">
                              <a:latin typeface="Cambria Math" panose="02040503050406030204" pitchFamily="18" charset="0"/>
                              <a:ea typeface="Times New Roman" panose="02020603050405020304" pitchFamily="18" charset="0"/>
                            </a:rPr>
                          </m:ctrlPr>
                        </m:naryPr>
                        <m:sub/>
                        <m:sup/>
                        <m:e>
                          <m:d>
                            <m:dPr>
                              <m:ctrlPr>
                                <a:rPr lang="en-US" i="1">
                                  <a:latin typeface="Cambria Math" panose="02040503050406030204" pitchFamily="18" charset="0"/>
                                  <a:ea typeface="Times New Roman" panose="02020603050405020304" pitchFamily="18" charset="0"/>
                                </a:rPr>
                              </m:ctrlPr>
                            </m:dPr>
                            <m:e>
                              <m:sSup>
                                <m:sSupPr>
                                  <m:ctrlPr>
                                    <a:rPr lang="en-US" i="1">
                                      <a:latin typeface="Cambria Math" panose="02040503050406030204" pitchFamily="18" charset="0"/>
                                      <a:ea typeface="Times New Roman" panose="02020603050405020304" pitchFamily="18" charset="0"/>
                                    </a:rPr>
                                  </m:ctrlPr>
                                </m:sSupPr>
                                <m:e>
                                  <m:r>
                                    <a:rPr lang="en-US" sz="2400" i="1">
                                      <a:latin typeface="Cambria Math" panose="02040503050406030204" pitchFamily="18" charset="0"/>
                                      <a:ea typeface="Times New Roman" panose="02020603050405020304" pitchFamily="18" charset="0"/>
                                      <a:cs typeface="Arial" panose="020B0604020202020204" pitchFamily="34" charset="0"/>
                                    </a:rPr>
                                    <m:t>𝑧</m:t>
                                  </m:r>
                                </m:e>
                                <m:sup>
                                  <m:r>
                                    <a:rPr lang="en-US" sz="2400" i="1">
                                      <a:latin typeface="Cambria Math" panose="02040503050406030204" pitchFamily="18" charset="0"/>
                                      <a:ea typeface="Times New Roman" panose="02020603050405020304" pitchFamily="18" charset="0"/>
                                      <a:cs typeface="Arial" panose="020B0604020202020204" pitchFamily="34" charset="0"/>
                                    </a:rPr>
                                    <m:t>2</m:t>
                                  </m:r>
                                </m:sup>
                              </m:sSup>
                              <m:r>
                                <a:rPr lang="en-US" sz="2400" i="1">
                                  <a:latin typeface="Cambria Math" panose="02040503050406030204" pitchFamily="18" charset="0"/>
                                  <a:ea typeface="Times New Roman" panose="02020603050405020304" pitchFamily="18" charset="0"/>
                                  <a:cs typeface="Arial" panose="020B0604020202020204" pitchFamily="34" charset="0"/>
                                </a:rPr>
                                <m:t>−1+</m:t>
                              </m:r>
                              <m:f>
                                <m:fPr>
                                  <m:ctrlPr>
                                    <a:rPr lang="en-US" i="1">
                                      <a:latin typeface="Cambria Math" panose="02040503050406030204" pitchFamily="18" charset="0"/>
                                      <a:ea typeface="Times New Roman" panose="02020603050405020304" pitchFamily="18" charset="0"/>
                                    </a:rPr>
                                  </m:ctrlPr>
                                </m:fPr>
                                <m:num>
                                  <m:r>
                                    <a:rPr lang="en-US" sz="2400" i="1">
                                      <a:latin typeface="Cambria Math" panose="02040503050406030204" pitchFamily="18" charset="0"/>
                                      <a:ea typeface="Times New Roman" panose="02020603050405020304" pitchFamily="18" charset="0"/>
                                      <a:cs typeface="Arial" panose="020B0604020202020204" pitchFamily="34" charset="0"/>
                                    </a:rPr>
                                    <m:t>1</m:t>
                                  </m:r>
                                </m:num>
                                <m:den>
                                  <m:r>
                                    <a:rPr lang="en-US" sz="2400" i="1">
                                      <a:latin typeface="Cambria Math" panose="02040503050406030204" pitchFamily="18" charset="0"/>
                                      <a:ea typeface="Times New Roman" panose="02020603050405020304" pitchFamily="18" charset="0"/>
                                      <a:cs typeface="Arial" panose="020B0604020202020204" pitchFamily="34" charset="0"/>
                                    </a:rPr>
                                    <m:t>1+</m:t>
                                  </m:r>
                                  <m:sSup>
                                    <m:sSupPr>
                                      <m:ctrlPr>
                                        <a:rPr lang="en-US" i="1">
                                          <a:latin typeface="Cambria Math" panose="02040503050406030204" pitchFamily="18" charset="0"/>
                                          <a:ea typeface="Times New Roman" panose="02020603050405020304" pitchFamily="18" charset="0"/>
                                        </a:rPr>
                                      </m:ctrlPr>
                                    </m:sSupPr>
                                    <m:e>
                                      <m:r>
                                        <a:rPr lang="en-US" sz="2400" i="1">
                                          <a:latin typeface="Cambria Math" panose="02040503050406030204" pitchFamily="18" charset="0"/>
                                          <a:ea typeface="Times New Roman" panose="02020603050405020304" pitchFamily="18" charset="0"/>
                                          <a:cs typeface="Arial" panose="020B0604020202020204" pitchFamily="34" charset="0"/>
                                        </a:rPr>
                                        <m:t>𝑧</m:t>
                                      </m:r>
                                    </m:e>
                                    <m:sup>
                                      <m:r>
                                        <a:rPr lang="en-US" sz="2400" i="1">
                                          <a:latin typeface="Cambria Math" panose="02040503050406030204" pitchFamily="18" charset="0"/>
                                          <a:ea typeface="Times New Roman" panose="02020603050405020304" pitchFamily="18" charset="0"/>
                                          <a:cs typeface="Arial" panose="020B0604020202020204" pitchFamily="34" charset="0"/>
                                        </a:rPr>
                                        <m:t>2</m:t>
                                      </m:r>
                                    </m:sup>
                                  </m:sSup>
                                </m:den>
                              </m:f>
                            </m:e>
                          </m:d>
                          <m:r>
                            <a:rPr lang="en-US" sz="2400" i="1">
                              <a:latin typeface="Cambria Math" panose="02040503050406030204" pitchFamily="18" charset="0"/>
                              <a:ea typeface="Times New Roman" panose="02020603050405020304" pitchFamily="18" charset="0"/>
                              <a:cs typeface="Arial" panose="020B0604020202020204" pitchFamily="34" charset="0"/>
                            </a:rPr>
                            <m:t>𝑑𝑧</m:t>
                          </m:r>
                        </m:e>
                      </m:nary>
                      <m:r>
                        <a:rPr lang="en-US" i="1">
                          <a:latin typeface="Cambria Math" panose="02040503050406030204" pitchFamily="18" charset="0"/>
                          <a:ea typeface="Times New Roman" panose="02020603050405020304" pitchFamily="18" charset="0"/>
                          <a:cs typeface="Arial" panose="020B0604020202020204" pitchFamily="34" charset="0"/>
                        </a:rPr>
                        <m:t>→</m:t>
                      </m:r>
                      <m:nary>
                        <m:naryPr>
                          <m:limLoc m:val="undOvr"/>
                          <m:subHide m:val="on"/>
                          <m:supHide m:val="on"/>
                          <m:ctrlPr>
                            <a:rPr lang="en-US" i="1">
                              <a:latin typeface="Cambria Math" panose="02040503050406030204" pitchFamily="18" charset="0"/>
                              <a:cs typeface="Arial" panose="020B0604020202020204" pitchFamily="34" charset="0"/>
                            </a:rPr>
                          </m:ctrlPr>
                        </m:naryPr>
                        <m:sub/>
                        <m:sup/>
                        <m:e>
                          <m:sSup>
                            <m:sSupPr>
                              <m:ctrlPr>
                                <a:rPr lang="en-US" i="1">
                                  <a:latin typeface="Cambria Math" panose="02040503050406030204" pitchFamily="18" charset="0"/>
                                  <a:ea typeface="Times New Roman" panose="02020603050405020304" pitchFamily="18" charset="0"/>
                                </a:rPr>
                              </m:ctrlPr>
                            </m:sSupPr>
                            <m:e>
                              <m:r>
                                <a:rPr lang="en-US" i="1">
                                  <a:latin typeface="Cambria Math" panose="02040503050406030204" pitchFamily="18" charset="0"/>
                                  <a:ea typeface="Times New Roman" panose="02020603050405020304" pitchFamily="18" charset="0"/>
                                  <a:cs typeface="Arial" panose="020B0604020202020204" pitchFamily="34" charset="0"/>
                                </a:rPr>
                                <m:t>𝑧</m:t>
                              </m:r>
                            </m:e>
                            <m:sup>
                              <m:r>
                                <a:rPr lang="en-US" i="1">
                                  <a:latin typeface="Cambria Math" panose="02040503050406030204" pitchFamily="18" charset="0"/>
                                  <a:ea typeface="Times New Roman" panose="02020603050405020304" pitchFamily="18" charset="0"/>
                                  <a:cs typeface="Arial" panose="020B0604020202020204" pitchFamily="34" charset="0"/>
                                </a:rPr>
                                <m:t>2</m:t>
                              </m:r>
                            </m:sup>
                          </m:sSup>
                          <m:r>
                            <a:rPr lang="en-US" i="1">
                              <a:latin typeface="Cambria Math" panose="02040503050406030204" pitchFamily="18" charset="0"/>
                              <a:ea typeface="Times New Roman" panose="02020603050405020304" pitchFamily="18" charset="0"/>
                              <a:cs typeface="Arial" panose="020B0604020202020204" pitchFamily="34" charset="0"/>
                            </a:rPr>
                            <m:t>𝑑𝑧</m:t>
                          </m:r>
                        </m:e>
                      </m:nary>
                      <m:r>
                        <a:rPr lang="en-US" i="1">
                          <a:latin typeface="Cambria Math" panose="02040503050406030204" pitchFamily="18" charset="0"/>
                          <a:cs typeface="Arial" panose="020B0604020202020204" pitchFamily="34" charset="0"/>
                        </a:rPr>
                        <m:t>−</m:t>
                      </m:r>
                      <m:nary>
                        <m:naryPr>
                          <m:limLoc m:val="undOvr"/>
                          <m:subHide m:val="on"/>
                          <m:supHide m:val="on"/>
                          <m:ctrlPr>
                            <a:rPr lang="en-US" i="1">
                              <a:latin typeface="Cambria Math" panose="02040503050406030204" pitchFamily="18" charset="0"/>
                              <a:cs typeface="Arial" panose="020B0604020202020204" pitchFamily="34" charset="0"/>
                            </a:rPr>
                          </m:ctrlPr>
                        </m:naryPr>
                        <m:sub/>
                        <m:sup/>
                        <m:e>
                          <m:r>
                            <a:rPr lang="en-US" i="1">
                              <a:latin typeface="Cambria Math" panose="02040503050406030204" pitchFamily="18" charset="0"/>
                              <a:ea typeface="Times New Roman" panose="02020603050405020304" pitchFamily="18" charset="0"/>
                              <a:cs typeface="Arial" panose="020B0604020202020204" pitchFamily="34" charset="0"/>
                            </a:rPr>
                            <m:t>𝑑𝑧</m:t>
                          </m:r>
                        </m:e>
                      </m:nary>
                      <m:r>
                        <a:rPr lang="en-US" i="1">
                          <a:latin typeface="Cambria Math" panose="02040503050406030204" pitchFamily="18" charset="0"/>
                          <a:ea typeface="Times New Roman" panose="02020603050405020304" pitchFamily="18" charset="0"/>
                          <a:cs typeface="Arial" panose="020B0604020202020204" pitchFamily="34" charset="0"/>
                        </a:rPr>
                        <m:t>+</m:t>
                      </m:r>
                      <m:nary>
                        <m:naryPr>
                          <m:limLoc m:val="undOvr"/>
                          <m:subHide m:val="on"/>
                          <m:supHide m:val="on"/>
                          <m:ctrlPr>
                            <a:rPr lang="en-US" i="1">
                              <a:latin typeface="Cambria Math" panose="02040503050406030204" pitchFamily="18" charset="0"/>
                              <a:cs typeface="Arial" panose="020B0604020202020204" pitchFamily="34" charset="0"/>
                            </a:rPr>
                          </m:ctrlPr>
                        </m:naryPr>
                        <m:sub/>
                        <m:sup/>
                        <m:e>
                          <m:f>
                            <m:fPr>
                              <m:ctrlPr>
                                <a:rPr lang="en-US" i="1">
                                  <a:latin typeface="Cambria Math" panose="02040503050406030204" pitchFamily="18" charset="0"/>
                                  <a:ea typeface="Times New Roman" panose="02020603050405020304" pitchFamily="18" charset="0"/>
                                </a:rPr>
                              </m:ctrlPr>
                            </m:fPr>
                            <m:num>
                              <m:r>
                                <a:rPr lang="en-US" i="1">
                                  <a:latin typeface="Cambria Math" panose="02040503050406030204" pitchFamily="18" charset="0"/>
                                  <a:ea typeface="Times New Roman" panose="02020603050405020304" pitchFamily="18" charset="0"/>
                                  <a:cs typeface="Arial" panose="020B0604020202020204" pitchFamily="34" charset="0"/>
                                </a:rPr>
                                <m:t>1</m:t>
                              </m:r>
                            </m:num>
                            <m:den>
                              <m:r>
                                <a:rPr lang="en-US" i="1">
                                  <a:latin typeface="Cambria Math" panose="02040503050406030204" pitchFamily="18" charset="0"/>
                                  <a:ea typeface="Times New Roman" panose="02020603050405020304" pitchFamily="18" charset="0"/>
                                  <a:cs typeface="Arial" panose="020B0604020202020204" pitchFamily="34" charset="0"/>
                                </a:rPr>
                                <m:t>1+</m:t>
                              </m:r>
                              <m:sSup>
                                <m:sSupPr>
                                  <m:ctrlPr>
                                    <a:rPr lang="en-US" i="1">
                                      <a:latin typeface="Cambria Math" panose="02040503050406030204" pitchFamily="18" charset="0"/>
                                      <a:ea typeface="Times New Roman" panose="02020603050405020304" pitchFamily="18" charset="0"/>
                                    </a:rPr>
                                  </m:ctrlPr>
                                </m:sSupPr>
                                <m:e>
                                  <m:r>
                                    <a:rPr lang="en-US" i="1">
                                      <a:latin typeface="Cambria Math" panose="02040503050406030204" pitchFamily="18" charset="0"/>
                                      <a:ea typeface="Times New Roman" panose="02020603050405020304" pitchFamily="18" charset="0"/>
                                      <a:cs typeface="Arial" panose="020B0604020202020204" pitchFamily="34" charset="0"/>
                                    </a:rPr>
                                    <m:t>𝑧</m:t>
                                  </m:r>
                                </m:e>
                                <m:sup>
                                  <m:r>
                                    <a:rPr lang="en-US" i="1">
                                      <a:latin typeface="Cambria Math" panose="02040503050406030204" pitchFamily="18" charset="0"/>
                                      <a:ea typeface="Times New Roman" panose="02020603050405020304" pitchFamily="18" charset="0"/>
                                      <a:cs typeface="Arial" panose="020B0604020202020204" pitchFamily="34" charset="0"/>
                                    </a:rPr>
                                    <m:t>2</m:t>
                                  </m:r>
                                </m:sup>
                              </m:sSup>
                            </m:den>
                          </m:f>
                          <m:r>
                            <a:rPr lang="en-US" i="1">
                              <a:latin typeface="Cambria Math" panose="02040503050406030204" pitchFamily="18" charset="0"/>
                              <a:ea typeface="Times New Roman" panose="02020603050405020304" pitchFamily="18" charset="0"/>
                              <a:cs typeface="Arial" panose="020B0604020202020204" pitchFamily="34" charset="0"/>
                            </a:rPr>
                            <m:t>𝑑𝑧</m:t>
                          </m:r>
                        </m:e>
                      </m:nary>
                    </m:oMath>
                  </m:oMathPara>
                </a14:m>
                <a:endParaRPr lang="en-US"/>
              </a:p>
              <a:p>
                <a:r>
                  <a:rPr lang="en-US"/>
                  <a:t>The first and second term can be found using:</a:t>
                </a:r>
              </a:p>
              <a:p>
                <a:pPr marL="0" indent="0">
                  <a:buNone/>
                </a:pPr>
                <a14:m>
                  <m:oMathPara xmlns:m="http://schemas.openxmlformats.org/officeDocument/2006/math">
                    <m:oMathParaPr>
                      <m:jc m:val="centerGroup"/>
                    </m:oMathParaPr>
                    <m:oMath xmlns:m="http://schemas.openxmlformats.org/officeDocument/2006/math">
                      <m:nary>
                        <m:naryPr>
                          <m:limLoc m:val="undOvr"/>
                          <m:subHide m:val="on"/>
                          <m:supHide m:val="on"/>
                          <m:ctrlPr>
                            <a:rPr lang="en-US" i="1">
                              <a:latin typeface="Cambria Math" panose="02040503050406030204" pitchFamily="18" charset="0"/>
                            </a:rPr>
                          </m:ctrlPr>
                        </m:naryPr>
                        <m:sub/>
                        <m:sup/>
                        <m:e>
                          <m:sSup>
                            <m:sSupPr>
                              <m:ctrlPr>
                                <a:rPr lang="en-US" i="1">
                                  <a:latin typeface="Cambria Math" panose="02040503050406030204" pitchFamily="18" charset="0"/>
                                </a:rPr>
                              </m:ctrlPr>
                            </m:sSupPr>
                            <m:e>
                              <m:r>
                                <a:rPr lang="en-US" i="1">
                                  <a:latin typeface="Cambria Math" panose="02040503050406030204" pitchFamily="18" charset="0"/>
                                </a:rPr>
                                <m:t>𝑥</m:t>
                              </m:r>
                            </m:e>
                            <m:sup>
                              <m:r>
                                <a:rPr lang="en-US" i="1">
                                  <a:latin typeface="Cambria Math" panose="02040503050406030204" pitchFamily="18" charset="0"/>
                                </a:rPr>
                                <m:t>𝑛</m:t>
                              </m:r>
                            </m:sup>
                          </m:sSup>
                          <m:r>
                            <a:rPr lang="en-US" i="1">
                              <a:latin typeface="Cambria Math" panose="02040503050406030204" pitchFamily="18" charset="0"/>
                            </a:rPr>
                            <m:t>𝑑𝑥</m:t>
                          </m:r>
                        </m:e>
                      </m:nary>
                      <m:r>
                        <a:rPr lang="en-US">
                          <a:latin typeface="Cambria Math" panose="02040503050406030204" pitchFamily="18" charset="0"/>
                        </a:rPr>
                        <m:t>=</m:t>
                      </m:r>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𝑥</m:t>
                              </m:r>
                            </m:e>
                            <m:sup>
                              <m:r>
                                <a:rPr lang="en-US" i="1">
                                  <a:latin typeface="Cambria Math" panose="02040503050406030204" pitchFamily="18" charset="0"/>
                                </a:rPr>
                                <m:t>𝑛</m:t>
                              </m:r>
                              <m:r>
                                <a:rPr lang="en-US">
                                  <a:latin typeface="Cambria Math" panose="02040503050406030204" pitchFamily="18" charset="0"/>
                                </a:rPr>
                                <m:t>+</m:t>
                              </m:r>
                              <m:r>
                                <a:rPr lang="en-US" i="1">
                                  <a:latin typeface="Cambria Math" panose="02040503050406030204" pitchFamily="18" charset="0"/>
                                </a:rPr>
                                <m:t>1</m:t>
                              </m:r>
                            </m:sup>
                          </m:sSup>
                        </m:num>
                        <m:den>
                          <m:r>
                            <a:rPr lang="en-US" i="1">
                              <a:latin typeface="Cambria Math" panose="02040503050406030204" pitchFamily="18" charset="0"/>
                            </a:rPr>
                            <m:t>𝑛</m:t>
                          </m:r>
                          <m:r>
                            <a:rPr lang="en-US">
                              <a:latin typeface="Cambria Math" panose="02040503050406030204" pitchFamily="18" charset="0"/>
                            </a:rPr>
                            <m:t>+</m:t>
                          </m:r>
                          <m:r>
                            <a:rPr lang="en-US" i="1">
                              <a:latin typeface="Cambria Math" panose="02040503050406030204" pitchFamily="18" charset="0"/>
                            </a:rPr>
                            <m:t>1</m:t>
                          </m:r>
                        </m:den>
                      </m:f>
                    </m:oMath>
                  </m:oMathPara>
                </a14:m>
                <a:endParaRPr lang="en-US"/>
              </a:p>
              <a:p>
                <a:r>
                  <a:rPr lang="en-US"/>
                  <a:t>Let us concentrate on the third term:</a:t>
                </a:r>
              </a:p>
              <a:p>
                <a:pPr marL="0" indent="0">
                  <a:buNone/>
                </a:pPr>
                <a14:m>
                  <m:oMathPara xmlns:m="http://schemas.openxmlformats.org/officeDocument/2006/math">
                    <m:oMathParaPr>
                      <m:jc m:val="centerGroup"/>
                    </m:oMathParaPr>
                    <m:oMath xmlns:m="http://schemas.openxmlformats.org/officeDocument/2006/math">
                      <m:nary>
                        <m:naryPr>
                          <m:limLoc m:val="undOvr"/>
                          <m:subHide m:val="on"/>
                          <m:supHide m:val="on"/>
                          <m:ctrlPr>
                            <a:rPr lang="en-US" i="1">
                              <a:latin typeface="Cambria Math" panose="02040503050406030204" pitchFamily="18" charset="0"/>
                              <a:cs typeface="Arial" panose="020B0604020202020204" pitchFamily="34" charset="0"/>
                            </a:rPr>
                          </m:ctrlPr>
                        </m:naryPr>
                        <m:sub/>
                        <m:sup/>
                        <m:e>
                          <m:f>
                            <m:fPr>
                              <m:ctrlPr>
                                <a:rPr lang="en-US" i="1">
                                  <a:latin typeface="Cambria Math" panose="02040503050406030204" pitchFamily="18" charset="0"/>
                                  <a:ea typeface="Times New Roman" panose="02020603050405020304" pitchFamily="18" charset="0"/>
                                </a:rPr>
                              </m:ctrlPr>
                            </m:fPr>
                            <m:num>
                              <m:r>
                                <a:rPr lang="en-US" i="1">
                                  <a:latin typeface="Cambria Math" panose="02040503050406030204" pitchFamily="18" charset="0"/>
                                  <a:ea typeface="Times New Roman" panose="02020603050405020304" pitchFamily="18" charset="0"/>
                                  <a:cs typeface="Arial" panose="020B0604020202020204" pitchFamily="34" charset="0"/>
                                </a:rPr>
                                <m:t>1</m:t>
                              </m:r>
                            </m:num>
                            <m:den>
                              <m:r>
                                <a:rPr lang="en-US" i="1">
                                  <a:latin typeface="Cambria Math" panose="02040503050406030204" pitchFamily="18" charset="0"/>
                                  <a:ea typeface="Times New Roman" panose="02020603050405020304" pitchFamily="18" charset="0"/>
                                  <a:cs typeface="Arial" panose="020B0604020202020204" pitchFamily="34" charset="0"/>
                                </a:rPr>
                                <m:t>1+</m:t>
                              </m:r>
                              <m:sSup>
                                <m:sSupPr>
                                  <m:ctrlPr>
                                    <a:rPr lang="en-US" i="1">
                                      <a:latin typeface="Cambria Math" panose="02040503050406030204" pitchFamily="18" charset="0"/>
                                      <a:ea typeface="Times New Roman" panose="02020603050405020304" pitchFamily="18" charset="0"/>
                                    </a:rPr>
                                  </m:ctrlPr>
                                </m:sSupPr>
                                <m:e>
                                  <m:r>
                                    <a:rPr lang="en-US" i="1">
                                      <a:latin typeface="Cambria Math" panose="02040503050406030204" pitchFamily="18" charset="0"/>
                                      <a:ea typeface="Times New Roman" panose="02020603050405020304" pitchFamily="18" charset="0"/>
                                      <a:cs typeface="Arial" panose="020B0604020202020204" pitchFamily="34" charset="0"/>
                                    </a:rPr>
                                    <m:t>𝑧</m:t>
                                  </m:r>
                                </m:e>
                                <m:sup>
                                  <m:r>
                                    <a:rPr lang="en-US" i="1">
                                      <a:latin typeface="Cambria Math" panose="02040503050406030204" pitchFamily="18" charset="0"/>
                                      <a:ea typeface="Times New Roman" panose="02020603050405020304" pitchFamily="18" charset="0"/>
                                      <a:cs typeface="Arial" panose="020B0604020202020204" pitchFamily="34" charset="0"/>
                                    </a:rPr>
                                    <m:t>2</m:t>
                                  </m:r>
                                </m:sup>
                              </m:sSup>
                            </m:den>
                          </m:f>
                          <m:r>
                            <a:rPr lang="en-US" i="1">
                              <a:latin typeface="Cambria Math" panose="02040503050406030204" pitchFamily="18" charset="0"/>
                              <a:ea typeface="Times New Roman" panose="02020603050405020304" pitchFamily="18" charset="0"/>
                              <a:cs typeface="Arial" panose="020B0604020202020204" pitchFamily="34" charset="0"/>
                            </a:rPr>
                            <m:t>𝑑𝑧</m:t>
                          </m:r>
                        </m:e>
                      </m:nary>
                    </m:oMath>
                  </m:oMathPara>
                </a14:m>
                <a:endParaRPr lang="en-US"/>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368" t="-2791"/>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fld id="{4C87BEC4-B835-4E55-9D7F-50B76A3ED418}" type="datetime1">
              <a:rPr lang="en-US" smtClean="0"/>
              <a:t>9/6/2022</a:t>
            </a:fld>
            <a:endParaRPr lang="en-US"/>
          </a:p>
        </p:txBody>
      </p:sp>
      <p:sp>
        <p:nvSpPr>
          <p:cNvPr id="5" name="Footer Placeholder 4"/>
          <p:cNvSpPr>
            <a:spLocks noGrp="1"/>
          </p:cNvSpPr>
          <p:nvPr>
            <p:ph type="ftr" sz="quarter" idx="11"/>
          </p:nvPr>
        </p:nvSpPr>
        <p:spPr/>
        <p:txBody>
          <a:bodyPr/>
          <a:lstStyle/>
          <a:p>
            <a:r>
              <a:rPr lang="en-US"/>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smtClean="0"/>
              <a:t>41</a:t>
            </a:fld>
            <a:endParaRPr lang="en-US"/>
          </a:p>
        </p:txBody>
      </p:sp>
    </p:spTree>
    <p:extLst>
      <p:ext uri="{BB962C8B-B14F-4D97-AF65-F5344CB8AC3E}">
        <p14:creationId xmlns:p14="http://schemas.microsoft.com/office/powerpoint/2010/main" val="343305701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Symbolic Integration Problem</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a:bodyPr>
              <a:lstStyle/>
              <a:p>
                <a:r>
                  <a:rPr lang="en-US"/>
                  <a:t>By doing the following substitution</a:t>
                </a:r>
              </a:p>
              <a:p>
                <a:pPr marL="0" indent="0">
                  <a:buNone/>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ea typeface="Times New Roman" panose="02020603050405020304" pitchFamily="18" charset="0"/>
                          <a:cs typeface="Arial" panose="020B0604020202020204" pitchFamily="34" charset="0"/>
                        </a:rPr>
                        <m:t>𝑧</m:t>
                      </m:r>
                      <m:r>
                        <a:rPr lang="en-US" sz="2400" i="1">
                          <a:latin typeface="Cambria Math" panose="02040503050406030204" pitchFamily="18" charset="0"/>
                          <a:ea typeface="Times New Roman" panose="02020603050405020304" pitchFamily="18" charset="0"/>
                          <a:cs typeface="Arial" panose="020B0604020202020204" pitchFamily="34" charset="0"/>
                        </a:rPr>
                        <m:t>=</m:t>
                      </m:r>
                      <m:r>
                        <m:rPr>
                          <m:sty m:val="p"/>
                        </m:rPr>
                        <a:rPr lang="en-US" sz="2400">
                          <a:latin typeface="Cambria Math" panose="02040503050406030204" pitchFamily="18" charset="0"/>
                          <a:ea typeface="Times New Roman" panose="02020603050405020304" pitchFamily="18" charset="0"/>
                          <a:cs typeface="Arial" panose="020B0604020202020204" pitchFamily="34" charset="0"/>
                        </a:rPr>
                        <m:t>tan</m:t>
                      </m:r>
                      <m:r>
                        <a:rPr lang="en-US" sz="2400" i="1">
                          <a:latin typeface="Cambria Math" panose="02040503050406030204" pitchFamily="18" charset="0"/>
                          <a:ea typeface="Times New Roman" panose="02020603050405020304" pitchFamily="18" charset="0"/>
                          <a:cs typeface="Arial" panose="020B0604020202020204" pitchFamily="34" charset="0"/>
                        </a:rPr>
                        <m:t>⁡</m:t>
                      </m:r>
                      <m:r>
                        <a:rPr lang="en-US" sz="2400" i="1">
                          <a:latin typeface="Cambria Math" panose="02040503050406030204" pitchFamily="18" charset="0"/>
                          <a:ea typeface="Times New Roman" panose="02020603050405020304" pitchFamily="18" charset="0"/>
                          <a:cs typeface="Arial" panose="020B0604020202020204" pitchFamily="34" charset="0"/>
                        </a:rPr>
                        <m:t>𝑤</m:t>
                      </m:r>
                      <m:r>
                        <a:rPr lang="en-US" sz="2400" i="1">
                          <a:latin typeface="Cambria Math" panose="02040503050406030204" pitchFamily="18" charset="0"/>
                          <a:ea typeface="Times New Roman" panose="02020603050405020304" pitchFamily="18" charset="0"/>
                          <a:cs typeface="Arial" panose="020B0604020202020204" pitchFamily="34" charset="0"/>
                        </a:rPr>
                        <m:t>→</m:t>
                      </m:r>
                      <m:r>
                        <a:rPr lang="en-US" sz="2400" i="1">
                          <a:latin typeface="Cambria Math" panose="02040503050406030204" pitchFamily="18" charset="0"/>
                          <a:ea typeface="Times New Roman" panose="02020603050405020304" pitchFamily="18" charset="0"/>
                          <a:cs typeface="Arial" panose="020B0604020202020204" pitchFamily="34" charset="0"/>
                        </a:rPr>
                        <m:t>𝑑𝑧</m:t>
                      </m:r>
                      <m:r>
                        <a:rPr lang="en-US" sz="2400" i="1">
                          <a:latin typeface="Cambria Math" panose="02040503050406030204" pitchFamily="18" charset="0"/>
                          <a:ea typeface="Times New Roman" panose="02020603050405020304" pitchFamily="18" charset="0"/>
                          <a:cs typeface="Arial" panose="020B0604020202020204" pitchFamily="34" charset="0"/>
                        </a:rPr>
                        <m:t>=</m:t>
                      </m:r>
                      <m:f>
                        <m:fPr>
                          <m:ctrlPr>
                            <a:rPr lang="en-US" i="1">
                              <a:latin typeface="Cambria Math" panose="02040503050406030204" pitchFamily="18" charset="0"/>
                              <a:ea typeface="Times New Roman" panose="02020603050405020304" pitchFamily="18" charset="0"/>
                            </a:rPr>
                          </m:ctrlPr>
                        </m:fPr>
                        <m:num>
                          <m:r>
                            <a:rPr lang="en-US" sz="2400" i="1">
                              <a:latin typeface="Cambria Math" panose="02040503050406030204" pitchFamily="18" charset="0"/>
                              <a:ea typeface="Times New Roman" panose="02020603050405020304" pitchFamily="18" charset="0"/>
                              <a:cs typeface="Arial" panose="020B0604020202020204" pitchFamily="34" charset="0"/>
                            </a:rPr>
                            <m:t>1</m:t>
                          </m:r>
                        </m:num>
                        <m:den>
                          <m:func>
                            <m:funcPr>
                              <m:ctrlPr>
                                <a:rPr lang="en-US" i="1">
                                  <a:latin typeface="Cambria Math" panose="02040503050406030204" pitchFamily="18" charset="0"/>
                                  <a:ea typeface="Times New Roman" panose="02020603050405020304" pitchFamily="18" charset="0"/>
                                </a:rPr>
                              </m:ctrlPr>
                            </m:funcPr>
                            <m:fName>
                              <m:sSup>
                                <m:sSupPr>
                                  <m:ctrlPr>
                                    <a:rPr lang="en-US" i="1">
                                      <a:latin typeface="Cambria Math" panose="02040503050406030204" pitchFamily="18" charset="0"/>
                                      <a:ea typeface="Times New Roman" panose="02020603050405020304" pitchFamily="18" charset="0"/>
                                    </a:rPr>
                                  </m:ctrlPr>
                                </m:sSupPr>
                                <m:e>
                                  <m:r>
                                    <m:rPr>
                                      <m:sty m:val="p"/>
                                    </m:rPr>
                                    <a:rPr lang="en-US" sz="2400">
                                      <a:latin typeface="Cambria Math" panose="02040503050406030204" pitchFamily="18" charset="0"/>
                                      <a:ea typeface="Times New Roman" panose="02020603050405020304" pitchFamily="18" charset="0"/>
                                      <a:cs typeface="Arial" panose="020B0604020202020204" pitchFamily="34" charset="0"/>
                                    </a:rPr>
                                    <m:t>cos</m:t>
                                  </m:r>
                                </m:e>
                                <m:sup>
                                  <m:r>
                                    <a:rPr lang="en-US" sz="2400" i="1">
                                      <a:latin typeface="Cambria Math" panose="02040503050406030204" pitchFamily="18" charset="0"/>
                                      <a:ea typeface="Times New Roman" panose="02020603050405020304" pitchFamily="18" charset="0"/>
                                      <a:cs typeface="Arial" panose="020B0604020202020204" pitchFamily="34" charset="0"/>
                                    </a:rPr>
                                    <m:t>2</m:t>
                                  </m:r>
                                </m:sup>
                              </m:sSup>
                            </m:fName>
                            <m:e>
                              <m:r>
                                <a:rPr lang="en-US" sz="2400" i="1">
                                  <a:latin typeface="Cambria Math" panose="02040503050406030204" pitchFamily="18" charset="0"/>
                                  <a:ea typeface="Times New Roman" panose="02020603050405020304" pitchFamily="18" charset="0"/>
                                  <a:cs typeface="Arial" panose="020B0604020202020204" pitchFamily="34" charset="0"/>
                                </a:rPr>
                                <m:t>𝑤</m:t>
                              </m:r>
                            </m:e>
                          </m:func>
                        </m:den>
                      </m:f>
                      <m:r>
                        <a:rPr lang="en-US" sz="2400" i="1">
                          <a:latin typeface="Cambria Math" panose="02040503050406030204" pitchFamily="18" charset="0"/>
                          <a:ea typeface="Times New Roman" panose="02020603050405020304" pitchFamily="18" charset="0"/>
                          <a:cs typeface="Arial" panose="020B0604020202020204" pitchFamily="34" charset="0"/>
                        </a:rPr>
                        <m:t>𝑑𝑤</m:t>
                      </m:r>
                    </m:oMath>
                  </m:oMathPara>
                </a14:m>
                <a:endParaRPr lang="en-US"/>
              </a:p>
              <a:p>
                <a:r>
                  <a:rPr lang="en-US"/>
                  <a:t>We can write:</a:t>
                </a:r>
              </a:p>
              <a:p>
                <a:pPr marL="0" indent="0">
                  <a:buNone/>
                </a:pPr>
                <a14:m>
                  <m:oMathPara xmlns:m="http://schemas.openxmlformats.org/officeDocument/2006/math">
                    <m:oMathParaPr>
                      <m:jc m:val="centerGroup"/>
                    </m:oMathParaPr>
                    <m:oMath xmlns:m="http://schemas.openxmlformats.org/officeDocument/2006/math">
                      <m:nary>
                        <m:naryPr>
                          <m:limLoc m:val="undOvr"/>
                          <m:subHide m:val="on"/>
                          <m:supHide m:val="on"/>
                          <m:ctrlPr>
                            <a:rPr lang="en-US" i="1">
                              <a:latin typeface="Cambria Math" panose="02040503050406030204" pitchFamily="18" charset="0"/>
                            </a:rPr>
                          </m:ctrlPr>
                        </m:naryPr>
                        <m:sub/>
                        <m:sup/>
                        <m:e>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1+</m:t>
                              </m:r>
                              <m:sSup>
                                <m:sSupPr>
                                  <m:ctrlPr>
                                    <a:rPr lang="en-US" i="1">
                                      <a:latin typeface="Cambria Math" panose="02040503050406030204" pitchFamily="18" charset="0"/>
                                    </a:rPr>
                                  </m:ctrlPr>
                                </m:sSupPr>
                                <m:e>
                                  <m:r>
                                    <a:rPr lang="en-US" i="1">
                                      <a:latin typeface="Cambria Math" panose="02040503050406030204" pitchFamily="18" charset="0"/>
                                    </a:rPr>
                                    <m:t>𝑧</m:t>
                                  </m:r>
                                </m:e>
                                <m:sup>
                                  <m:r>
                                    <a:rPr lang="en-US" i="1">
                                      <a:latin typeface="Cambria Math" panose="02040503050406030204" pitchFamily="18" charset="0"/>
                                    </a:rPr>
                                    <m:t>2</m:t>
                                  </m:r>
                                </m:sup>
                              </m:sSup>
                            </m:den>
                          </m:f>
                          <m:r>
                            <a:rPr lang="en-US" i="1">
                              <a:latin typeface="Cambria Math" panose="02040503050406030204" pitchFamily="18" charset="0"/>
                            </a:rPr>
                            <m:t>𝑑𝑧</m:t>
                          </m:r>
                        </m:e>
                      </m:nary>
                      <m:r>
                        <a:rPr lang="en-US" i="1">
                          <a:latin typeface="Cambria Math" panose="02040503050406030204" pitchFamily="18" charset="0"/>
                        </a:rPr>
                        <m:t>→</m:t>
                      </m:r>
                      <m:nary>
                        <m:naryPr>
                          <m:limLoc m:val="undOvr"/>
                          <m:subHide m:val="on"/>
                          <m:supHide m:val="on"/>
                          <m:ctrlPr>
                            <a:rPr lang="en-US" i="1">
                              <a:latin typeface="Cambria Math" panose="02040503050406030204" pitchFamily="18" charset="0"/>
                            </a:rPr>
                          </m:ctrlPr>
                        </m:naryPr>
                        <m:sub/>
                        <m:sup/>
                        <m:e>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1+</m:t>
                              </m:r>
                              <m:sSup>
                                <m:sSupPr>
                                  <m:ctrlPr>
                                    <a:rPr lang="en-US" i="1">
                                      <a:latin typeface="Cambria Math" panose="02040503050406030204" pitchFamily="18" charset="0"/>
                                    </a:rPr>
                                  </m:ctrlPr>
                                </m:sSupPr>
                                <m:e>
                                  <m:r>
                                    <m:rPr>
                                      <m:sty m:val="p"/>
                                    </m:rPr>
                                    <a:rPr lang="en-US">
                                      <a:latin typeface="Cambria Math" panose="02040503050406030204" pitchFamily="18" charset="0"/>
                                    </a:rPr>
                                    <m:t>tan</m:t>
                                  </m:r>
                                </m:e>
                                <m:sup>
                                  <m:r>
                                    <a:rPr lang="en-US" i="1">
                                      <a:latin typeface="Cambria Math" panose="02040503050406030204" pitchFamily="18" charset="0"/>
                                    </a:rPr>
                                    <m:t>2</m:t>
                                  </m:r>
                                </m:sup>
                              </m:sSup>
                              <m:r>
                                <a:rPr lang="en-US" i="1">
                                  <a:latin typeface="Cambria Math" panose="02040503050406030204" pitchFamily="18" charset="0"/>
                                </a:rPr>
                                <m:t>𝑤</m:t>
                              </m:r>
                            </m:den>
                          </m:f>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func>
                                <m:funcPr>
                                  <m:ctrlPr>
                                    <a:rPr lang="en-US" i="1">
                                      <a:latin typeface="Cambria Math" panose="02040503050406030204" pitchFamily="18" charset="0"/>
                                    </a:rPr>
                                  </m:ctrlPr>
                                </m:funcPr>
                                <m:fName>
                                  <m:sSup>
                                    <m:sSupPr>
                                      <m:ctrlPr>
                                        <a:rPr lang="en-US" i="1">
                                          <a:latin typeface="Cambria Math" panose="02040503050406030204" pitchFamily="18" charset="0"/>
                                        </a:rPr>
                                      </m:ctrlPr>
                                    </m:sSupPr>
                                    <m:e>
                                      <m:r>
                                        <m:rPr>
                                          <m:sty m:val="p"/>
                                        </m:rPr>
                                        <a:rPr lang="en-US">
                                          <a:latin typeface="Cambria Math" panose="02040503050406030204" pitchFamily="18" charset="0"/>
                                        </a:rPr>
                                        <m:t>cos</m:t>
                                      </m:r>
                                    </m:e>
                                    <m:sup>
                                      <m:r>
                                        <a:rPr lang="en-US" i="1">
                                          <a:latin typeface="Cambria Math" panose="02040503050406030204" pitchFamily="18" charset="0"/>
                                        </a:rPr>
                                        <m:t>2</m:t>
                                      </m:r>
                                    </m:sup>
                                  </m:sSup>
                                </m:fName>
                                <m:e>
                                  <m:r>
                                    <a:rPr lang="en-US" i="1">
                                      <a:latin typeface="Cambria Math" panose="02040503050406030204" pitchFamily="18" charset="0"/>
                                    </a:rPr>
                                    <m:t>𝑤</m:t>
                                  </m:r>
                                </m:e>
                              </m:func>
                            </m:den>
                          </m:f>
                          <m:r>
                            <a:rPr lang="en-US" i="1">
                              <a:latin typeface="Cambria Math" panose="02040503050406030204" pitchFamily="18" charset="0"/>
                            </a:rPr>
                            <m:t>𝑑𝑤</m:t>
                          </m:r>
                        </m:e>
                      </m:nary>
                      <m:r>
                        <a:rPr lang="en-US" i="1">
                          <a:latin typeface="Cambria Math" panose="02040503050406030204" pitchFamily="18" charset="0"/>
                        </a:rPr>
                        <m:t>→</m:t>
                      </m:r>
                      <m:nary>
                        <m:naryPr>
                          <m:limLoc m:val="undOvr"/>
                          <m:subHide m:val="on"/>
                          <m:supHide m:val="on"/>
                          <m:ctrlPr>
                            <a:rPr lang="en-US" i="1">
                              <a:latin typeface="Cambria Math" panose="02040503050406030204" pitchFamily="18" charset="0"/>
                            </a:rPr>
                          </m:ctrlPr>
                        </m:naryPr>
                        <m:sub/>
                        <m:sup/>
                        <m:e>
                          <m:f>
                            <m:fPr>
                              <m:ctrlPr>
                                <a:rPr lang="en-US" i="1">
                                  <a:latin typeface="Cambria Math" panose="02040503050406030204" pitchFamily="18" charset="0"/>
                                </a:rPr>
                              </m:ctrlPr>
                            </m:fPr>
                            <m:num>
                              <m:r>
                                <a:rPr lang="en-US" i="1">
                                  <a:latin typeface="Cambria Math" panose="02040503050406030204" pitchFamily="18" charset="0"/>
                                </a:rPr>
                                <m:t>1</m:t>
                              </m:r>
                            </m:num>
                            <m:den>
                              <m:func>
                                <m:funcPr>
                                  <m:ctrlPr>
                                    <a:rPr lang="en-US" i="1">
                                      <a:latin typeface="Cambria Math" panose="02040503050406030204" pitchFamily="18" charset="0"/>
                                    </a:rPr>
                                  </m:ctrlPr>
                                </m:funcPr>
                                <m:fName>
                                  <m:sSup>
                                    <m:sSupPr>
                                      <m:ctrlPr>
                                        <a:rPr lang="en-US" i="1">
                                          <a:latin typeface="Cambria Math" panose="02040503050406030204" pitchFamily="18" charset="0"/>
                                        </a:rPr>
                                      </m:ctrlPr>
                                    </m:sSupPr>
                                    <m:e>
                                      <m:r>
                                        <m:rPr>
                                          <m:sty m:val="p"/>
                                        </m:rPr>
                                        <a:rPr lang="en-US">
                                          <a:latin typeface="Cambria Math" panose="02040503050406030204" pitchFamily="18" charset="0"/>
                                        </a:rPr>
                                        <m:t>sec</m:t>
                                      </m:r>
                                    </m:e>
                                    <m:sup>
                                      <m:r>
                                        <a:rPr lang="en-US" i="1">
                                          <a:latin typeface="Cambria Math" panose="02040503050406030204" pitchFamily="18" charset="0"/>
                                        </a:rPr>
                                        <m:t>2</m:t>
                                      </m:r>
                                    </m:sup>
                                  </m:sSup>
                                </m:fName>
                                <m:e>
                                  <m:r>
                                    <a:rPr lang="en-US" i="1">
                                      <a:latin typeface="Cambria Math" panose="02040503050406030204" pitchFamily="18" charset="0"/>
                                    </a:rPr>
                                    <m:t>𝑤</m:t>
                                  </m:r>
                                </m:e>
                              </m:func>
                            </m:den>
                          </m:f>
                          <m:sSup>
                            <m:sSupPr>
                              <m:ctrlPr>
                                <a:rPr lang="en-US" i="1">
                                  <a:latin typeface="Cambria Math" panose="02040503050406030204" pitchFamily="18" charset="0"/>
                                </a:rPr>
                              </m:ctrlPr>
                            </m:sSupPr>
                            <m:e>
                              <m:r>
                                <m:rPr>
                                  <m:sty m:val="p"/>
                                </m:rPr>
                                <a:rPr lang="en-US">
                                  <a:latin typeface="Cambria Math" panose="02040503050406030204" pitchFamily="18" charset="0"/>
                                </a:rPr>
                                <m:t>sec</m:t>
                              </m:r>
                            </m:e>
                            <m:sup>
                              <m:r>
                                <a:rPr lang="en-US" i="1">
                                  <a:latin typeface="Cambria Math" panose="02040503050406030204" pitchFamily="18" charset="0"/>
                                </a:rPr>
                                <m:t>2</m:t>
                              </m:r>
                            </m:sup>
                          </m:sSup>
                          <m:r>
                            <a:rPr lang="en-US" i="1">
                              <a:latin typeface="Cambria Math" panose="02040503050406030204" pitchFamily="18" charset="0"/>
                            </a:rPr>
                            <m:t>𝑤𝑑𝑤</m:t>
                          </m:r>
                        </m:e>
                      </m:nary>
                      <m:r>
                        <a:rPr lang="en-US" i="1">
                          <a:latin typeface="Cambria Math" panose="02040503050406030204" pitchFamily="18" charset="0"/>
                        </a:rPr>
                        <m:t>→</m:t>
                      </m:r>
                      <m:nary>
                        <m:naryPr>
                          <m:limLoc m:val="undOvr"/>
                          <m:subHide m:val="on"/>
                          <m:supHide m:val="on"/>
                          <m:ctrlPr>
                            <a:rPr lang="en-US" i="1">
                              <a:latin typeface="Cambria Math" panose="02040503050406030204" pitchFamily="18" charset="0"/>
                            </a:rPr>
                          </m:ctrlPr>
                        </m:naryPr>
                        <m:sub/>
                        <m:sup/>
                        <m:e>
                          <m:r>
                            <a:rPr lang="en-US" i="1">
                              <a:latin typeface="Cambria Math" panose="02040503050406030204" pitchFamily="18" charset="0"/>
                            </a:rPr>
                            <m:t>𝑑𝑤</m:t>
                          </m:r>
                        </m:e>
                      </m:nary>
                    </m:oMath>
                  </m:oMathPara>
                </a14:m>
                <a:endParaRPr lang="en-US"/>
              </a:p>
              <a:p>
                <a:r>
                  <a:rPr lang="en-US"/>
                  <a:t> The above can be solved using</a:t>
                </a:r>
              </a:p>
              <a:p>
                <a:pPr marL="0" indent="0">
                  <a:buNone/>
                </a:pPr>
                <a14:m>
                  <m:oMathPara xmlns:m="http://schemas.openxmlformats.org/officeDocument/2006/math">
                    <m:oMathParaPr>
                      <m:jc m:val="centerGroup"/>
                    </m:oMathParaPr>
                    <m:oMath xmlns:m="http://schemas.openxmlformats.org/officeDocument/2006/math">
                      <m:nary>
                        <m:naryPr>
                          <m:limLoc m:val="undOvr"/>
                          <m:subHide m:val="on"/>
                          <m:supHide m:val="on"/>
                          <m:ctrlPr>
                            <a:rPr lang="en-US" i="1">
                              <a:latin typeface="Cambria Math" panose="02040503050406030204" pitchFamily="18" charset="0"/>
                            </a:rPr>
                          </m:ctrlPr>
                        </m:naryPr>
                        <m:sub/>
                        <m:sup/>
                        <m:e>
                          <m:sSup>
                            <m:sSupPr>
                              <m:ctrlPr>
                                <a:rPr lang="en-US" i="1">
                                  <a:latin typeface="Cambria Math" panose="02040503050406030204" pitchFamily="18" charset="0"/>
                                </a:rPr>
                              </m:ctrlPr>
                            </m:sSupPr>
                            <m:e>
                              <m:r>
                                <a:rPr lang="en-US" i="1">
                                  <a:latin typeface="Cambria Math" panose="02040503050406030204" pitchFamily="18" charset="0"/>
                                </a:rPr>
                                <m:t>𝑥</m:t>
                              </m:r>
                            </m:e>
                            <m:sup>
                              <m:r>
                                <a:rPr lang="en-US" i="1">
                                  <a:latin typeface="Cambria Math" panose="02040503050406030204" pitchFamily="18" charset="0"/>
                                </a:rPr>
                                <m:t>𝑛</m:t>
                              </m:r>
                            </m:sup>
                          </m:sSup>
                          <m:r>
                            <a:rPr lang="en-US" i="1">
                              <a:latin typeface="Cambria Math" panose="02040503050406030204" pitchFamily="18" charset="0"/>
                            </a:rPr>
                            <m:t>𝑑𝑥</m:t>
                          </m:r>
                        </m:e>
                      </m:nary>
                      <m:r>
                        <a:rPr lang="en-US">
                          <a:latin typeface="Cambria Math" panose="02040503050406030204" pitchFamily="18" charset="0"/>
                        </a:rPr>
                        <m:t>=</m:t>
                      </m:r>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𝑥</m:t>
                              </m:r>
                            </m:e>
                            <m:sup>
                              <m:r>
                                <a:rPr lang="en-US" i="1">
                                  <a:latin typeface="Cambria Math" panose="02040503050406030204" pitchFamily="18" charset="0"/>
                                </a:rPr>
                                <m:t>𝑛</m:t>
                              </m:r>
                              <m:r>
                                <a:rPr lang="en-US">
                                  <a:latin typeface="Cambria Math" panose="02040503050406030204" pitchFamily="18" charset="0"/>
                                </a:rPr>
                                <m:t>+</m:t>
                              </m:r>
                              <m:r>
                                <a:rPr lang="en-US" i="1">
                                  <a:latin typeface="Cambria Math" panose="02040503050406030204" pitchFamily="18" charset="0"/>
                                </a:rPr>
                                <m:t>1</m:t>
                              </m:r>
                            </m:sup>
                          </m:sSup>
                        </m:num>
                        <m:den>
                          <m:r>
                            <a:rPr lang="en-US" i="1">
                              <a:latin typeface="Cambria Math" panose="02040503050406030204" pitchFamily="18" charset="0"/>
                            </a:rPr>
                            <m:t>𝑛</m:t>
                          </m:r>
                          <m:r>
                            <a:rPr lang="en-US">
                              <a:latin typeface="Cambria Math" panose="02040503050406030204" pitchFamily="18" charset="0"/>
                            </a:rPr>
                            <m:t>+</m:t>
                          </m:r>
                          <m:r>
                            <a:rPr lang="en-US" i="1">
                              <a:latin typeface="Cambria Math" panose="02040503050406030204" pitchFamily="18" charset="0"/>
                            </a:rPr>
                            <m:t>1</m:t>
                          </m:r>
                        </m:den>
                      </m:f>
                      <m:r>
                        <a:rPr lang="en-US" i="1">
                          <a:latin typeface="Cambria Math" panose="02040503050406030204" pitchFamily="18" charset="0"/>
                          <a:ea typeface="Cambria Math" panose="02040503050406030204" pitchFamily="18" charset="0"/>
                        </a:rPr>
                        <m:t>∎</m:t>
                      </m:r>
                    </m:oMath>
                  </m:oMathPara>
                </a14:m>
                <a:endParaRPr lang="en-US"/>
              </a:p>
              <a:p>
                <a:endParaRPr lang="en-US"/>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368" t="-2791"/>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fld id="{4C87BEC4-B835-4E55-9D7F-50B76A3ED418}" type="datetime1">
              <a:rPr lang="en-US" smtClean="0"/>
              <a:t>9/6/2022</a:t>
            </a:fld>
            <a:endParaRPr lang="en-US"/>
          </a:p>
        </p:txBody>
      </p:sp>
      <p:sp>
        <p:nvSpPr>
          <p:cNvPr id="5" name="Footer Placeholder 4"/>
          <p:cNvSpPr>
            <a:spLocks noGrp="1"/>
          </p:cNvSpPr>
          <p:nvPr>
            <p:ph type="ftr" sz="quarter" idx="11"/>
          </p:nvPr>
        </p:nvSpPr>
        <p:spPr/>
        <p:txBody>
          <a:bodyPr/>
          <a:lstStyle/>
          <a:p>
            <a:r>
              <a:rPr lang="en-US"/>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smtClean="0"/>
              <a:t>42</a:t>
            </a:fld>
            <a:endParaRPr lang="en-US"/>
          </a:p>
        </p:txBody>
      </p:sp>
    </p:spTree>
    <p:extLst>
      <p:ext uri="{BB962C8B-B14F-4D97-AF65-F5344CB8AC3E}">
        <p14:creationId xmlns:p14="http://schemas.microsoft.com/office/powerpoint/2010/main" val="287224753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Symbolic Integration Problem (Summary)</a:t>
            </a:r>
          </a:p>
        </p:txBody>
      </p:sp>
      <p:sp>
        <p:nvSpPr>
          <p:cNvPr id="4" name="Date Placeholder 3"/>
          <p:cNvSpPr>
            <a:spLocks noGrp="1"/>
          </p:cNvSpPr>
          <p:nvPr>
            <p:ph type="dt" sz="half" idx="10"/>
          </p:nvPr>
        </p:nvSpPr>
        <p:spPr/>
        <p:txBody>
          <a:bodyPr/>
          <a:lstStyle/>
          <a:p>
            <a:fld id="{4C87BEC4-B835-4E55-9D7F-50B76A3ED418}" type="datetime1">
              <a:rPr lang="en-US" smtClean="0"/>
              <a:t>9/6/2022</a:t>
            </a:fld>
            <a:endParaRPr lang="en-US"/>
          </a:p>
        </p:txBody>
      </p:sp>
      <p:sp>
        <p:nvSpPr>
          <p:cNvPr id="5" name="Footer Placeholder 4"/>
          <p:cNvSpPr>
            <a:spLocks noGrp="1"/>
          </p:cNvSpPr>
          <p:nvPr>
            <p:ph type="ftr" sz="quarter" idx="11"/>
          </p:nvPr>
        </p:nvSpPr>
        <p:spPr/>
        <p:txBody>
          <a:bodyPr/>
          <a:lstStyle/>
          <a:p>
            <a:r>
              <a:rPr lang="en-US"/>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smtClean="0"/>
              <a:t>43</a:t>
            </a:fld>
            <a:endParaRPr lang="en-US"/>
          </a:p>
        </p:txBody>
      </p:sp>
      <mc:AlternateContent xmlns:mc="http://schemas.openxmlformats.org/markup-compatibility/2006" xmlns:a14="http://schemas.microsoft.com/office/drawing/2010/main">
        <mc:Choice Requires="a14">
          <p:sp>
            <p:nvSpPr>
              <p:cNvPr id="11" name="Content Placeholder 2">
                <a:extLst>
                  <a:ext uri="{FF2B5EF4-FFF2-40B4-BE49-F238E27FC236}">
                    <a16:creationId xmlns:a16="http://schemas.microsoft.com/office/drawing/2014/main" id="{5CA18827-8EA3-B57C-A87B-D8E3B9AE2C53}"/>
                  </a:ext>
                </a:extLst>
              </p:cNvPr>
              <p:cNvSpPr>
                <a:spLocks noGrp="1"/>
              </p:cNvSpPr>
              <p:nvPr>
                <p:ph idx="1"/>
              </p:nvPr>
            </p:nvSpPr>
            <p:spPr>
              <a:xfrm>
                <a:off x="248355" y="1228153"/>
                <a:ext cx="7010400" cy="1165091"/>
              </a:xfrm>
            </p:spPr>
            <p:txBody>
              <a:bodyPr>
                <a:normAutofit/>
              </a:bodyPr>
              <a:lstStyle/>
              <a:p>
                <a:pPr marL="0" indent="0">
                  <a:buNone/>
                </a:pPr>
                <a14:m>
                  <m:oMathPara xmlns:m="http://schemas.openxmlformats.org/officeDocument/2006/math">
                    <m:oMathParaPr>
                      <m:jc m:val="centerGroup"/>
                    </m:oMathParaPr>
                    <m:oMath xmlns:m="http://schemas.openxmlformats.org/officeDocument/2006/math">
                      <m:nary>
                        <m:naryPr>
                          <m:limLoc m:val="undOvr"/>
                          <m:subHide m:val="on"/>
                          <m:supHide m:val="on"/>
                          <m:ctrlPr>
                            <a:rPr lang="en-US" sz="2100" i="1">
                              <a:latin typeface="Cambria Math" panose="02040503050406030204" pitchFamily="18" charset="0"/>
                              <a:ea typeface="Times New Roman" panose="02020603050405020304" pitchFamily="18" charset="0"/>
                            </a:rPr>
                          </m:ctrlPr>
                        </m:naryPr>
                        <m:sub/>
                        <m:sup/>
                        <m:e>
                          <m:f>
                            <m:fPr>
                              <m:ctrlPr>
                                <a:rPr lang="en-US" sz="2100" i="1">
                                  <a:latin typeface="Cambria Math" panose="02040503050406030204" pitchFamily="18" charset="0"/>
                                </a:rPr>
                              </m:ctrlPr>
                            </m:fPr>
                            <m:num>
                              <m:r>
                                <a:rPr lang="en-US" sz="2100" i="1">
                                  <a:latin typeface="Cambria Math" panose="02040503050406030204" pitchFamily="18" charset="0"/>
                                  <a:ea typeface="Calibri" panose="020F0502020204030204" pitchFamily="34" charset="0"/>
                                  <a:cs typeface="Arial" panose="020B0604020202020204" pitchFamily="34" charset="0"/>
                                </a:rPr>
                                <m:t>−5</m:t>
                              </m:r>
                              <m:sSup>
                                <m:sSupPr>
                                  <m:ctrlPr>
                                    <a:rPr lang="en-US" sz="2100" i="1">
                                      <a:latin typeface="Cambria Math" panose="02040503050406030204" pitchFamily="18" charset="0"/>
                                    </a:rPr>
                                  </m:ctrlPr>
                                </m:sSupPr>
                                <m:e>
                                  <m:r>
                                    <a:rPr lang="en-US" sz="2100" i="1">
                                      <a:latin typeface="Cambria Math" panose="02040503050406030204" pitchFamily="18" charset="0"/>
                                      <a:ea typeface="Calibri" panose="020F0502020204030204" pitchFamily="34" charset="0"/>
                                      <a:cs typeface="Arial" panose="020B0604020202020204" pitchFamily="34" charset="0"/>
                                    </a:rPr>
                                    <m:t>𝑥</m:t>
                                  </m:r>
                                </m:e>
                                <m:sup>
                                  <m:r>
                                    <a:rPr lang="en-US" sz="2100" i="1">
                                      <a:latin typeface="Cambria Math" panose="02040503050406030204" pitchFamily="18" charset="0"/>
                                      <a:ea typeface="Calibri" panose="020F0502020204030204" pitchFamily="34" charset="0"/>
                                      <a:cs typeface="Arial" panose="020B0604020202020204" pitchFamily="34" charset="0"/>
                                    </a:rPr>
                                    <m:t>4</m:t>
                                  </m:r>
                                </m:sup>
                              </m:sSup>
                            </m:num>
                            <m:den>
                              <m:sSup>
                                <m:sSupPr>
                                  <m:ctrlPr>
                                    <a:rPr lang="en-US" sz="2100" i="1">
                                      <a:latin typeface="Cambria Math" panose="02040503050406030204" pitchFamily="18" charset="0"/>
                                    </a:rPr>
                                  </m:ctrlPr>
                                </m:sSupPr>
                                <m:e>
                                  <m:d>
                                    <m:dPr>
                                      <m:ctrlPr>
                                        <a:rPr lang="en-US" sz="2100" i="1">
                                          <a:latin typeface="Cambria Math" panose="02040503050406030204" pitchFamily="18" charset="0"/>
                                        </a:rPr>
                                      </m:ctrlPr>
                                    </m:dPr>
                                    <m:e>
                                      <m:r>
                                        <a:rPr lang="en-US" sz="2100" i="1">
                                          <a:latin typeface="Cambria Math" panose="02040503050406030204" pitchFamily="18" charset="0"/>
                                          <a:ea typeface="Calibri" panose="020F0502020204030204" pitchFamily="34" charset="0"/>
                                          <a:cs typeface="Arial" panose="020B0604020202020204" pitchFamily="34" charset="0"/>
                                        </a:rPr>
                                        <m:t>1−</m:t>
                                      </m:r>
                                      <m:sSup>
                                        <m:sSupPr>
                                          <m:ctrlPr>
                                            <a:rPr lang="en-US" sz="2100" i="1">
                                              <a:latin typeface="Cambria Math" panose="02040503050406030204" pitchFamily="18" charset="0"/>
                                            </a:rPr>
                                          </m:ctrlPr>
                                        </m:sSupPr>
                                        <m:e>
                                          <m:r>
                                            <a:rPr lang="en-US" sz="2100" i="1">
                                              <a:latin typeface="Cambria Math" panose="02040503050406030204" pitchFamily="18" charset="0"/>
                                              <a:ea typeface="Calibri" panose="020F0502020204030204" pitchFamily="34" charset="0"/>
                                              <a:cs typeface="Arial" panose="020B0604020202020204" pitchFamily="34" charset="0"/>
                                            </a:rPr>
                                            <m:t>𝑥</m:t>
                                          </m:r>
                                        </m:e>
                                        <m:sup>
                                          <m:r>
                                            <a:rPr lang="en-US" sz="2100" i="1">
                                              <a:latin typeface="Cambria Math" panose="02040503050406030204" pitchFamily="18" charset="0"/>
                                              <a:ea typeface="Calibri" panose="020F0502020204030204" pitchFamily="34" charset="0"/>
                                              <a:cs typeface="Arial" panose="020B0604020202020204" pitchFamily="34" charset="0"/>
                                            </a:rPr>
                                            <m:t>2</m:t>
                                          </m:r>
                                        </m:sup>
                                      </m:sSup>
                                    </m:e>
                                  </m:d>
                                </m:e>
                                <m:sup>
                                  <m:r>
                                    <a:rPr lang="en-US" sz="2100" i="1">
                                      <a:latin typeface="Cambria Math" panose="02040503050406030204" pitchFamily="18" charset="0"/>
                                      <a:ea typeface="Calibri" panose="020F0502020204030204" pitchFamily="34" charset="0"/>
                                      <a:cs typeface="Arial" panose="020B0604020202020204" pitchFamily="34" charset="0"/>
                                    </a:rPr>
                                    <m:t>5/2</m:t>
                                  </m:r>
                                </m:sup>
                              </m:sSup>
                            </m:den>
                          </m:f>
                          <m:r>
                            <a:rPr lang="en-US" sz="2100" i="1">
                              <a:latin typeface="Cambria Math" panose="02040503050406030204" pitchFamily="18" charset="0"/>
                              <a:ea typeface="Calibri" panose="020F0502020204030204" pitchFamily="34" charset="0"/>
                              <a:cs typeface="Arial" panose="020B0604020202020204" pitchFamily="34" charset="0"/>
                            </a:rPr>
                            <m:t>𝑑𝑥</m:t>
                          </m:r>
                        </m:e>
                      </m:nary>
                      <m:r>
                        <a:rPr lang="en-US" sz="2100" b="1" i="1" smtClean="0">
                          <a:solidFill>
                            <a:srgbClr val="00B050"/>
                          </a:solidFill>
                          <a:latin typeface="Cambria Math" panose="02040503050406030204" pitchFamily="18" charset="0"/>
                          <a:ea typeface="Calibri" panose="020F0502020204030204" pitchFamily="34" charset="0"/>
                          <a:cs typeface="Arial" panose="020B0604020202020204" pitchFamily="34" charset="0"/>
                        </a:rPr>
                        <m:t>→</m:t>
                      </m:r>
                      <m:nary>
                        <m:naryPr>
                          <m:limLoc m:val="undOvr"/>
                          <m:subHide m:val="on"/>
                          <m:supHide m:val="on"/>
                          <m:ctrlPr>
                            <a:rPr lang="en-US" sz="2100" i="1">
                              <a:latin typeface="Cambria Math" panose="02040503050406030204" pitchFamily="18" charset="0"/>
                            </a:rPr>
                          </m:ctrlPr>
                        </m:naryPr>
                        <m:sub/>
                        <m:sup/>
                        <m:e>
                          <m:f>
                            <m:fPr>
                              <m:ctrlPr>
                                <a:rPr lang="en-US" sz="2100" i="1">
                                  <a:latin typeface="Cambria Math" panose="02040503050406030204" pitchFamily="18" charset="0"/>
                                </a:rPr>
                              </m:ctrlPr>
                            </m:fPr>
                            <m:num>
                              <m:r>
                                <a:rPr lang="en-US" sz="2100" i="1">
                                  <a:latin typeface="Cambria Math" panose="02040503050406030204" pitchFamily="18" charset="0"/>
                                  <a:ea typeface="Calibri" panose="020F0502020204030204" pitchFamily="34" charset="0"/>
                                  <a:cs typeface="Arial" panose="020B0604020202020204" pitchFamily="34" charset="0"/>
                                </a:rPr>
                                <m:t>5</m:t>
                              </m:r>
                              <m:sSup>
                                <m:sSupPr>
                                  <m:ctrlPr>
                                    <a:rPr lang="en-US" sz="2100" i="1">
                                      <a:latin typeface="Cambria Math" panose="02040503050406030204" pitchFamily="18" charset="0"/>
                                    </a:rPr>
                                  </m:ctrlPr>
                                </m:sSupPr>
                                <m:e>
                                  <m:r>
                                    <a:rPr lang="en-US" sz="2100" i="1">
                                      <a:latin typeface="Cambria Math" panose="02040503050406030204" pitchFamily="18" charset="0"/>
                                      <a:ea typeface="Calibri" panose="020F0502020204030204" pitchFamily="34" charset="0"/>
                                      <a:cs typeface="Arial" panose="020B0604020202020204" pitchFamily="34" charset="0"/>
                                    </a:rPr>
                                    <m:t>𝑥</m:t>
                                  </m:r>
                                </m:e>
                                <m:sup>
                                  <m:r>
                                    <a:rPr lang="en-US" sz="2100" i="1">
                                      <a:latin typeface="Cambria Math" panose="02040503050406030204" pitchFamily="18" charset="0"/>
                                      <a:ea typeface="Calibri" panose="020F0502020204030204" pitchFamily="34" charset="0"/>
                                      <a:cs typeface="Arial" panose="020B0604020202020204" pitchFamily="34" charset="0"/>
                                    </a:rPr>
                                    <m:t>4</m:t>
                                  </m:r>
                                </m:sup>
                              </m:sSup>
                            </m:num>
                            <m:den>
                              <m:sSup>
                                <m:sSupPr>
                                  <m:ctrlPr>
                                    <a:rPr lang="en-US" sz="2100" i="1">
                                      <a:latin typeface="Cambria Math" panose="02040503050406030204" pitchFamily="18" charset="0"/>
                                    </a:rPr>
                                  </m:ctrlPr>
                                </m:sSupPr>
                                <m:e>
                                  <m:d>
                                    <m:dPr>
                                      <m:ctrlPr>
                                        <a:rPr lang="en-US" sz="2100" i="1">
                                          <a:latin typeface="Cambria Math" panose="02040503050406030204" pitchFamily="18" charset="0"/>
                                        </a:rPr>
                                      </m:ctrlPr>
                                    </m:dPr>
                                    <m:e>
                                      <m:r>
                                        <a:rPr lang="en-US" sz="2100" i="1">
                                          <a:latin typeface="Cambria Math" panose="02040503050406030204" pitchFamily="18" charset="0"/>
                                          <a:ea typeface="Calibri" panose="020F0502020204030204" pitchFamily="34" charset="0"/>
                                          <a:cs typeface="Arial" panose="020B0604020202020204" pitchFamily="34" charset="0"/>
                                        </a:rPr>
                                        <m:t>1−</m:t>
                                      </m:r>
                                      <m:sSup>
                                        <m:sSupPr>
                                          <m:ctrlPr>
                                            <a:rPr lang="en-US" sz="2100" i="1">
                                              <a:latin typeface="Cambria Math" panose="02040503050406030204" pitchFamily="18" charset="0"/>
                                            </a:rPr>
                                          </m:ctrlPr>
                                        </m:sSupPr>
                                        <m:e>
                                          <m:r>
                                            <a:rPr lang="en-US" sz="2100" i="1">
                                              <a:latin typeface="Cambria Math" panose="02040503050406030204" pitchFamily="18" charset="0"/>
                                              <a:ea typeface="Calibri" panose="020F0502020204030204" pitchFamily="34" charset="0"/>
                                              <a:cs typeface="Arial" panose="020B0604020202020204" pitchFamily="34" charset="0"/>
                                            </a:rPr>
                                            <m:t>𝑥</m:t>
                                          </m:r>
                                        </m:e>
                                        <m:sup>
                                          <m:r>
                                            <a:rPr lang="en-US" sz="2100" i="1">
                                              <a:latin typeface="Cambria Math" panose="02040503050406030204" pitchFamily="18" charset="0"/>
                                              <a:ea typeface="Calibri" panose="020F0502020204030204" pitchFamily="34" charset="0"/>
                                              <a:cs typeface="Arial" panose="020B0604020202020204" pitchFamily="34" charset="0"/>
                                            </a:rPr>
                                            <m:t>2</m:t>
                                          </m:r>
                                        </m:sup>
                                      </m:sSup>
                                    </m:e>
                                  </m:d>
                                </m:e>
                                <m:sup>
                                  <m:r>
                                    <a:rPr lang="en-US" sz="2100" i="1">
                                      <a:latin typeface="Cambria Math" panose="02040503050406030204" pitchFamily="18" charset="0"/>
                                      <a:ea typeface="Calibri" panose="020F0502020204030204" pitchFamily="34" charset="0"/>
                                      <a:cs typeface="Arial" panose="020B0604020202020204" pitchFamily="34" charset="0"/>
                                    </a:rPr>
                                    <m:t>5/2</m:t>
                                  </m:r>
                                </m:sup>
                              </m:sSup>
                            </m:den>
                          </m:f>
                          <m:r>
                            <a:rPr lang="en-US" sz="2100" i="1">
                              <a:latin typeface="Cambria Math" panose="02040503050406030204" pitchFamily="18" charset="0"/>
                              <a:ea typeface="Calibri" panose="020F0502020204030204" pitchFamily="34" charset="0"/>
                              <a:cs typeface="Arial" panose="020B0604020202020204" pitchFamily="34" charset="0"/>
                            </a:rPr>
                            <m:t>𝑑𝑥</m:t>
                          </m:r>
                        </m:e>
                      </m:nary>
                      <m:r>
                        <a:rPr lang="en-US" sz="2100" i="1" smtClean="0">
                          <a:solidFill>
                            <a:srgbClr val="00B050"/>
                          </a:solidFill>
                          <a:latin typeface="Cambria Math" panose="02040503050406030204" pitchFamily="18" charset="0"/>
                          <a:ea typeface="Calibri" panose="020F0502020204030204" pitchFamily="34" charset="0"/>
                          <a:cs typeface="Arial" panose="020B0604020202020204" pitchFamily="34" charset="0"/>
                        </a:rPr>
                        <m:t>→</m:t>
                      </m:r>
                      <m:nary>
                        <m:naryPr>
                          <m:limLoc m:val="undOvr"/>
                          <m:subHide m:val="on"/>
                          <m:supHide m:val="on"/>
                          <m:ctrlPr>
                            <a:rPr lang="en-US" sz="2100" i="1">
                              <a:latin typeface="Cambria Math" panose="02040503050406030204" pitchFamily="18" charset="0"/>
                            </a:rPr>
                          </m:ctrlPr>
                        </m:naryPr>
                        <m:sub/>
                        <m:sup/>
                        <m:e>
                          <m:f>
                            <m:fPr>
                              <m:ctrlPr>
                                <a:rPr lang="en-US" sz="2100" i="1">
                                  <a:latin typeface="Cambria Math" panose="02040503050406030204" pitchFamily="18" charset="0"/>
                                </a:rPr>
                              </m:ctrlPr>
                            </m:fPr>
                            <m:num>
                              <m:sSup>
                                <m:sSupPr>
                                  <m:ctrlPr>
                                    <a:rPr lang="en-US" sz="2100" i="1">
                                      <a:latin typeface="Cambria Math" panose="02040503050406030204" pitchFamily="18" charset="0"/>
                                    </a:rPr>
                                  </m:ctrlPr>
                                </m:sSupPr>
                                <m:e>
                                  <m:r>
                                    <a:rPr lang="en-US" sz="2100" i="1">
                                      <a:latin typeface="Cambria Math" panose="02040503050406030204" pitchFamily="18" charset="0"/>
                                      <a:ea typeface="Calibri" panose="020F0502020204030204" pitchFamily="34" charset="0"/>
                                      <a:cs typeface="Arial" panose="020B0604020202020204" pitchFamily="34" charset="0"/>
                                    </a:rPr>
                                    <m:t>𝑥</m:t>
                                  </m:r>
                                </m:e>
                                <m:sup>
                                  <m:r>
                                    <a:rPr lang="en-US" sz="2100" i="1">
                                      <a:latin typeface="Cambria Math" panose="02040503050406030204" pitchFamily="18" charset="0"/>
                                      <a:ea typeface="Calibri" panose="020F0502020204030204" pitchFamily="34" charset="0"/>
                                      <a:cs typeface="Arial" panose="020B0604020202020204" pitchFamily="34" charset="0"/>
                                    </a:rPr>
                                    <m:t>4</m:t>
                                  </m:r>
                                </m:sup>
                              </m:sSup>
                            </m:num>
                            <m:den>
                              <m:sSup>
                                <m:sSupPr>
                                  <m:ctrlPr>
                                    <a:rPr lang="en-US" sz="2100" i="1">
                                      <a:latin typeface="Cambria Math" panose="02040503050406030204" pitchFamily="18" charset="0"/>
                                    </a:rPr>
                                  </m:ctrlPr>
                                </m:sSupPr>
                                <m:e>
                                  <m:d>
                                    <m:dPr>
                                      <m:ctrlPr>
                                        <a:rPr lang="en-US" sz="2100" i="1">
                                          <a:latin typeface="Cambria Math" panose="02040503050406030204" pitchFamily="18" charset="0"/>
                                        </a:rPr>
                                      </m:ctrlPr>
                                    </m:dPr>
                                    <m:e>
                                      <m:r>
                                        <a:rPr lang="en-US" sz="2100" i="1">
                                          <a:latin typeface="Cambria Math" panose="02040503050406030204" pitchFamily="18" charset="0"/>
                                          <a:ea typeface="Calibri" panose="020F0502020204030204" pitchFamily="34" charset="0"/>
                                          <a:cs typeface="Arial" panose="020B0604020202020204" pitchFamily="34" charset="0"/>
                                        </a:rPr>
                                        <m:t>1−</m:t>
                                      </m:r>
                                      <m:sSup>
                                        <m:sSupPr>
                                          <m:ctrlPr>
                                            <a:rPr lang="en-US" sz="2100" i="1">
                                              <a:latin typeface="Cambria Math" panose="02040503050406030204" pitchFamily="18" charset="0"/>
                                            </a:rPr>
                                          </m:ctrlPr>
                                        </m:sSupPr>
                                        <m:e>
                                          <m:r>
                                            <a:rPr lang="en-US" sz="2100" i="1">
                                              <a:latin typeface="Cambria Math" panose="02040503050406030204" pitchFamily="18" charset="0"/>
                                              <a:ea typeface="Calibri" panose="020F0502020204030204" pitchFamily="34" charset="0"/>
                                              <a:cs typeface="Arial" panose="020B0604020202020204" pitchFamily="34" charset="0"/>
                                            </a:rPr>
                                            <m:t>𝑥</m:t>
                                          </m:r>
                                        </m:e>
                                        <m:sup>
                                          <m:r>
                                            <a:rPr lang="en-US" sz="2100" i="1">
                                              <a:latin typeface="Cambria Math" panose="02040503050406030204" pitchFamily="18" charset="0"/>
                                              <a:ea typeface="Calibri" panose="020F0502020204030204" pitchFamily="34" charset="0"/>
                                              <a:cs typeface="Arial" panose="020B0604020202020204" pitchFamily="34" charset="0"/>
                                            </a:rPr>
                                            <m:t>2</m:t>
                                          </m:r>
                                        </m:sup>
                                      </m:sSup>
                                    </m:e>
                                  </m:d>
                                </m:e>
                                <m:sup>
                                  <m:r>
                                    <a:rPr lang="en-US" sz="2100" i="1">
                                      <a:latin typeface="Cambria Math" panose="02040503050406030204" pitchFamily="18" charset="0"/>
                                      <a:ea typeface="Calibri" panose="020F0502020204030204" pitchFamily="34" charset="0"/>
                                      <a:cs typeface="Arial" panose="020B0604020202020204" pitchFamily="34" charset="0"/>
                                    </a:rPr>
                                    <m:t>5/2</m:t>
                                  </m:r>
                                </m:sup>
                              </m:sSup>
                            </m:den>
                          </m:f>
                          <m:r>
                            <a:rPr lang="en-US" sz="2100" i="1">
                              <a:latin typeface="Cambria Math" panose="02040503050406030204" pitchFamily="18" charset="0"/>
                              <a:ea typeface="Calibri" panose="020F0502020204030204" pitchFamily="34" charset="0"/>
                              <a:cs typeface="Arial" panose="020B0604020202020204" pitchFamily="34" charset="0"/>
                            </a:rPr>
                            <m:t>𝑑𝑥</m:t>
                          </m:r>
                        </m:e>
                      </m:nary>
                    </m:oMath>
                  </m:oMathPara>
                </a14:m>
                <a:endParaRPr lang="en-US" sz="2100"/>
              </a:p>
              <a:p>
                <a:endParaRPr lang="en-US" sz="2100"/>
              </a:p>
            </p:txBody>
          </p:sp>
        </mc:Choice>
        <mc:Fallback xmlns="">
          <p:sp>
            <p:nvSpPr>
              <p:cNvPr id="11" name="Content Placeholder 2">
                <a:extLst>
                  <a:ext uri="{FF2B5EF4-FFF2-40B4-BE49-F238E27FC236}">
                    <a16:creationId xmlns:a16="http://schemas.microsoft.com/office/drawing/2014/main" id="{5CA18827-8EA3-B57C-A87B-D8E3B9AE2C53}"/>
                  </a:ext>
                </a:extLst>
              </p:cNvPr>
              <p:cNvSpPr>
                <a:spLocks noGrp="1" noRot="1" noChangeAspect="1" noMove="1" noResize="1" noEditPoints="1" noAdjustHandles="1" noChangeArrowheads="1" noChangeShapeType="1" noTextEdit="1"/>
              </p:cNvSpPr>
              <p:nvPr>
                <p:ph idx="1"/>
              </p:nvPr>
            </p:nvSpPr>
            <p:spPr>
              <a:xfrm>
                <a:off x="248355" y="1228153"/>
                <a:ext cx="7010400" cy="1165091"/>
              </a:xfr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Content Placeholder 2">
                <a:extLst>
                  <a:ext uri="{FF2B5EF4-FFF2-40B4-BE49-F238E27FC236}">
                    <a16:creationId xmlns:a16="http://schemas.microsoft.com/office/drawing/2014/main" id="{94B2BD70-BD43-3B40-AEE5-B859985A97A5}"/>
                  </a:ext>
                </a:extLst>
              </p:cNvPr>
              <p:cNvSpPr txBox="1">
                <a:spLocks/>
              </p:cNvSpPr>
              <p:nvPr/>
            </p:nvSpPr>
            <p:spPr>
              <a:xfrm>
                <a:off x="6990270" y="1228153"/>
                <a:ext cx="3584906" cy="1083733"/>
              </a:xfrm>
              <a:prstGeom prst="rect">
                <a:avLst/>
              </a:prstGeom>
            </p:spPr>
            <p:txBody>
              <a:bodyPr vert="horz" lIns="0" tIns="45720" rIns="0" bIns="45720" rtlCol="0">
                <a:normAutofit/>
              </a:bodyPr>
              <a:lstStyle>
                <a:lvl1pPr marL="304792" indent="-228594" algn="l" defTabSz="914377" rtl="0" eaLnBrk="1" latinLnBrk="0" hangingPunct="1">
                  <a:lnSpc>
                    <a:spcPct val="90000"/>
                  </a:lnSpc>
                  <a:spcBef>
                    <a:spcPts val="1200"/>
                  </a:spcBef>
                  <a:spcAft>
                    <a:spcPts val="200"/>
                  </a:spcAft>
                  <a:buClr>
                    <a:schemeClr val="accent1"/>
                  </a:buClr>
                  <a:buSzPct val="110000"/>
                  <a:buFont typeface="Arial" panose="020B0604020202020204" pitchFamily="34" charset="0"/>
                  <a:buChar char="•"/>
                  <a:defRPr sz="3200" kern="1200">
                    <a:solidFill>
                      <a:schemeClr val="tx1"/>
                    </a:solidFill>
                    <a:latin typeface="+mn-lt"/>
                    <a:ea typeface="+mn-ea"/>
                    <a:cs typeface="+mn-cs"/>
                  </a:defRPr>
                </a:lvl1pPr>
                <a:lvl2pPr marL="609585" indent="-304792" algn="l" defTabSz="914377" rtl="0" eaLnBrk="1" latinLnBrk="0" hangingPunct="1">
                  <a:lnSpc>
                    <a:spcPct val="90000"/>
                  </a:lnSpc>
                  <a:spcBef>
                    <a:spcPts val="200"/>
                  </a:spcBef>
                  <a:spcAft>
                    <a:spcPts val="400"/>
                  </a:spcAft>
                  <a:buClr>
                    <a:schemeClr val="accent1"/>
                  </a:buClr>
                  <a:buFont typeface="Calibri" pitchFamily="34" charset="0"/>
                  <a:buChar char="◦"/>
                  <a:defRPr sz="3200" kern="1200">
                    <a:solidFill>
                      <a:schemeClr val="tx1"/>
                    </a:solidFill>
                    <a:latin typeface="+mn-lt"/>
                    <a:ea typeface="+mn-ea"/>
                    <a:cs typeface="+mn-cs"/>
                  </a:defRPr>
                </a:lvl2pPr>
                <a:lvl3pPr marL="836063" indent="-226478" algn="l" defTabSz="914377" rtl="0" eaLnBrk="1" latinLnBrk="0" hangingPunct="1">
                  <a:lnSpc>
                    <a:spcPct val="90000"/>
                  </a:lnSpc>
                  <a:spcBef>
                    <a:spcPts val="200"/>
                  </a:spcBef>
                  <a:spcAft>
                    <a:spcPts val="400"/>
                  </a:spcAft>
                  <a:buClr>
                    <a:schemeClr val="accent1"/>
                  </a:buClr>
                  <a:buFont typeface="Calibri" pitchFamily="34" charset="0"/>
                  <a:buChar char="◦"/>
                  <a:defRPr sz="2667" kern="1200">
                    <a:solidFill>
                      <a:schemeClr val="tx1"/>
                    </a:solidFill>
                    <a:latin typeface="+mn-lt"/>
                    <a:ea typeface="+mn-ea"/>
                    <a:cs typeface="+mn-cs"/>
                  </a:defRPr>
                </a:lvl3pPr>
                <a:lvl4pPr marL="1071007" indent="-234945" algn="l" defTabSz="914377" rtl="0" eaLnBrk="1" latinLnBrk="0" hangingPunct="1">
                  <a:lnSpc>
                    <a:spcPct val="90000"/>
                  </a:lnSpc>
                  <a:spcBef>
                    <a:spcPts val="200"/>
                  </a:spcBef>
                  <a:spcAft>
                    <a:spcPts val="400"/>
                  </a:spcAft>
                  <a:buClr>
                    <a:schemeClr val="accent1"/>
                  </a:buClr>
                  <a:buFont typeface="Calibri" pitchFamily="34" charset="0"/>
                  <a:buChar char="◦"/>
                  <a:defRPr sz="2400" kern="1200">
                    <a:solidFill>
                      <a:schemeClr val="tx1"/>
                    </a:solidFill>
                    <a:latin typeface="+mn-lt"/>
                    <a:ea typeface="+mn-ea"/>
                    <a:cs typeface="+mn-cs"/>
                  </a:defRPr>
                </a:lvl4pPr>
                <a:lvl5pPr marL="1297485" indent="-226478" algn="l" defTabSz="914377" rtl="0" eaLnBrk="1" latinLnBrk="0" hangingPunct="1">
                  <a:lnSpc>
                    <a:spcPct val="90000"/>
                  </a:lnSpc>
                  <a:spcBef>
                    <a:spcPts val="200"/>
                  </a:spcBef>
                  <a:spcAft>
                    <a:spcPts val="400"/>
                  </a:spcAft>
                  <a:buClr>
                    <a:schemeClr val="accent1"/>
                  </a:buClr>
                  <a:buFont typeface="Calibri" pitchFamily="34" charset="0"/>
                  <a:buChar char="◦"/>
                  <a:defRPr sz="2133"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sz="2100" smtClean="0">
                          <a:solidFill>
                            <a:srgbClr val="00B050"/>
                          </a:solidFill>
                          <a:latin typeface="Cambria Math" panose="02040503050406030204" pitchFamily="18" charset="0"/>
                          <a:ea typeface="Calibri" panose="020F0502020204030204" pitchFamily="34" charset="0"/>
                          <a:cs typeface="Arial" panose="020B0604020202020204" pitchFamily="34" charset="0"/>
                        </a:rPr>
                        <m:t>→</m:t>
                      </m:r>
                      <m:nary>
                        <m:naryPr>
                          <m:limLoc m:val="undOvr"/>
                          <m:subHide m:val="on"/>
                          <m:supHide m:val="on"/>
                          <m:ctrlPr>
                            <a:rPr lang="en-US" sz="2100" i="1">
                              <a:latin typeface="Cambria Math" panose="02040503050406030204" pitchFamily="18" charset="0"/>
                            </a:rPr>
                          </m:ctrlPr>
                        </m:naryPr>
                        <m:sub/>
                        <m:sup/>
                        <m:e>
                          <m:f>
                            <m:fPr>
                              <m:ctrlPr>
                                <a:rPr lang="en-US" sz="2100" i="1">
                                  <a:latin typeface="Cambria Math" panose="02040503050406030204" pitchFamily="18" charset="0"/>
                                </a:rPr>
                              </m:ctrlPr>
                            </m:fPr>
                            <m:num>
                              <m:sSup>
                                <m:sSupPr>
                                  <m:ctrlPr>
                                    <a:rPr lang="en-US" sz="2100" i="1">
                                      <a:latin typeface="Cambria Math" panose="02040503050406030204" pitchFamily="18" charset="0"/>
                                    </a:rPr>
                                  </m:ctrlPr>
                                </m:sSupPr>
                                <m:e>
                                  <m:r>
                                    <m:rPr>
                                      <m:sty m:val="p"/>
                                    </m:rPr>
                                    <a:rPr lang="en-US" sz="2100">
                                      <a:latin typeface="Cambria Math" panose="02040503050406030204" pitchFamily="18" charset="0"/>
                                      <a:ea typeface="Calibri" panose="020F0502020204030204" pitchFamily="34" charset="0"/>
                                      <a:cs typeface="Arial" panose="020B0604020202020204" pitchFamily="34" charset="0"/>
                                    </a:rPr>
                                    <m:t>sin</m:t>
                                  </m:r>
                                </m:e>
                                <m:sup>
                                  <m:r>
                                    <a:rPr lang="en-US" sz="2100">
                                      <a:latin typeface="Cambria Math" panose="02040503050406030204" pitchFamily="18" charset="0"/>
                                      <a:ea typeface="Calibri" panose="020F0502020204030204" pitchFamily="34" charset="0"/>
                                      <a:cs typeface="Arial" panose="020B0604020202020204" pitchFamily="34" charset="0"/>
                                    </a:rPr>
                                    <m:t>4</m:t>
                                  </m:r>
                                </m:sup>
                              </m:sSup>
                              <m:r>
                                <a:rPr lang="en-US" sz="2100">
                                  <a:latin typeface="Cambria Math" panose="02040503050406030204" pitchFamily="18" charset="0"/>
                                  <a:ea typeface="Calibri" panose="020F0502020204030204" pitchFamily="34" charset="0"/>
                                  <a:cs typeface="Arial" panose="020B0604020202020204" pitchFamily="34" charset="0"/>
                                </a:rPr>
                                <m:t>⁡</m:t>
                              </m:r>
                              <m:r>
                                <a:rPr lang="en-US" sz="2100" i="1">
                                  <a:latin typeface="Cambria Math" panose="02040503050406030204" pitchFamily="18" charset="0"/>
                                  <a:ea typeface="Calibri" panose="020F0502020204030204" pitchFamily="34" charset="0"/>
                                  <a:cs typeface="Arial" panose="020B0604020202020204" pitchFamily="34" charset="0"/>
                                </a:rPr>
                                <m:t>𝑦</m:t>
                              </m:r>
                            </m:num>
                            <m:den>
                              <m:sSup>
                                <m:sSupPr>
                                  <m:ctrlPr>
                                    <a:rPr lang="en-US" sz="2100" i="1">
                                      <a:latin typeface="Cambria Math" panose="02040503050406030204" pitchFamily="18" charset="0"/>
                                    </a:rPr>
                                  </m:ctrlPr>
                                </m:sSupPr>
                                <m:e>
                                  <m:d>
                                    <m:dPr>
                                      <m:ctrlPr>
                                        <a:rPr lang="en-US" sz="2100" i="1">
                                          <a:latin typeface="Cambria Math" panose="02040503050406030204" pitchFamily="18" charset="0"/>
                                        </a:rPr>
                                      </m:ctrlPr>
                                    </m:dPr>
                                    <m:e>
                                      <m:r>
                                        <a:rPr lang="en-US" sz="2100">
                                          <a:latin typeface="Cambria Math" panose="02040503050406030204" pitchFamily="18" charset="0"/>
                                          <a:ea typeface="Calibri" panose="020F0502020204030204" pitchFamily="34" charset="0"/>
                                          <a:cs typeface="Arial" panose="020B0604020202020204" pitchFamily="34" charset="0"/>
                                        </a:rPr>
                                        <m:t>1</m:t>
                                      </m:r>
                                      <m:r>
                                        <a:rPr lang="en-US" sz="2100" i="1">
                                          <a:latin typeface="Cambria Math" panose="02040503050406030204" pitchFamily="18" charset="0"/>
                                          <a:ea typeface="Calibri" panose="020F0502020204030204" pitchFamily="34" charset="0"/>
                                          <a:cs typeface="Arial" panose="020B0604020202020204" pitchFamily="34" charset="0"/>
                                        </a:rPr>
                                        <m:t>−</m:t>
                                      </m:r>
                                      <m:sSup>
                                        <m:sSupPr>
                                          <m:ctrlPr>
                                            <a:rPr lang="en-US" sz="2100" i="1">
                                              <a:latin typeface="Cambria Math" panose="02040503050406030204" pitchFamily="18" charset="0"/>
                                            </a:rPr>
                                          </m:ctrlPr>
                                        </m:sSupPr>
                                        <m:e>
                                          <m:r>
                                            <m:rPr>
                                              <m:sty m:val="p"/>
                                            </m:rPr>
                                            <a:rPr lang="en-US" sz="2100">
                                              <a:latin typeface="Cambria Math" panose="02040503050406030204" pitchFamily="18" charset="0"/>
                                              <a:ea typeface="Calibri" panose="020F0502020204030204" pitchFamily="34" charset="0"/>
                                              <a:cs typeface="Arial" panose="020B0604020202020204" pitchFamily="34" charset="0"/>
                                            </a:rPr>
                                            <m:t>sin</m:t>
                                          </m:r>
                                        </m:e>
                                        <m:sup>
                                          <m:r>
                                            <a:rPr lang="en-US" sz="2100">
                                              <a:latin typeface="Cambria Math" panose="02040503050406030204" pitchFamily="18" charset="0"/>
                                              <a:ea typeface="Calibri" panose="020F0502020204030204" pitchFamily="34" charset="0"/>
                                              <a:cs typeface="Arial" panose="020B0604020202020204" pitchFamily="34" charset="0"/>
                                            </a:rPr>
                                            <m:t>2</m:t>
                                          </m:r>
                                        </m:sup>
                                      </m:sSup>
                                      <m:r>
                                        <a:rPr lang="en-US" sz="2100">
                                          <a:latin typeface="Cambria Math" panose="02040503050406030204" pitchFamily="18" charset="0"/>
                                          <a:ea typeface="Calibri" panose="020F0502020204030204" pitchFamily="34" charset="0"/>
                                          <a:cs typeface="Arial" panose="020B0604020202020204" pitchFamily="34" charset="0"/>
                                        </a:rPr>
                                        <m:t>⁡</m:t>
                                      </m:r>
                                      <m:r>
                                        <a:rPr lang="en-US" sz="2100" i="1">
                                          <a:latin typeface="Cambria Math" panose="02040503050406030204" pitchFamily="18" charset="0"/>
                                          <a:ea typeface="Calibri" panose="020F0502020204030204" pitchFamily="34" charset="0"/>
                                          <a:cs typeface="Arial" panose="020B0604020202020204" pitchFamily="34" charset="0"/>
                                        </a:rPr>
                                        <m:t>𝑦</m:t>
                                      </m:r>
                                    </m:e>
                                  </m:d>
                                </m:e>
                                <m:sup>
                                  <m:r>
                                    <a:rPr lang="en-US" sz="2100">
                                      <a:latin typeface="Cambria Math" panose="02040503050406030204" pitchFamily="18" charset="0"/>
                                      <a:ea typeface="Calibri" panose="020F0502020204030204" pitchFamily="34" charset="0"/>
                                      <a:cs typeface="Arial" panose="020B0604020202020204" pitchFamily="34" charset="0"/>
                                    </a:rPr>
                                    <m:t>5/2</m:t>
                                  </m:r>
                                </m:sup>
                              </m:sSup>
                            </m:den>
                          </m:f>
                          <m:r>
                            <m:rPr>
                              <m:sty m:val="p"/>
                            </m:rPr>
                            <a:rPr lang="en-US" sz="2100">
                              <a:latin typeface="Cambria Math" panose="02040503050406030204" pitchFamily="18" charset="0"/>
                              <a:ea typeface="Calibri" panose="020F0502020204030204" pitchFamily="34" charset="0"/>
                              <a:cs typeface="Arial" panose="020B0604020202020204" pitchFamily="34" charset="0"/>
                            </a:rPr>
                            <m:t>cos</m:t>
                          </m:r>
                          <m:r>
                            <a:rPr lang="en-US" sz="2100">
                              <a:latin typeface="Cambria Math" panose="02040503050406030204" pitchFamily="18" charset="0"/>
                              <a:ea typeface="Calibri" panose="020F0502020204030204" pitchFamily="34" charset="0"/>
                              <a:cs typeface="Arial" panose="020B0604020202020204" pitchFamily="34" charset="0"/>
                            </a:rPr>
                            <m:t>⁡</m:t>
                          </m:r>
                          <m:r>
                            <a:rPr lang="en-US" sz="2100" i="1">
                              <a:latin typeface="Cambria Math" panose="02040503050406030204" pitchFamily="18" charset="0"/>
                              <a:ea typeface="Calibri" panose="020F0502020204030204" pitchFamily="34" charset="0"/>
                              <a:cs typeface="Arial" panose="020B0604020202020204" pitchFamily="34" charset="0"/>
                            </a:rPr>
                            <m:t>𝑦𝑑𝑦</m:t>
                          </m:r>
                        </m:e>
                      </m:nary>
                    </m:oMath>
                  </m:oMathPara>
                </a14:m>
                <a:endParaRPr lang="en-US" sz="2100"/>
              </a:p>
            </p:txBody>
          </p:sp>
        </mc:Choice>
        <mc:Fallback xmlns="">
          <p:sp>
            <p:nvSpPr>
              <p:cNvPr id="12" name="Content Placeholder 2">
                <a:extLst>
                  <a:ext uri="{FF2B5EF4-FFF2-40B4-BE49-F238E27FC236}">
                    <a16:creationId xmlns:a16="http://schemas.microsoft.com/office/drawing/2014/main" id="{94B2BD70-BD43-3B40-AEE5-B859985A97A5}"/>
                  </a:ext>
                </a:extLst>
              </p:cNvPr>
              <p:cNvSpPr txBox="1">
                <a:spLocks noRot="1" noChangeAspect="1" noMove="1" noResize="1" noEditPoints="1" noAdjustHandles="1" noChangeArrowheads="1" noChangeShapeType="1" noTextEdit="1"/>
              </p:cNvSpPr>
              <p:nvPr/>
            </p:nvSpPr>
            <p:spPr>
              <a:xfrm>
                <a:off x="6990270" y="1228153"/>
                <a:ext cx="3584906" cy="1083733"/>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Content Placeholder 2">
                <a:extLst>
                  <a:ext uri="{FF2B5EF4-FFF2-40B4-BE49-F238E27FC236}">
                    <a16:creationId xmlns:a16="http://schemas.microsoft.com/office/drawing/2014/main" id="{7E751033-2A5F-39F4-3C7B-27FCD42927DB}"/>
                  </a:ext>
                </a:extLst>
              </p:cNvPr>
              <p:cNvSpPr txBox="1">
                <a:spLocks/>
              </p:cNvSpPr>
              <p:nvPr/>
            </p:nvSpPr>
            <p:spPr>
              <a:xfrm>
                <a:off x="191910" y="2624512"/>
                <a:ext cx="1786841" cy="1083733"/>
              </a:xfrm>
              <a:prstGeom prst="rect">
                <a:avLst/>
              </a:prstGeom>
            </p:spPr>
            <p:txBody>
              <a:bodyPr vert="horz" lIns="0" tIns="45720" rIns="0" bIns="45720" rtlCol="0">
                <a:normAutofit/>
              </a:bodyPr>
              <a:lstStyle>
                <a:lvl1pPr marL="304792" indent="-228594" algn="l" defTabSz="914377" rtl="0" eaLnBrk="1" latinLnBrk="0" hangingPunct="1">
                  <a:lnSpc>
                    <a:spcPct val="90000"/>
                  </a:lnSpc>
                  <a:spcBef>
                    <a:spcPts val="1200"/>
                  </a:spcBef>
                  <a:spcAft>
                    <a:spcPts val="200"/>
                  </a:spcAft>
                  <a:buClr>
                    <a:schemeClr val="accent1"/>
                  </a:buClr>
                  <a:buSzPct val="110000"/>
                  <a:buFont typeface="Arial" panose="020B0604020202020204" pitchFamily="34" charset="0"/>
                  <a:buChar char="•"/>
                  <a:defRPr sz="3200" kern="1200">
                    <a:solidFill>
                      <a:schemeClr val="tx1"/>
                    </a:solidFill>
                    <a:latin typeface="+mn-lt"/>
                    <a:ea typeface="+mn-ea"/>
                    <a:cs typeface="+mn-cs"/>
                  </a:defRPr>
                </a:lvl1pPr>
                <a:lvl2pPr marL="609585" indent="-304792" algn="l" defTabSz="914377" rtl="0" eaLnBrk="1" latinLnBrk="0" hangingPunct="1">
                  <a:lnSpc>
                    <a:spcPct val="90000"/>
                  </a:lnSpc>
                  <a:spcBef>
                    <a:spcPts val="200"/>
                  </a:spcBef>
                  <a:spcAft>
                    <a:spcPts val="400"/>
                  </a:spcAft>
                  <a:buClr>
                    <a:schemeClr val="accent1"/>
                  </a:buClr>
                  <a:buFont typeface="Calibri" pitchFamily="34" charset="0"/>
                  <a:buChar char="◦"/>
                  <a:defRPr sz="3200" kern="1200">
                    <a:solidFill>
                      <a:schemeClr val="tx1"/>
                    </a:solidFill>
                    <a:latin typeface="+mn-lt"/>
                    <a:ea typeface="+mn-ea"/>
                    <a:cs typeface="+mn-cs"/>
                  </a:defRPr>
                </a:lvl2pPr>
                <a:lvl3pPr marL="836063" indent="-226478" algn="l" defTabSz="914377" rtl="0" eaLnBrk="1" latinLnBrk="0" hangingPunct="1">
                  <a:lnSpc>
                    <a:spcPct val="90000"/>
                  </a:lnSpc>
                  <a:spcBef>
                    <a:spcPts val="200"/>
                  </a:spcBef>
                  <a:spcAft>
                    <a:spcPts val="400"/>
                  </a:spcAft>
                  <a:buClr>
                    <a:schemeClr val="accent1"/>
                  </a:buClr>
                  <a:buFont typeface="Calibri" pitchFamily="34" charset="0"/>
                  <a:buChar char="◦"/>
                  <a:defRPr sz="2667" kern="1200">
                    <a:solidFill>
                      <a:schemeClr val="tx1"/>
                    </a:solidFill>
                    <a:latin typeface="+mn-lt"/>
                    <a:ea typeface="+mn-ea"/>
                    <a:cs typeface="+mn-cs"/>
                  </a:defRPr>
                </a:lvl3pPr>
                <a:lvl4pPr marL="1071007" indent="-234945" algn="l" defTabSz="914377" rtl="0" eaLnBrk="1" latinLnBrk="0" hangingPunct="1">
                  <a:lnSpc>
                    <a:spcPct val="90000"/>
                  </a:lnSpc>
                  <a:spcBef>
                    <a:spcPts val="200"/>
                  </a:spcBef>
                  <a:spcAft>
                    <a:spcPts val="400"/>
                  </a:spcAft>
                  <a:buClr>
                    <a:schemeClr val="accent1"/>
                  </a:buClr>
                  <a:buFont typeface="Calibri" pitchFamily="34" charset="0"/>
                  <a:buChar char="◦"/>
                  <a:defRPr sz="2400" kern="1200">
                    <a:solidFill>
                      <a:schemeClr val="tx1"/>
                    </a:solidFill>
                    <a:latin typeface="+mn-lt"/>
                    <a:ea typeface="+mn-ea"/>
                    <a:cs typeface="+mn-cs"/>
                  </a:defRPr>
                </a:lvl4pPr>
                <a:lvl5pPr marL="1297485" indent="-226478" algn="l" defTabSz="914377" rtl="0" eaLnBrk="1" latinLnBrk="0" hangingPunct="1">
                  <a:lnSpc>
                    <a:spcPct val="90000"/>
                  </a:lnSpc>
                  <a:spcBef>
                    <a:spcPts val="200"/>
                  </a:spcBef>
                  <a:spcAft>
                    <a:spcPts val="400"/>
                  </a:spcAft>
                  <a:buClr>
                    <a:schemeClr val="accent1"/>
                  </a:buClr>
                  <a:buFont typeface="Calibri" pitchFamily="34" charset="0"/>
                  <a:buChar char="◦"/>
                  <a:defRPr sz="2133"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nary>
                        <m:naryPr>
                          <m:limLoc m:val="undOvr"/>
                          <m:subHide m:val="on"/>
                          <m:supHide m:val="on"/>
                          <m:ctrlPr>
                            <a:rPr lang="en-US" sz="2100" i="1" smtClean="0">
                              <a:latin typeface="Cambria Math" panose="02040503050406030204" pitchFamily="18" charset="0"/>
                            </a:rPr>
                          </m:ctrlPr>
                        </m:naryPr>
                        <m:sub/>
                        <m:sup/>
                        <m:e>
                          <m:f>
                            <m:fPr>
                              <m:ctrlPr>
                                <a:rPr lang="en-US" sz="2100" i="1">
                                  <a:latin typeface="Cambria Math" panose="02040503050406030204" pitchFamily="18" charset="0"/>
                                </a:rPr>
                              </m:ctrlPr>
                            </m:fPr>
                            <m:num>
                              <m:sSup>
                                <m:sSupPr>
                                  <m:ctrlPr>
                                    <a:rPr lang="en-US" sz="2100" i="1">
                                      <a:latin typeface="Cambria Math" panose="02040503050406030204" pitchFamily="18" charset="0"/>
                                    </a:rPr>
                                  </m:ctrlPr>
                                </m:sSupPr>
                                <m:e>
                                  <m:r>
                                    <m:rPr>
                                      <m:sty m:val="p"/>
                                    </m:rPr>
                                    <a:rPr lang="en-US" sz="2100">
                                      <a:latin typeface="Cambria Math" panose="02040503050406030204" pitchFamily="18" charset="0"/>
                                      <a:ea typeface="Calibri" panose="020F0502020204030204" pitchFamily="34" charset="0"/>
                                      <a:cs typeface="Arial" panose="020B0604020202020204" pitchFamily="34" charset="0"/>
                                    </a:rPr>
                                    <m:t>sin</m:t>
                                  </m:r>
                                </m:e>
                                <m:sup>
                                  <m:r>
                                    <a:rPr lang="en-US" sz="2100">
                                      <a:latin typeface="Cambria Math" panose="02040503050406030204" pitchFamily="18" charset="0"/>
                                      <a:ea typeface="Calibri" panose="020F0502020204030204" pitchFamily="34" charset="0"/>
                                      <a:cs typeface="Arial" panose="020B0604020202020204" pitchFamily="34" charset="0"/>
                                    </a:rPr>
                                    <m:t>4</m:t>
                                  </m:r>
                                </m:sup>
                              </m:sSup>
                              <m:r>
                                <a:rPr lang="en-US" sz="2100">
                                  <a:latin typeface="Cambria Math" panose="02040503050406030204" pitchFamily="18" charset="0"/>
                                  <a:ea typeface="Calibri" panose="020F0502020204030204" pitchFamily="34" charset="0"/>
                                  <a:cs typeface="Arial" panose="020B0604020202020204" pitchFamily="34" charset="0"/>
                                </a:rPr>
                                <m:t>⁡</m:t>
                              </m:r>
                              <m:r>
                                <a:rPr lang="en-US" sz="2100" i="1">
                                  <a:latin typeface="Cambria Math" panose="02040503050406030204" pitchFamily="18" charset="0"/>
                                  <a:ea typeface="Calibri" panose="020F0502020204030204" pitchFamily="34" charset="0"/>
                                  <a:cs typeface="Arial" panose="020B0604020202020204" pitchFamily="34" charset="0"/>
                                </a:rPr>
                                <m:t>𝑦</m:t>
                              </m:r>
                            </m:num>
                            <m:den>
                              <m:sSup>
                                <m:sSupPr>
                                  <m:ctrlPr>
                                    <a:rPr lang="en-US" sz="2100" i="1">
                                      <a:latin typeface="Cambria Math" panose="02040503050406030204" pitchFamily="18" charset="0"/>
                                    </a:rPr>
                                  </m:ctrlPr>
                                </m:sSupPr>
                                <m:e>
                                  <m:r>
                                    <m:rPr>
                                      <m:sty m:val="p"/>
                                    </m:rPr>
                                    <a:rPr lang="en-US" sz="2100">
                                      <a:latin typeface="Cambria Math" panose="02040503050406030204" pitchFamily="18" charset="0"/>
                                      <a:ea typeface="Calibri" panose="020F0502020204030204" pitchFamily="34" charset="0"/>
                                      <a:cs typeface="Arial" panose="020B0604020202020204" pitchFamily="34" charset="0"/>
                                    </a:rPr>
                                    <m:t>cos</m:t>
                                  </m:r>
                                </m:e>
                                <m:sup>
                                  <m:r>
                                    <a:rPr lang="en-US" sz="2100">
                                      <a:latin typeface="Cambria Math" panose="02040503050406030204" pitchFamily="18" charset="0"/>
                                      <a:ea typeface="Calibri" panose="020F0502020204030204" pitchFamily="34" charset="0"/>
                                      <a:cs typeface="Arial" panose="020B0604020202020204" pitchFamily="34" charset="0"/>
                                    </a:rPr>
                                    <m:t>4</m:t>
                                  </m:r>
                                </m:sup>
                              </m:sSup>
                              <m:r>
                                <a:rPr lang="en-US" sz="2100">
                                  <a:latin typeface="Cambria Math" panose="02040503050406030204" pitchFamily="18" charset="0"/>
                                  <a:ea typeface="Calibri" panose="020F0502020204030204" pitchFamily="34" charset="0"/>
                                  <a:cs typeface="Arial" panose="020B0604020202020204" pitchFamily="34" charset="0"/>
                                </a:rPr>
                                <m:t>⁡</m:t>
                              </m:r>
                              <m:r>
                                <a:rPr lang="en-US" sz="2100" i="1">
                                  <a:latin typeface="Cambria Math" panose="02040503050406030204" pitchFamily="18" charset="0"/>
                                  <a:ea typeface="Calibri" panose="020F0502020204030204" pitchFamily="34" charset="0"/>
                                  <a:cs typeface="Arial" panose="020B0604020202020204" pitchFamily="34" charset="0"/>
                                </a:rPr>
                                <m:t>𝑦</m:t>
                              </m:r>
                            </m:den>
                          </m:f>
                          <m:r>
                            <a:rPr lang="en-US" sz="2100" i="1">
                              <a:latin typeface="Cambria Math" panose="02040503050406030204" pitchFamily="18" charset="0"/>
                              <a:ea typeface="Calibri" panose="020F0502020204030204" pitchFamily="34" charset="0"/>
                              <a:cs typeface="Arial" panose="020B0604020202020204" pitchFamily="34" charset="0"/>
                            </a:rPr>
                            <m:t>𝑑𝑦</m:t>
                          </m:r>
                        </m:e>
                      </m:nary>
                    </m:oMath>
                  </m:oMathPara>
                </a14:m>
                <a:endParaRPr lang="en-US" sz="2100"/>
              </a:p>
            </p:txBody>
          </p:sp>
        </mc:Choice>
        <mc:Fallback xmlns="">
          <p:sp>
            <p:nvSpPr>
              <p:cNvPr id="13" name="Content Placeholder 2">
                <a:extLst>
                  <a:ext uri="{FF2B5EF4-FFF2-40B4-BE49-F238E27FC236}">
                    <a16:creationId xmlns:a16="http://schemas.microsoft.com/office/drawing/2014/main" id="{7E751033-2A5F-39F4-3C7B-27FCD42927DB}"/>
                  </a:ext>
                </a:extLst>
              </p:cNvPr>
              <p:cNvSpPr txBox="1">
                <a:spLocks noRot="1" noChangeAspect="1" noMove="1" noResize="1" noEditPoints="1" noAdjustHandles="1" noChangeArrowheads="1" noChangeShapeType="1" noTextEdit="1"/>
              </p:cNvSpPr>
              <p:nvPr/>
            </p:nvSpPr>
            <p:spPr>
              <a:xfrm>
                <a:off x="191910" y="2624512"/>
                <a:ext cx="1786841" cy="1083733"/>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B615BC94-0C1F-20D1-CC6D-693C0195D92D}"/>
                  </a:ext>
                </a:extLst>
              </p:cNvPr>
              <p:cNvSpPr txBox="1"/>
              <p:nvPr/>
            </p:nvSpPr>
            <p:spPr>
              <a:xfrm>
                <a:off x="2512490" y="2199333"/>
                <a:ext cx="1551707" cy="93993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nary>
                        <m:naryPr>
                          <m:limLoc m:val="undOvr"/>
                          <m:subHide m:val="on"/>
                          <m:supHide m:val="on"/>
                          <m:ctrlPr>
                            <a:rPr lang="en-US" sz="2100" i="1" smtClean="0">
                              <a:latin typeface="Cambria Math" panose="02040503050406030204" pitchFamily="18" charset="0"/>
                            </a:rPr>
                          </m:ctrlPr>
                        </m:naryPr>
                        <m:sub/>
                        <m:sup/>
                        <m:e>
                          <m:f>
                            <m:fPr>
                              <m:ctrlPr>
                                <a:rPr lang="en-US" sz="2100" i="1" smtClean="0">
                                  <a:latin typeface="Cambria Math" panose="02040503050406030204" pitchFamily="18" charset="0"/>
                                </a:rPr>
                              </m:ctrlPr>
                            </m:fPr>
                            <m:num>
                              <m:r>
                                <a:rPr lang="en-US" sz="2100" b="0" i="1" smtClean="0">
                                  <a:latin typeface="Cambria Math" panose="02040503050406030204" pitchFamily="18" charset="0"/>
                                </a:rPr>
                                <m:t>1</m:t>
                              </m:r>
                            </m:num>
                            <m:den>
                              <m:func>
                                <m:funcPr>
                                  <m:ctrlPr>
                                    <a:rPr lang="en-US" sz="2100" i="1" smtClean="0">
                                      <a:latin typeface="Cambria Math" panose="02040503050406030204" pitchFamily="18" charset="0"/>
                                    </a:rPr>
                                  </m:ctrlPr>
                                </m:funcPr>
                                <m:fName>
                                  <m:sSup>
                                    <m:sSupPr>
                                      <m:ctrlPr>
                                        <a:rPr lang="en-US" sz="2100" i="1" smtClean="0">
                                          <a:latin typeface="Cambria Math" panose="02040503050406030204" pitchFamily="18" charset="0"/>
                                        </a:rPr>
                                      </m:ctrlPr>
                                    </m:sSupPr>
                                    <m:e>
                                      <m:r>
                                        <m:rPr>
                                          <m:sty m:val="p"/>
                                        </m:rPr>
                                        <a:rPr lang="en-US" sz="2100" i="0" smtClean="0">
                                          <a:latin typeface="Cambria Math" panose="02040503050406030204" pitchFamily="18" charset="0"/>
                                        </a:rPr>
                                        <m:t>cot</m:t>
                                      </m:r>
                                    </m:e>
                                    <m:sup>
                                      <m:r>
                                        <a:rPr lang="en-US" sz="2100" b="0" i="1" smtClean="0">
                                          <a:latin typeface="Cambria Math" panose="02040503050406030204" pitchFamily="18" charset="0"/>
                                        </a:rPr>
                                        <m:t>4</m:t>
                                      </m:r>
                                    </m:sup>
                                  </m:sSup>
                                </m:fName>
                                <m:e>
                                  <m:r>
                                    <a:rPr lang="en-US" sz="2100" b="0" i="1" smtClean="0">
                                      <a:latin typeface="Cambria Math" panose="02040503050406030204" pitchFamily="18" charset="0"/>
                                    </a:rPr>
                                    <m:t>𝑦</m:t>
                                  </m:r>
                                </m:e>
                              </m:func>
                            </m:den>
                          </m:f>
                          <m:r>
                            <a:rPr lang="en-US" sz="2100" b="0" i="1" smtClean="0">
                              <a:latin typeface="Cambria Math" panose="02040503050406030204" pitchFamily="18" charset="0"/>
                            </a:rPr>
                            <m:t>𝑑𝑦</m:t>
                          </m:r>
                        </m:e>
                      </m:nary>
                    </m:oMath>
                  </m:oMathPara>
                </a14:m>
                <a:endParaRPr lang="en-US" sz="2100"/>
              </a:p>
            </p:txBody>
          </p:sp>
        </mc:Choice>
        <mc:Fallback xmlns="">
          <p:sp>
            <p:nvSpPr>
              <p:cNvPr id="14" name="TextBox 13">
                <a:extLst>
                  <a:ext uri="{FF2B5EF4-FFF2-40B4-BE49-F238E27FC236}">
                    <a16:creationId xmlns:a16="http://schemas.microsoft.com/office/drawing/2014/main" id="{B615BC94-0C1F-20D1-CC6D-693C0195D92D}"/>
                  </a:ext>
                </a:extLst>
              </p:cNvPr>
              <p:cNvSpPr txBox="1">
                <a:spLocks noRot="1" noChangeAspect="1" noMove="1" noResize="1" noEditPoints="1" noAdjustHandles="1" noChangeArrowheads="1" noChangeShapeType="1" noTextEdit="1"/>
              </p:cNvSpPr>
              <p:nvPr/>
            </p:nvSpPr>
            <p:spPr>
              <a:xfrm>
                <a:off x="2512490" y="2199333"/>
                <a:ext cx="1551707" cy="939937"/>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D61D12A9-B8A6-4227-D04E-7DCFC3E5B9CB}"/>
                  </a:ext>
                </a:extLst>
              </p:cNvPr>
              <p:cNvSpPr txBox="1"/>
              <p:nvPr/>
            </p:nvSpPr>
            <p:spPr>
              <a:xfrm>
                <a:off x="2487810" y="3146200"/>
                <a:ext cx="1562031" cy="93993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nary>
                        <m:naryPr>
                          <m:limLoc m:val="undOvr"/>
                          <m:subHide m:val="on"/>
                          <m:supHide m:val="on"/>
                          <m:ctrlPr>
                            <a:rPr lang="en-US" sz="2100" i="1" smtClean="0">
                              <a:latin typeface="Cambria Math" panose="02040503050406030204" pitchFamily="18" charset="0"/>
                            </a:rPr>
                          </m:ctrlPr>
                        </m:naryPr>
                        <m:sub/>
                        <m:sup/>
                        <m:e>
                          <m:func>
                            <m:funcPr>
                              <m:ctrlPr>
                                <a:rPr lang="en-US" sz="2100" i="1" smtClean="0">
                                  <a:latin typeface="Cambria Math" panose="02040503050406030204" pitchFamily="18" charset="0"/>
                                </a:rPr>
                              </m:ctrlPr>
                            </m:funcPr>
                            <m:fName>
                              <m:sSup>
                                <m:sSupPr>
                                  <m:ctrlPr>
                                    <a:rPr lang="en-US" sz="2100" i="1" smtClean="0">
                                      <a:latin typeface="Cambria Math" panose="02040503050406030204" pitchFamily="18" charset="0"/>
                                    </a:rPr>
                                  </m:ctrlPr>
                                </m:sSupPr>
                                <m:e>
                                  <m:r>
                                    <m:rPr>
                                      <m:sty m:val="p"/>
                                    </m:rPr>
                                    <a:rPr lang="en-US" sz="2100" i="0" smtClean="0">
                                      <a:latin typeface="Cambria Math" panose="02040503050406030204" pitchFamily="18" charset="0"/>
                                    </a:rPr>
                                    <m:t>tan</m:t>
                                  </m:r>
                                </m:e>
                                <m:sup>
                                  <m:r>
                                    <a:rPr lang="en-US" sz="2100" b="0" i="1" smtClean="0">
                                      <a:latin typeface="Cambria Math" panose="02040503050406030204" pitchFamily="18" charset="0"/>
                                    </a:rPr>
                                    <m:t>4</m:t>
                                  </m:r>
                                </m:sup>
                              </m:sSup>
                            </m:fName>
                            <m:e>
                              <m:r>
                                <a:rPr lang="en-US" sz="2100" b="0" i="1" smtClean="0">
                                  <a:latin typeface="Cambria Math" panose="02040503050406030204" pitchFamily="18" charset="0"/>
                                </a:rPr>
                                <m:t>𝑦</m:t>
                              </m:r>
                            </m:e>
                          </m:func>
                          <m:r>
                            <a:rPr lang="en-US" sz="2100" b="0" i="1" smtClean="0">
                              <a:latin typeface="Cambria Math" panose="02040503050406030204" pitchFamily="18" charset="0"/>
                            </a:rPr>
                            <m:t>𝑑𝑦</m:t>
                          </m:r>
                        </m:e>
                      </m:nary>
                    </m:oMath>
                  </m:oMathPara>
                </a14:m>
                <a:endParaRPr lang="en-US" sz="2100"/>
              </a:p>
            </p:txBody>
          </p:sp>
        </mc:Choice>
        <mc:Fallback xmlns="">
          <p:sp>
            <p:nvSpPr>
              <p:cNvPr id="15" name="TextBox 14">
                <a:extLst>
                  <a:ext uri="{FF2B5EF4-FFF2-40B4-BE49-F238E27FC236}">
                    <a16:creationId xmlns:a16="http://schemas.microsoft.com/office/drawing/2014/main" id="{D61D12A9-B8A6-4227-D04E-7DCFC3E5B9CB}"/>
                  </a:ext>
                </a:extLst>
              </p:cNvPr>
              <p:cNvSpPr txBox="1">
                <a:spLocks noRot="1" noChangeAspect="1" noMove="1" noResize="1" noEditPoints="1" noAdjustHandles="1" noChangeArrowheads="1" noChangeShapeType="1" noTextEdit="1"/>
              </p:cNvSpPr>
              <p:nvPr/>
            </p:nvSpPr>
            <p:spPr>
              <a:xfrm>
                <a:off x="2487810" y="3146200"/>
                <a:ext cx="1562031" cy="939937"/>
              </a:xfrm>
              <a:prstGeom prst="rect">
                <a:avLst/>
              </a:prstGeom>
              <a:blipFill>
                <a:blip r:embed="rId6"/>
                <a:stretch>
                  <a:fillRect/>
                </a:stretch>
              </a:blipFill>
            </p:spPr>
            <p:txBody>
              <a:bodyPr/>
              <a:lstStyle/>
              <a:p>
                <a:r>
                  <a:rPr lang="en-US">
                    <a:noFill/>
                  </a:rPr>
                  <a:t> </a:t>
                </a:r>
              </a:p>
            </p:txBody>
          </p:sp>
        </mc:Fallback>
      </mc:AlternateContent>
      <p:cxnSp>
        <p:nvCxnSpPr>
          <p:cNvPr id="17" name="Straight Arrow Connector 16">
            <a:extLst>
              <a:ext uri="{FF2B5EF4-FFF2-40B4-BE49-F238E27FC236}">
                <a16:creationId xmlns:a16="http://schemas.microsoft.com/office/drawing/2014/main" id="{47CF1075-E38A-FB6E-EA01-21B7683A5F7F}"/>
              </a:ext>
            </a:extLst>
          </p:cNvPr>
          <p:cNvCxnSpPr>
            <a:cxnSpLocks/>
            <a:endCxn id="14" idx="1"/>
          </p:cNvCxnSpPr>
          <p:nvPr/>
        </p:nvCxnSpPr>
        <p:spPr>
          <a:xfrm flipV="1">
            <a:off x="1838227" y="2669302"/>
            <a:ext cx="674263" cy="356701"/>
          </a:xfrm>
          <a:prstGeom prst="straightConnector1">
            <a:avLst/>
          </a:prstGeom>
          <a:ln w="15875">
            <a:solidFill>
              <a:srgbClr val="00B050"/>
            </a:solidFill>
            <a:tailEnd type="arrow"/>
          </a:ln>
        </p:spPr>
        <p:style>
          <a:lnRef idx="1">
            <a:schemeClr val="accent2"/>
          </a:lnRef>
          <a:fillRef idx="0">
            <a:schemeClr val="accent2"/>
          </a:fillRef>
          <a:effectRef idx="0">
            <a:schemeClr val="accent2"/>
          </a:effectRef>
          <a:fontRef idx="minor">
            <a:schemeClr val="tx1"/>
          </a:fontRef>
        </p:style>
      </p:cxnSp>
      <p:cxnSp>
        <p:nvCxnSpPr>
          <p:cNvPr id="18" name="Straight Arrow Connector 17">
            <a:extLst>
              <a:ext uri="{FF2B5EF4-FFF2-40B4-BE49-F238E27FC236}">
                <a16:creationId xmlns:a16="http://schemas.microsoft.com/office/drawing/2014/main" id="{83CE8909-E98D-41A3-9FBB-72034599841C}"/>
              </a:ext>
            </a:extLst>
          </p:cNvPr>
          <p:cNvCxnSpPr>
            <a:cxnSpLocks/>
            <a:endCxn id="15" idx="1"/>
          </p:cNvCxnSpPr>
          <p:nvPr/>
        </p:nvCxnSpPr>
        <p:spPr>
          <a:xfrm>
            <a:off x="1838227" y="3026004"/>
            <a:ext cx="649583" cy="590165"/>
          </a:xfrm>
          <a:prstGeom prst="straightConnector1">
            <a:avLst/>
          </a:prstGeom>
          <a:ln w="15875">
            <a:solidFill>
              <a:srgbClr val="00B050"/>
            </a:solidFill>
            <a:tailEnd type="arrow"/>
          </a:ln>
        </p:spPr>
        <p:style>
          <a:lnRef idx="1">
            <a:schemeClr val="accent2"/>
          </a:lnRef>
          <a:fillRef idx="0">
            <a:schemeClr val="accent2"/>
          </a:fillRef>
          <a:effectRef idx="0">
            <a:schemeClr val="accent2"/>
          </a:effectRef>
          <a:fontRef idx="minor">
            <a:schemeClr val="tx1"/>
          </a:fontRef>
        </p:style>
      </p:cxnSp>
      <mc:AlternateContent xmlns:mc="http://schemas.openxmlformats.org/markup-compatibility/2006" xmlns:a14="http://schemas.microsoft.com/office/drawing/2010/main">
        <mc:Choice Requires="a14">
          <p:sp>
            <p:nvSpPr>
              <p:cNvPr id="22" name="Content Placeholder 2">
                <a:extLst>
                  <a:ext uri="{FF2B5EF4-FFF2-40B4-BE49-F238E27FC236}">
                    <a16:creationId xmlns:a16="http://schemas.microsoft.com/office/drawing/2014/main" id="{EEF22F78-6862-D37A-F258-4AC4001BD120}"/>
                  </a:ext>
                </a:extLst>
              </p:cNvPr>
              <p:cNvSpPr txBox="1">
                <a:spLocks/>
              </p:cNvSpPr>
              <p:nvPr/>
            </p:nvSpPr>
            <p:spPr>
              <a:xfrm>
                <a:off x="4064197" y="3166378"/>
                <a:ext cx="1838227" cy="939937"/>
              </a:xfrm>
              <a:prstGeom prst="rect">
                <a:avLst/>
              </a:prstGeom>
            </p:spPr>
            <p:txBody>
              <a:bodyPr vert="horz" lIns="0" tIns="45720" rIns="0" bIns="45720" rtlCol="0">
                <a:normAutofit/>
              </a:bodyPr>
              <a:lstStyle>
                <a:lvl1pPr marL="304792" indent="-228594" algn="l" defTabSz="914377" rtl="0" eaLnBrk="1" latinLnBrk="0" hangingPunct="1">
                  <a:lnSpc>
                    <a:spcPct val="90000"/>
                  </a:lnSpc>
                  <a:spcBef>
                    <a:spcPts val="1200"/>
                  </a:spcBef>
                  <a:spcAft>
                    <a:spcPts val="200"/>
                  </a:spcAft>
                  <a:buClr>
                    <a:schemeClr val="accent1"/>
                  </a:buClr>
                  <a:buSzPct val="110000"/>
                  <a:buFont typeface="Arial" panose="020B0604020202020204" pitchFamily="34" charset="0"/>
                  <a:buChar char="•"/>
                  <a:defRPr sz="3200" kern="1200">
                    <a:solidFill>
                      <a:schemeClr val="tx1"/>
                    </a:solidFill>
                    <a:latin typeface="+mn-lt"/>
                    <a:ea typeface="+mn-ea"/>
                    <a:cs typeface="+mn-cs"/>
                  </a:defRPr>
                </a:lvl1pPr>
                <a:lvl2pPr marL="609585" indent="-304792" algn="l" defTabSz="914377" rtl="0" eaLnBrk="1" latinLnBrk="0" hangingPunct="1">
                  <a:lnSpc>
                    <a:spcPct val="90000"/>
                  </a:lnSpc>
                  <a:spcBef>
                    <a:spcPts val="200"/>
                  </a:spcBef>
                  <a:spcAft>
                    <a:spcPts val="400"/>
                  </a:spcAft>
                  <a:buClr>
                    <a:schemeClr val="accent1"/>
                  </a:buClr>
                  <a:buFont typeface="Calibri" pitchFamily="34" charset="0"/>
                  <a:buChar char="◦"/>
                  <a:defRPr sz="3200" kern="1200">
                    <a:solidFill>
                      <a:schemeClr val="tx1"/>
                    </a:solidFill>
                    <a:latin typeface="+mn-lt"/>
                    <a:ea typeface="+mn-ea"/>
                    <a:cs typeface="+mn-cs"/>
                  </a:defRPr>
                </a:lvl2pPr>
                <a:lvl3pPr marL="836063" indent="-226478" algn="l" defTabSz="914377" rtl="0" eaLnBrk="1" latinLnBrk="0" hangingPunct="1">
                  <a:lnSpc>
                    <a:spcPct val="90000"/>
                  </a:lnSpc>
                  <a:spcBef>
                    <a:spcPts val="200"/>
                  </a:spcBef>
                  <a:spcAft>
                    <a:spcPts val="400"/>
                  </a:spcAft>
                  <a:buClr>
                    <a:schemeClr val="accent1"/>
                  </a:buClr>
                  <a:buFont typeface="Calibri" pitchFamily="34" charset="0"/>
                  <a:buChar char="◦"/>
                  <a:defRPr sz="2667" kern="1200">
                    <a:solidFill>
                      <a:schemeClr val="tx1"/>
                    </a:solidFill>
                    <a:latin typeface="+mn-lt"/>
                    <a:ea typeface="+mn-ea"/>
                    <a:cs typeface="+mn-cs"/>
                  </a:defRPr>
                </a:lvl3pPr>
                <a:lvl4pPr marL="1071007" indent="-234945" algn="l" defTabSz="914377" rtl="0" eaLnBrk="1" latinLnBrk="0" hangingPunct="1">
                  <a:lnSpc>
                    <a:spcPct val="90000"/>
                  </a:lnSpc>
                  <a:spcBef>
                    <a:spcPts val="200"/>
                  </a:spcBef>
                  <a:spcAft>
                    <a:spcPts val="400"/>
                  </a:spcAft>
                  <a:buClr>
                    <a:schemeClr val="accent1"/>
                  </a:buClr>
                  <a:buFont typeface="Calibri" pitchFamily="34" charset="0"/>
                  <a:buChar char="◦"/>
                  <a:defRPr sz="2400" kern="1200">
                    <a:solidFill>
                      <a:schemeClr val="tx1"/>
                    </a:solidFill>
                    <a:latin typeface="+mn-lt"/>
                    <a:ea typeface="+mn-ea"/>
                    <a:cs typeface="+mn-cs"/>
                  </a:defRPr>
                </a:lvl4pPr>
                <a:lvl5pPr marL="1297485" indent="-226478" algn="l" defTabSz="914377" rtl="0" eaLnBrk="1" latinLnBrk="0" hangingPunct="1">
                  <a:lnSpc>
                    <a:spcPct val="90000"/>
                  </a:lnSpc>
                  <a:spcBef>
                    <a:spcPts val="200"/>
                  </a:spcBef>
                  <a:spcAft>
                    <a:spcPts val="400"/>
                  </a:spcAft>
                  <a:buClr>
                    <a:schemeClr val="accent1"/>
                  </a:buClr>
                  <a:buFont typeface="Calibri" pitchFamily="34" charset="0"/>
                  <a:buChar char="◦"/>
                  <a:defRPr sz="2133"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r>
                        <a:rPr lang="en-US" sz="2100" i="1">
                          <a:solidFill>
                            <a:srgbClr val="00B050"/>
                          </a:solidFill>
                          <a:latin typeface="Cambria Math" panose="02040503050406030204" pitchFamily="18" charset="0"/>
                          <a:ea typeface="Calibri" panose="020F0502020204030204" pitchFamily="34" charset="0"/>
                          <a:cs typeface="Arial" panose="020B0604020202020204" pitchFamily="34" charset="0"/>
                        </a:rPr>
                        <m:t>→</m:t>
                      </m:r>
                      <m:nary>
                        <m:naryPr>
                          <m:limLoc m:val="undOvr"/>
                          <m:subHide m:val="on"/>
                          <m:supHide m:val="on"/>
                          <m:ctrlPr>
                            <a:rPr lang="en-US" sz="2100" i="1">
                              <a:latin typeface="Cambria Math" panose="02040503050406030204" pitchFamily="18" charset="0"/>
                              <a:ea typeface="Times New Roman" panose="02020603050405020304" pitchFamily="18" charset="0"/>
                            </a:rPr>
                          </m:ctrlPr>
                        </m:naryPr>
                        <m:sub/>
                        <m:sup/>
                        <m:e>
                          <m:f>
                            <m:fPr>
                              <m:ctrlPr>
                                <a:rPr lang="en-US" sz="2100" i="1">
                                  <a:latin typeface="Cambria Math" panose="02040503050406030204" pitchFamily="18" charset="0"/>
                                  <a:ea typeface="Times New Roman" panose="02020603050405020304" pitchFamily="18" charset="0"/>
                                </a:rPr>
                              </m:ctrlPr>
                            </m:fPr>
                            <m:num>
                              <m:sSup>
                                <m:sSupPr>
                                  <m:ctrlPr>
                                    <a:rPr lang="en-US" sz="2100" i="1">
                                      <a:latin typeface="Cambria Math" panose="02040503050406030204" pitchFamily="18" charset="0"/>
                                      <a:ea typeface="Times New Roman" panose="02020603050405020304" pitchFamily="18" charset="0"/>
                                    </a:rPr>
                                  </m:ctrlPr>
                                </m:sSupPr>
                                <m:e>
                                  <m:r>
                                    <a:rPr lang="en-US" sz="2100" i="1">
                                      <a:latin typeface="Cambria Math" panose="02040503050406030204" pitchFamily="18" charset="0"/>
                                      <a:ea typeface="Times New Roman" panose="02020603050405020304" pitchFamily="18" charset="0"/>
                                      <a:cs typeface="Arial" panose="020B0604020202020204" pitchFamily="34" charset="0"/>
                                    </a:rPr>
                                    <m:t>𝑧</m:t>
                                  </m:r>
                                </m:e>
                                <m:sup>
                                  <m:r>
                                    <a:rPr lang="en-US" sz="2100" i="1">
                                      <a:latin typeface="Cambria Math" panose="02040503050406030204" pitchFamily="18" charset="0"/>
                                      <a:ea typeface="Times New Roman" panose="02020603050405020304" pitchFamily="18" charset="0"/>
                                      <a:cs typeface="Arial" panose="020B0604020202020204" pitchFamily="34" charset="0"/>
                                    </a:rPr>
                                    <m:t>4</m:t>
                                  </m:r>
                                </m:sup>
                              </m:sSup>
                            </m:num>
                            <m:den>
                              <m:r>
                                <a:rPr lang="en-US" sz="2100" i="1">
                                  <a:latin typeface="Cambria Math" panose="02040503050406030204" pitchFamily="18" charset="0"/>
                                  <a:ea typeface="Times New Roman" panose="02020603050405020304" pitchFamily="18" charset="0"/>
                                  <a:cs typeface="Arial" panose="020B0604020202020204" pitchFamily="34" charset="0"/>
                                </a:rPr>
                                <m:t>1+</m:t>
                              </m:r>
                              <m:sSup>
                                <m:sSupPr>
                                  <m:ctrlPr>
                                    <a:rPr lang="en-US" sz="2100" i="1">
                                      <a:latin typeface="Cambria Math" panose="02040503050406030204" pitchFamily="18" charset="0"/>
                                      <a:ea typeface="Times New Roman" panose="02020603050405020304" pitchFamily="18" charset="0"/>
                                    </a:rPr>
                                  </m:ctrlPr>
                                </m:sSupPr>
                                <m:e>
                                  <m:r>
                                    <a:rPr lang="en-US" sz="2100" i="1">
                                      <a:latin typeface="Cambria Math" panose="02040503050406030204" pitchFamily="18" charset="0"/>
                                      <a:ea typeface="Times New Roman" panose="02020603050405020304" pitchFamily="18" charset="0"/>
                                      <a:cs typeface="Arial" panose="020B0604020202020204" pitchFamily="34" charset="0"/>
                                    </a:rPr>
                                    <m:t>𝑧</m:t>
                                  </m:r>
                                </m:e>
                                <m:sup>
                                  <m:r>
                                    <a:rPr lang="en-US" sz="2100" i="1">
                                      <a:latin typeface="Cambria Math" panose="02040503050406030204" pitchFamily="18" charset="0"/>
                                      <a:ea typeface="Times New Roman" panose="02020603050405020304" pitchFamily="18" charset="0"/>
                                      <a:cs typeface="Arial" panose="020B0604020202020204" pitchFamily="34" charset="0"/>
                                    </a:rPr>
                                    <m:t>2</m:t>
                                  </m:r>
                                </m:sup>
                              </m:sSup>
                            </m:den>
                          </m:f>
                          <m:r>
                            <a:rPr lang="en-US" sz="2100" i="1">
                              <a:latin typeface="Cambria Math" panose="02040503050406030204" pitchFamily="18" charset="0"/>
                              <a:ea typeface="Times New Roman" panose="02020603050405020304" pitchFamily="18" charset="0"/>
                              <a:cs typeface="Arial" panose="020B0604020202020204" pitchFamily="34" charset="0"/>
                            </a:rPr>
                            <m:t>𝑑𝑧</m:t>
                          </m:r>
                        </m:e>
                      </m:nary>
                    </m:oMath>
                  </m:oMathPara>
                </a14:m>
                <a:endParaRPr lang="en-US" sz="2100"/>
              </a:p>
            </p:txBody>
          </p:sp>
        </mc:Choice>
        <mc:Fallback xmlns="">
          <p:sp>
            <p:nvSpPr>
              <p:cNvPr id="22" name="Content Placeholder 2">
                <a:extLst>
                  <a:ext uri="{FF2B5EF4-FFF2-40B4-BE49-F238E27FC236}">
                    <a16:creationId xmlns:a16="http://schemas.microsoft.com/office/drawing/2014/main" id="{EEF22F78-6862-D37A-F258-4AC4001BD120}"/>
                  </a:ext>
                </a:extLst>
              </p:cNvPr>
              <p:cNvSpPr txBox="1">
                <a:spLocks noRot="1" noChangeAspect="1" noMove="1" noResize="1" noEditPoints="1" noAdjustHandles="1" noChangeArrowheads="1" noChangeShapeType="1" noTextEdit="1"/>
              </p:cNvSpPr>
              <p:nvPr/>
            </p:nvSpPr>
            <p:spPr>
              <a:xfrm>
                <a:off x="4064197" y="3166378"/>
                <a:ext cx="1838227" cy="939937"/>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Content Placeholder 2">
                <a:extLst>
                  <a:ext uri="{FF2B5EF4-FFF2-40B4-BE49-F238E27FC236}">
                    <a16:creationId xmlns:a16="http://schemas.microsoft.com/office/drawing/2014/main" id="{DFD82B61-21FB-0C47-04AA-5B1549C32145}"/>
                  </a:ext>
                </a:extLst>
              </p:cNvPr>
              <p:cNvSpPr txBox="1">
                <a:spLocks/>
              </p:cNvSpPr>
              <p:nvPr/>
            </p:nvSpPr>
            <p:spPr>
              <a:xfrm>
                <a:off x="3019087" y="4552804"/>
                <a:ext cx="2883337" cy="939937"/>
              </a:xfrm>
              <a:prstGeom prst="rect">
                <a:avLst/>
              </a:prstGeom>
            </p:spPr>
            <p:txBody>
              <a:bodyPr vert="horz" lIns="0" tIns="45720" rIns="0" bIns="45720" rtlCol="0">
                <a:normAutofit/>
              </a:bodyPr>
              <a:lstStyle>
                <a:lvl1pPr marL="304792" indent="-228594" algn="l" defTabSz="914377" rtl="0" eaLnBrk="1" latinLnBrk="0" hangingPunct="1">
                  <a:lnSpc>
                    <a:spcPct val="90000"/>
                  </a:lnSpc>
                  <a:spcBef>
                    <a:spcPts val="1200"/>
                  </a:spcBef>
                  <a:spcAft>
                    <a:spcPts val="200"/>
                  </a:spcAft>
                  <a:buClr>
                    <a:schemeClr val="accent1"/>
                  </a:buClr>
                  <a:buSzPct val="110000"/>
                  <a:buFont typeface="Arial" panose="020B0604020202020204" pitchFamily="34" charset="0"/>
                  <a:buChar char="•"/>
                  <a:defRPr sz="3200" kern="1200">
                    <a:solidFill>
                      <a:schemeClr val="tx1"/>
                    </a:solidFill>
                    <a:latin typeface="+mn-lt"/>
                    <a:ea typeface="+mn-ea"/>
                    <a:cs typeface="+mn-cs"/>
                  </a:defRPr>
                </a:lvl1pPr>
                <a:lvl2pPr marL="609585" indent="-304792" algn="l" defTabSz="914377" rtl="0" eaLnBrk="1" latinLnBrk="0" hangingPunct="1">
                  <a:lnSpc>
                    <a:spcPct val="90000"/>
                  </a:lnSpc>
                  <a:spcBef>
                    <a:spcPts val="200"/>
                  </a:spcBef>
                  <a:spcAft>
                    <a:spcPts val="400"/>
                  </a:spcAft>
                  <a:buClr>
                    <a:schemeClr val="accent1"/>
                  </a:buClr>
                  <a:buFont typeface="Calibri" pitchFamily="34" charset="0"/>
                  <a:buChar char="◦"/>
                  <a:defRPr sz="3200" kern="1200">
                    <a:solidFill>
                      <a:schemeClr val="tx1"/>
                    </a:solidFill>
                    <a:latin typeface="+mn-lt"/>
                    <a:ea typeface="+mn-ea"/>
                    <a:cs typeface="+mn-cs"/>
                  </a:defRPr>
                </a:lvl2pPr>
                <a:lvl3pPr marL="836063" indent="-226478" algn="l" defTabSz="914377" rtl="0" eaLnBrk="1" latinLnBrk="0" hangingPunct="1">
                  <a:lnSpc>
                    <a:spcPct val="90000"/>
                  </a:lnSpc>
                  <a:spcBef>
                    <a:spcPts val="200"/>
                  </a:spcBef>
                  <a:spcAft>
                    <a:spcPts val="400"/>
                  </a:spcAft>
                  <a:buClr>
                    <a:schemeClr val="accent1"/>
                  </a:buClr>
                  <a:buFont typeface="Calibri" pitchFamily="34" charset="0"/>
                  <a:buChar char="◦"/>
                  <a:defRPr sz="2667" kern="1200">
                    <a:solidFill>
                      <a:schemeClr val="tx1"/>
                    </a:solidFill>
                    <a:latin typeface="+mn-lt"/>
                    <a:ea typeface="+mn-ea"/>
                    <a:cs typeface="+mn-cs"/>
                  </a:defRPr>
                </a:lvl3pPr>
                <a:lvl4pPr marL="1071007" indent="-234945" algn="l" defTabSz="914377" rtl="0" eaLnBrk="1" latinLnBrk="0" hangingPunct="1">
                  <a:lnSpc>
                    <a:spcPct val="90000"/>
                  </a:lnSpc>
                  <a:spcBef>
                    <a:spcPts val="200"/>
                  </a:spcBef>
                  <a:spcAft>
                    <a:spcPts val="400"/>
                  </a:spcAft>
                  <a:buClr>
                    <a:schemeClr val="accent1"/>
                  </a:buClr>
                  <a:buFont typeface="Calibri" pitchFamily="34" charset="0"/>
                  <a:buChar char="◦"/>
                  <a:defRPr sz="2400" kern="1200">
                    <a:solidFill>
                      <a:schemeClr val="tx1"/>
                    </a:solidFill>
                    <a:latin typeface="+mn-lt"/>
                    <a:ea typeface="+mn-ea"/>
                    <a:cs typeface="+mn-cs"/>
                  </a:defRPr>
                </a:lvl4pPr>
                <a:lvl5pPr marL="1297485" indent="-226478" algn="l" defTabSz="914377" rtl="0" eaLnBrk="1" latinLnBrk="0" hangingPunct="1">
                  <a:lnSpc>
                    <a:spcPct val="90000"/>
                  </a:lnSpc>
                  <a:spcBef>
                    <a:spcPts val="200"/>
                  </a:spcBef>
                  <a:spcAft>
                    <a:spcPts val="400"/>
                  </a:spcAft>
                  <a:buClr>
                    <a:schemeClr val="accent1"/>
                  </a:buClr>
                  <a:buFont typeface="Calibri" pitchFamily="34" charset="0"/>
                  <a:buChar char="◦"/>
                  <a:defRPr sz="2133"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nary>
                        <m:naryPr>
                          <m:limLoc m:val="undOvr"/>
                          <m:subHide m:val="on"/>
                          <m:supHide m:val="on"/>
                          <m:ctrlPr>
                            <a:rPr lang="en-US" sz="2100" i="1">
                              <a:latin typeface="Cambria Math" panose="02040503050406030204" pitchFamily="18" charset="0"/>
                              <a:ea typeface="Times New Roman" panose="02020603050405020304" pitchFamily="18" charset="0"/>
                            </a:rPr>
                          </m:ctrlPr>
                        </m:naryPr>
                        <m:sub/>
                        <m:sup/>
                        <m:e>
                          <m:d>
                            <m:dPr>
                              <m:ctrlPr>
                                <a:rPr lang="en-US" sz="2100" i="1">
                                  <a:latin typeface="Cambria Math" panose="02040503050406030204" pitchFamily="18" charset="0"/>
                                  <a:ea typeface="Times New Roman" panose="02020603050405020304" pitchFamily="18" charset="0"/>
                                </a:rPr>
                              </m:ctrlPr>
                            </m:dPr>
                            <m:e>
                              <m:sSup>
                                <m:sSupPr>
                                  <m:ctrlPr>
                                    <a:rPr lang="en-US" sz="2100" i="1">
                                      <a:latin typeface="Cambria Math" panose="02040503050406030204" pitchFamily="18" charset="0"/>
                                      <a:ea typeface="Times New Roman" panose="02020603050405020304" pitchFamily="18" charset="0"/>
                                    </a:rPr>
                                  </m:ctrlPr>
                                </m:sSupPr>
                                <m:e>
                                  <m:r>
                                    <a:rPr lang="en-US" sz="2100" i="1">
                                      <a:latin typeface="Cambria Math" panose="02040503050406030204" pitchFamily="18" charset="0"/>
                                      <a:ea typeface="Times New Roman" panose="02020603050405020304" pitchFamily="18" charset="0"/>
                                      <a:cs typeface="Arial" panose="020B0604020202020204" pitchFamily="34" charset="0"/>
                                    </a:rPr>
                                    <m:t>𝑧</m:t>
                                  </m:r>
                                </m:e>
                                <m:sup>
                                  <m:r>
                                    <a:rPr lang="en-US" sz="2100" i="1">
                                      <a:latin typeface="Cambria Math" panose="02040503050406030204" pitchFamily="18" charset="0"/>
                                      <a:ea typeface="Times New Roman" panose="02020603050405020304" pitchFamily="18" charset="0"/>
                                      <a:cs typeface="Arial" panose="020B0604020202020204" pitchFamily="34" charset="0"/>
                                    </a:rPr>
                                    <m:t>2</m:t>
                                  </m:r>
                                </m:sup>
                              </m:sSup>
                              <m:r>
                                <a:rPr lang="en-US" sz="2100" i="1">
                                  <a:latin typeface="Cambria Math" panose="02040503050406030204" pitchFamily="18" charset="0"/>
                                  <a:ea typeface="Times New Roman" panose="02020603050405020304" pitchFamily="18" charset="0"/>
                                  <a:cs typeface="Arial" panose="020B0604020202020204" pitchFamily="34" charset="0"/>
                                </a:rPr>
                                <m:t>−1+</m:t>
                              </m:r>
                              <m:f>
                                <m:fPr>
                                  <m:ctrlPr>
                                    <a:rPr lang="en-US" sz="2100" i="1">
                                      <a:latin typeface="Cambria Math" panose="02040503050406030204" pitchFamily="18" charset="0"/>
                                      <a:ea typeface="Times New Roman" panose="02020603050405020304" pitchFamily="18" charset="0"/>
                                    </a:rPr>
                                  </m:ctrlPr>
                                </m:fPr>
                                <m:num>
                                  <m:r>
                                    <a:rPr lang="en-US" sz="2100" i="1">
                                      <a:latin typeface="Cambria Math" panose="02040503050406030204" pitchFamily="18" charset="0"/>
                                      <a:ea typeface="Times New Roman" panose="02020603050405020304" pitchFamily="18" charset="0"/>
                                      <a:cs typeface="Arial" panose="020B0604020202020204" pitchFamily="34" charset="0"/>
                                    </a:rPr>
                                    <m:t>1</m:t>
                                  </m:r>
                                </m:num>
                                <m:den>
                                  <m:r>
                                    <a:rPr lang="en-US" sz="2100" i="1">
                                      <a:latin typeface="Cambria Math" panose="02040503050406030204" pitchFamily="18" charset="0"/>
                                      <a:ea typeface="Times New Roman" panose="02020603050405020304" pitchFamily="18" charset="0"/>
                                      <a:cs typeface="Arial" panose="020B0604020202020204" pitchFamily="34" charset="0"/>
                                    </a:rPr>
                                    <m:t>1+</m:t>
                                  </m:r>
                                  <m:sSup>
                                    <m:sSupPr>
                                      <m:ctrlPr>
                                        <a:rPr lang="en-US" sz="2100" i="1">
                                          <a:latin typeface="Cambria Math" panose="02040503050406030204" pitchFamily="18" charset="0"/>
                                          <a:ea typeface="Times New Roman" panose="02020603050405020304" pitchFamily="18" charset="0"/>
                                        </a:rPr>
                                      </m:ctrlPr>
                                    </m:sSupPr>
                                    <m:e>
                                      <m:r>
                                        <a:rPr lang="en-US" sz="2100" i="1">
                                          <a:latin typeface="Cambria Math" panose="02040503050406030204" pitchFamily="18" charset="0"/>
                                          <a:ea typeface="Times New Roman" panose="02020603050405020304" pitchFamily="18" charset="0"/>
                                          <a:cs typeface="Arial" panose="020B0604020202020204" pitchFamily="34" charset="0"/>
                                        </a:rPr>
                                        <m:t>𝑧</m:t>
                                      </m:r>
                                    </m:e>
                                    <m:sup>
                                      <m:r>
                                        <a:rPr lang="en-US" sz="2100" i="1">
                                          <a:latin typeface="Cambria Math" panose="02040503050406030204" pitchFamily="18" charset="0"/>
                                          <a:ea typeface="Times New Roman" panose="02020603050405020304" pitchFamily="18" charset="0"/>
                                          <a:cs typeface="Arial" panose="020B0604020202020204" pitchFamily="34" charset="0"/>
                                        </a:rPr>
                                        <m:t>2</m:t>
                                      </m:r>
                                    </m:sup>
                                  </m:sSup>
                                </m:den>
                              </m:f>
                            </m:e>
                          </m:d>
                          <m:r>
                            <a:rPr lang="en-US" sz="2100" i="1">
                              <a:latin typeface="Cambria Math" panose="02040503050406030204" pitchFamily="18" charset="0"/>
                              <a:ea typeface="Times New Roman" panose="02020603050405020304" pitchFamily="18" charset="0"/>
                              <a:cs typeface="Arial" panose="020B0604020202020204" pitchFamily="34" charset="0"/>
                            </a:rPr>
                            <m:t>𝑑𝑧</m:t>
                          </m:r>
                        </m:e>
                      </m:nary>
                    </m:oMath>
                  </m:oMathPara>
                </a14:m>
                <a:endParaRPr lang="en-US" sz="2100"/>
              </a:p>
            </p:txBody>
          </p:sp>
        </mc:Choice>
        <mc:Fallback xmlns="">
          <p:sp>
            <p:nvSpPr>
              <p:cNvPr id="23" name="Content Placeholder 2">
                <a:extLst>
                  <a:ext uri="{FF2B5EF4-FFF2-40B4-BE49-F238E27FC236}">
                    <a16:creationId xmlns:a16="http://schemas.microsoft.com/office/drawing/2014/main" id="{DFD82B61-21FB-0C47-04AA-5B1549C32145}"/>
                  </a:ext>
                </a:extLst>
              </p:cNvPr>
              <p:cNvSpPr txBox="1">
                <a:spLocks noRot="1" noChangeAspect="1" noMove="1" noResize="1" noEditPoints="1" noAdjustHandles="1" noChangeArrowheads="1" noChangeShapeType="1" noTextEdit="1"/>
              </p:cNvSpPr>
              <p:nvPr/>
            </p:nvSpPr>
            <p:spPr>
              <a:xfrm>
                <a:off x="3019087" y="4552804"/>
                <a:ext cx="2883337" cy="939937"/>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Content Placeholder 2">
                <a:extLst>
                  <a:ext uri="{FF2B5EF4-FFF2-40B4-BE49-F238E27FC236}">
                    <a16:creationId xmlns:a16="http://schemas.microsoft.com/office/drawing/2014/main" id="{37BAC95E-206C-D427-E998-7E3021D2CABE}"/>
                  </a:ext>
                </a:extLst>
              </p:cNvPr>
              <p:cNvSpPr txBox="1">
                <a:spLocks/>
              </p:cNvSpPr>
              <p:nvPr/>
            </p:nvSpPr>
            <p:spPr>
              <a:xfrm>
                <a:off x="6526035" y="3546578"/>
                <a:ext cx="1044476" cy="939937"/>
              </a:xfrm>
              <a:prstGeom prst="rect">
                <a:avLst/>
              </a:prstGeom>
            </p:spPr>
            <p:txBody>
              <a:bodyPr vert="horz" lIns="0" tIns="45720" rIns="0" bIns="45720" rtlCol="0">
                <a:normAutofit/>
              </a:bodyPr>
              <a:lstStyle>
                <a:lvl1pPr marL="304792" indent="-228594" algn="l" defTabSz="914377" rtl="0" eaLnBrk="1" latinLnBrk="0" hangingPunct="1">
                  <a:lnSpc>
                    <a:spcPct val="90000"/>
                  </a:lnSpc>
                  <a:spcBef>
                    <a:spcPts val="1200"/>
                  </a:spcBef>
                  <a:spcAft>
                    <a:spcPts val="200"/>
                  </a:spcAft>
                  <a:buClr>
                    <a:schemeClr val="accent1"/>
                  </a:buClr>
                  <a:buSzPct val="110000"/>
                  <a:buFont typeface="Arial" panose="020B0604020202020204" pitchFamily="34" charset="0"/>
                  <a:buChar char="•"/>
                  <a:defRPr sz="3200" kern="1200">
                    <a:solidFill>
                      <a:schemeClr val="tx1"/>
                    </a:solidFill>
                    <a:latin typeface="+mn-lt"/>
                    <a:ea typeface="+mn-ea"/>
                    <a:cs typeface="+mn-cs"/>
                  </a:defRPr>
                </a:lvl1pPr>
                <a:lvl2pPr marL="609585" indent="-304792" algn="l" defTabSz="914377" rtl="0" eaLnBrk="1" latinLnBrk="0" hangingPunct="1">
                  <a:lnSpc>
                    <a:spcPct val="90000"/>
                  </a:lnSpc>
                  <a:spcBef>
                    <a:spcPts val="200"/>
                  </a:spcBef>
                  <a:spcAft>
                    <a:spcPts val="400"/>
                  </a:spcAft>
                  <a:buClr>
                    <a:schemeClr val="accent1"/>
                  </a:buClr>
                  <a:buFont typeface="Calibri" pitchFamily="34" charset="0"/>
                  <a:buChar char="◦"/>
                  <a:defRPr sz="3200" kern="1200">
                    <a:solidFill>
                      <a:schemeClr val="tx1"/>
                    </a:solidFill>
                    <a:latin typeface="+mn-lt"/>
                    <a:ea typeface="+mn-ea"/>
                    <a:cs typeface="+mn-cs"/>
                  </a:defRPr>
                </a:lvl2pPr>
                <a:lvl3pPr marL="836063" indent="-226478" algn="l" defTabSz="914377" rtl="0" eaLnBrk="1" latinLnBrk="0" hangingPunct="1">
                  <a:lnSpc>
                    <a:spcPct val="90000"/>
                  </a:lnSpc>
                  <a:spcBef>
                    <a:spcPts val="200"/>
                  </a:spcBef>
                  <a:spcAft>
                    <a:spcPts val="400"/>
                  </a:spcAft>
                  <a:buClr>
                    <a:schemeClr val="accent1"/>
                  </a:buClr>
                  <a:buFont typeface="Calibri" pitchFamily="34" charset="0"/>
                  <a:buChar char="◦"/>
                  <a:defRPr sz="2667" kern="1200">
                    <a:solidFill>
                      <a:schemeClr val="tx1"/>
                    </a:solidFill>
                    <a:latin typeface="+mn-lt"/>
                    <a:ea typeface="+mn-ea"/>
                    <a:cs typeface="+mn-cs"/>
                  </a:defRPr>
                </a:lvl3pPr>
                <a:lvl4pPr marL="1071007" indent="-234945" algn="l" defTabSz="914377" rtl="0" eaLnBrk="1" latinLnBrk="0" hangingPunct="1">
                  <a:lnSpc>
                    <a:spcPct val="90000"/>
                  </a:lnSpc>
                  <a:spcBef>
                    <a:spcPts val="200"/>
                  </a:spcBef>
                  <a:spcAft>
                    <a:spcPts val="400"/>
                  </a:spcAft>
                  <a:buClr>
                    <a:schemeClr val="accent1"/>
                  </a:buClr>
                  <a:buFont typeface="Calibri" pitchFamily="34" charset="0"/>
                  <a:buChar char="◦"/>
                  <a:defRPr sz="2400" kern="1200">
                    <a:solidFill>
                      <a:schemeClr val="tx1"/>
                    </a:solidFill>
                    <a:latin typeface="+mn-lt"/>
                    <a:ea typeface="+mn-ea"/>
                    <a:cs typeface="+mn-cs"/>
                  </a:defRPr>
                </a:lvl4pPr>
                <a:lvl5pPr marL="1297485" indent="-226478" algn="l" defTabSz="914377" rtl="0" eaLnBrk="1" latinLnBrk="0" hangingPunct="1">
                  <a:lnSpc>
                    <a:spcPct val="90000"/>
                  </a:lnSpc>
                  <a:spcBef>
                    <a:spcPts val="200"/>
                  </a:spcBef>
                  <a:spcAft>
                    <a:spcPts val="400"/>
                  </a:spcAft>
                  <a:buClr>
                    <a:schemeClr val="accent1"/>
                  </a:buClr>
                  <a:buFont typeface="Calibri" pitchFamily="34" charset="0"/>
                  <a:buChar char="◦"/>
                  <a:defRPr sz="2133"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76198" indent="0">
                  <a:buNone/>
                </a:pPr>
                <a14:m>
                  <m:oMathPara xmlns:m="http://schemas.openxmlformats.org/officeDocument/2006/math">
                    <m:oMathParaPr>
                      <m:jc m:val="centerGroup"/>
                    </m:oMathParaPr>
                    <m:oMath xmlns:m="http://schemas.openxmlformats.org/officeDocument/2006/math">
                      <m:nary>
                        <m:naryPr>
                          <m:limLoc m:val="undOvr"/>
                          <m:subHide m:val="on"/>
                          <m:supHide m:val="on"/>
                          <m:ctrlPr>
                            <a:rPr lang="en-US" sz="2100" i="1">
                              <a:latin typeface="Cambria Math" panose="02040503050406030204" pitchFamily="18" charset="0"/>
                              <a:cs typeface="Arial" panose="020B0604020202020204" pitchFamily="34" charset="0"/>
                            </a:rPr>
                          </m:ctrlPr>
                        </m:naryPr>
                        <m:sub/>
                        <m:sup/>
                        <m:e>
                          <m:sSup>
                            <m:sSupPr>
                              <m:ctrlPr>
                                <a:rPr lang="en-US" sz="2100" i="1">
                                  <a:latin typeface="Cambria Math" panose="02040503050406030204" pitchFamily="18" charset="0"/>
                                  <a:ea typeface="Times New Roman" panose="02020603050405020304" pitchFamily="18" charset="0"/>
                                </a:rPr>
                              </m:ctrlPr>
                            </m:sSupPr>
                            <m:e>
                              <m:r>
                                <a:rPr lang="en-US" sz="2100" i="1">
                                  <a:latin typeface="Cambria Math" panose="02040503050406030204" pitchFamily="18" charset="0"/>
                                  <a:ea typeface="Times New Roman" panose="02020603050405020304" pitchFamily="18" charset="0"/>
                                  <a:cs typeface="Arial" panose="020B0604020202020204" pitchFamily="34" charset="0"/>
                                </a:rPr>
                                <m:t>𝑧</m:t>
                              </m:r>
                            </m:e>
                            <m:sup>
                              <m:r>
                                <a:rPr lang="en-US" sz="2100" i="1">
                                  <a:latin typeface="Cambria Math" panose="02040503050406030204" pitchFamily="18" charset="0"/>
                                  <a:ea typeface="Times New Roman" panose="02020603050405020304" pitchFamily="18" charset="0"/>
                                  <a:cs typeface="Arial" panose="020B0604020202020204" pitchFamily="34" charset="0"/>
                                </a:rPr>
                                <m:t>2</m:t>
                              </m:r>
                            </m:sup>
                          </m:sSup>
                          <m:r>
                            <a:rPr lang="en-US" sz="2100" i="1">
                              <a:latin typeface="Cambria Math" panose="02040503050406030204" pitchFamily="18" charset="0"/>
                              <a:ea typeface="Times New Roman" panose="02020603050405020304" pitchFamily="18" charset="0"/>
                              <a:cs typeface="Arial" panose="020B0604020202020204" pitchFamily="34" charset="0"/>
                            </a:rPr>
                            <m:t>𝑑𝑧</m:t>
                          </m:r>
                        </m:e>
                      </m:nary>
                    </m:oMath>
                  </m:oMathPara>
                </a14:m>
                <a:endParaRPr lang="en-US" sz="2100"/>
              </a:p>
            </p:txBody>
          </p:sp>
        </mc:Choice>
        <mc:Fallback xmlns="">
          <p:sp>
            <p:nvSpPr>
              <p:cNvPr id="24" name="Content Placeholder 2">
                <a:extLst>
                  <a:ext uri="{FF2B5EF4-FFF2-40B4-BE49-F238E27FC236}">
                    <a16:creationId xmlns:a16="http://schemas.microsoft.com/office/drawing/2014/main" id="{37BAC95E-206C-D427-E998-7E3021D2CABE}"/>
                  </a:ext>
                </a:extLst>
              </p:cNvPr>
              <p:cNvSpPr txBox="1">
                <a:spLocks noRot="1" noChangeAspect="1" noMove="1" noResize="1" noEditPoints="1" noAdjustHandles="1" noChangeArrowheads="1" noChangeShapeType="1" noTextEdit="1"/>
              </p:cNvSpPr>
              <p:nvPr/>
            </p:nvSpPr>
            <p:spPr>
              <a:xfrm>
                <a:off x="6526035" y="3546578"/>
                <a:ext cx="1044476" cy="939937"/>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Content Placeholder 2">
                <a:extLst>
                  <a:ext uri="{FF2B5EF4-FFF2-40B4-BE49-F238E27FC236}">
                    <a16:creationId xmlns:a16="http://schemas.microsoft.com/office/drawing/2014/main" id="{B4BA0458-537B-5B39-7AEB-B8AD1CEE80CB}"/>
                  </a:ext>
                </a:extLst>
              </p:cNvPr>
              <p:cNvSpPr txBox="1">
                <a:spLocks/>
              </p:cNvSpPr>
              <p:nvPr/>
            </p:nvSpPr>
            <p:spPr>
              <a:xfrm>
                <a:off x="6526035" y="4438328"/>
                <a:ext cx="1327936" cy="939937"/>
              </a:xfrm>
              <a:prstGeom prst="rect">
                <a:avLst/>
              </a:prstGeom>
            </p:spPr>
            <p:txBody>
              <a:bodyPr vert="horz" lIns="0" tIns="45720" rIns="0" bIns="45720" rtlCol="0">
                <a:normAutofit/>
              </a:bodyPr>
              <a:lstStyle>
                <a:lvl1pPr marL="304792" indent="-228594" algn="l" defTabSz="914377" rtl="0" eaLnBrk="1" latinLnBrk="0" hangingPunct="1">
                  <a:lnSpc>
                    <a:spcPct val="90000"/>
                  </a:lnSpc>
                  <a:spcBef>
                    <a:spcPts val="1200"/>
                  </a:spcBef>
                  <a:spcAft>
                    <a:spcPts val="200"/>
                  </a:spcAft>
                  <a:buClr>
                    <a:schemeClr val="accent1"/>
                  </a:buClr>
                  <a:buSzPct val="110000"/>
                  <a:buFont typeface="Arial" panose="020B0604020202020204" pitchFamily="34" charset="0"/>
                  <a:buChar char="•"/>
                  <a:defRPr sz="3200" kern="1200">
                    <a:solidFill>
                      <a:schemeClr val="tx1"/>
                    </a:solidFill>
                    <a:latin typeface="+mn-lt"/>
                    <a:ea typeface="+mn-ea"/>
                    <a:cs typeface="+mn-cs"/>
                  </a:defRPr>
                </a:lvl1pPr>
                <a:lvl2pPr marL="609585" indent="-304792" algn="l" defTabSz="914377" rtl="0" eaLnBrk="1" latinLnBrk="0" hangingPunct="1">
                  <a:lnSpc>
                    <a:spcPct val="90000"/>
                  </a:lnSpc>
                  <a:spcBef>
                    <a:spcPts val="200"/>
                  </a:spcBef>
                  <a:spcAft>
                    <a:spcPts val="400"/>
                  </a:spcAft>
                  <a:buClr>
                    <a:schemeClr val="accent1"/>
                  </a:buClr>
                  <a:buFont typeface="Calibri" pitchFamily="34" charset="0"/>
                  <a:buChar char="◦"/>
                  <a:defRPr sz="3200" kern="1200">
                    <a:solidFill>
                      <a:schemeClr val="tx1"/>
                    </a:solidFill>
                    <a:latin typeface="+mn-lt"/>
                    <a:ea typeface="+mn-ea"/>
                    <a:cs typeface="+mn-cs"/>
                  </a:defRPr>
                </a:lvl2pPr>
                <a:lvl3pPr marL="836063" indent="-226478" algn="l" defTabSz="914377" rtl="0" eaLnBrk="1" latinLnBrk="0" hangingPunct="1">
                  <a:lnSpc>
                    <a:spcPct val="90000"/>
                  </a:lnSpc>
                  <a:spcBef>
                    <a:spcPts val="200"/>
                  </a:spcBef>
                  <a:spcAft>
                    <a:spcPts val="400"/>
                  </a:spcAft>
                  <a:buClr>
                    <a:schemeClr val="accent1"/>
                  </a:buClr>
                  <a:buFont typeface="Calibri" pitchFamily="34" charset="0"/>
                  <a:buChar char="◦"/>
                  <a:defRPr sz="2667" kern="1200">
                    <a:solidFill>
                      <a:schemeClr val="tx1"/>
                    </a:solidFill>
                    <a:latin typeface="+mn-lt"/>
                    <a:ea typeface="+mn-ea"/>
                    <a:cs typeface="+mn-cs"/>
                  </a:defRPr>
                </a:lvl3pPr>
                <a:lvl4pPr marL="1071007" indent="-234945" algn="l" defTabSz="914377" rtl="0" eaLnBrk="1" latinLnBrk="0" hangingPunct="1">
                  <a:lnSpc>
                    <a:spcPct val="90000"/>
                  </a:lnSpc>
                  <a:spcBef>
                    <a:spcPts val="200"/>
                  </a:spcBef>
                  <a:spcAft>
                    <a:spcPts val="400"/>
                  </a:spcAft>
                  <a:buClr>
                    <a:schemeClr val="accent1"/>
                  </a:buClr>
                  <a:buFont typeface="Calibri" pitchFamily="34" charset="0"/>
                  <a:buChar char="◦"/>
                  <a:defRPr sz="2400" kern="1200">
                    <a:solidFill>
                      <a:schemeClr val="tx1"/>
                    </a:solidFill>
                    <a:latin typeface="+mn-lt"/>
                    <a:ea typeface="+mn-ea"/>
                    <a:cs typeface="+mn-cs"/>
                  </a:defRPr>
                </a:lvl4pPr>
                <a:lvl5pPr marL="1297485" indent="-226478" algn="l" defTabSz="914377" rtl="0" eaLnBrk="1" latinLnBrk="0" hangingPunct="1">
                  <a:lnSpc>
                    <a:spcPct val="90000"/>
                  </a:lnSpc>
                  <a:spcBef>
                    <a:spcPts val="200"/>
                  </a:spcBef>
                  <a:spcAft>
                    <a:spcPts val="400"/>
                  </a:spcAft>
                  <a:buClr>
                    <a:schemeClr val="accent1"/>
                  </a:buClr>
                  <a:buFont typeface="Calibri" pitchFamily="34" charset="0"/>
                  <a:buChar char="◦"/>
                  <a:defRPr sz="2133"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76198" indent="0">
                  <a:buNone/>
                </a:pPr>
                <a14:m>
                  <m:oMathPara xmlns:m="http://schemas.openxmlformats.org/officeDocument/2006/math">
                    <m:oMathParaPr>
                      <m:jc m:val="centerGroup"/>
                    </m:oMathParaPr>
                    <m:oMath xmlns:m="http://schemas.openxmlformats.org/officeDocument/2006/math">
                      <m:nary>
                        <m:naryPr>
                          <m:limLoc m:val="undOvr"/>
                          <m:subHide m:val="on"/>
                          <m:supHide m:val="on"/>
                          <m:ctrlPr>
                            <a:rPr lang="en-US" sz="2100" i="1" smtClean="0">
                              <a:latin typeface="Cambria Math" panose="02040503050406030204" pitchFamily="18" charset="0"/>
                              <a:cs typeface="Arial" panose="020B0604020202020204" pitchFamily="34" charset="0"/>
                            </a:rPr>
                          </m:ctrlPr>
                        </m:naryPr>
                        <m:sub/>
                        <m:sup/>
                        <m:e>
                          <m:r>
                            <a:rPr lang="en-US" sz="2100" b="0" i="1" smtClean="0">
                              <a:latin typeface="Cambria Math" panose="02040503050406030204" pitchFamily="18" charset="0"/>
                              <a:cs typeface="Arial" panose="020B0604020202020204" pitchFamily="34" charset="0"/>
                            </a:rPr>
                            <m:t>−1 </m:t>
                          </m:r>
                          <m:r>
                            <a:rPr lang="en-US" sz="2100" i="1">
                              <a:latin typeface="Cambria Math" panose="02040503050406030204" pitchFamily="18" charset="0"/>
                              <a:ea typeface="Times New Roman" panose="02020603050405020304" pitchFamily="18" charset="0"/>
                              <a:cs typeface="Arial" panose="020B0604020202020204" pitchFamily="34" charset="0"/>
                            </a:rPr>
                            <m:t>𝑑𝑧</m:t>
                          </m:r>
                        </m:e>
                      </m:nary>
                    </m:oMath>
                  </m:oMathPara>
                </a14:m>
                <a:endParaRPr lang="en-US" sz="2100"/>
              </a:p>
            </p:txBody>
          </p:sp>
        </mc:Choice>
        <mc:Fallback xmlns="">
          <p:sp>
            <p:nvSpPr>
              <p:cNvPr id="25" name="Content Placeholder 2">
                <a:extLst>
                  <a:ext uri="{FF2B5EF4-FFF2-40B4-BE49-F238E27FC236}">
                    <a16:creationId xmlns:a16="http://schemas.microsoft.com/office/drawing/2014/main" id="{B4BA0458-537B-5B39-7AEB-B8AD1CEE80CB}"/>
                  </a:ext>
                </a:extLst>
              </p:cNvPr>
              <p:cNvSpPr txBox="1">
                <a:spLocks noRot="1" noChangeAspect="1" noMove="1" noResize="1" noEditPoints="1" noAdjustHandles="1" noChangeArrowheads="1" noChangeShapeType="1" noTextEdit="1"/>
              </p:cNvSpPr>
              <p:nvPr/>
            </p:nvSpPr>
            <p:spPr>
              <a:xfrm>
                <a:off x="6526035" y="4438328"/>
                <a:ext cx="1327936" cy="939937"/>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Content Placeholder 2">
                <a:extLst>
                  <a:ext uri="{FF2B5EF4-FFF2-40B4-BE49-F238E27FC236}">
                    <a16:creationId xmlns:a16="http://schemas.microsoft.com/office/drawing/2014/main" id="{3B642338-5615-6346-DC1C-5DEA55BAA740}"/>
                  </a:ext>
                </a:extLst>
              </p:cNvPr>
              <p:cNvSpPr txBox="1">
                <a:spLocks/>
              </p:cNvSpPr>
              <p:nvPr/>
            </p:nvSpPr>
            <p:spPr>
              <a:xfrm>
                <a:off x="6526035" y="5330079"/>
                <a:ext cx="1759341" cy="939937"/>
              </a:xfrm>
              <a:prstGeom prst="rect">
                <a:avLst/>
              </a:prstGeom>
            </p:spPr>
            <p:txBody>
              <a:bodyPr vert="horz" lIns="0" tIns="45720" rIns="0" bIns="45720" rtlCol="0">
                <a:normAutofit/>
              </a:bodyPr>
              <a:lstStyle>
                <a:lvl1pPr marL="304792" indent="-228594" algn="l" defTabSz="914377" rtl="0" eaLnBrk="1" latinLnBrk="0" hangingPunct="1">
                  <a:lnSpc>
                    <a:spcPct val="90000"/>
                  </a:lnSpc>
                  <a:spcBef>
                    <a:spcPts val="1200"/>
                  </a:spcBef>
                  <a:spcAft>
                    <a:spcPts val="200"/>
                  </a:spcAft>
                  <a:buClr>
                    <a:schemeClr val="accent1"/>
                  </a:buClr>
                  <a:buSzPct val="110000"/>
                  <a:buFont typeface="Arial" panose="020B0604020202020204" pitchFamily="34" charset="0"/>
                  <a:buChar char="•"/>
                  <a:defRPr sz="3200" kern="1200">
                    <a:solidFill>
                      <a:schemeClr val="tx1"/>
                    </a:solidFill>
                    <a:latin typeface="+mn-lt"/>
                    <a:ea typeface="+mn-ea"/>
                    <a:cs typeface="+mn-cs"/>
                  </a:defRPr>
                </a:lvl1pPr>
                <a:lvl2pPr marL="609585" indent="-304792" algn="l" defTabSz="914377" rtl="0" eaLnBrk="1" latinLnBrk="0" hangingPunct="1">
                  <a:lnSpc>
                    <a:spcPct val="90000"/>
                  </a:lnSpc>
                  <a:spcBef>
                    <a:spcPts val="200"/>
                  </a:spcBef>
                  <a:spcAft>
                    <a:spcPts val="400"/>
                  </a:spcAft>
                  <a:buClr>
                    <a:schemeClr val="accent1"/>
                  </a:buClr>
                  <a:buFont typeface="Calibri" pitchFamily="34" charset="0"/>
                  <a:buChar char="◦"/>
                  <a:defRPr sz="3200" kern="1200">
                    <a:solidFill>
                      <a:schemeClr val="tx1"/>
                    </a:solidFill>
                    <a:latin typeface="+mn-lt"/>
                    <a:ea typeface="+mn-ea"/>
                    <a:cs typeface="+mn-cs"/>
                  </a:defRPr>
                </a:lvl2pPr>
                <a:lvl3pPr marL="836063" indent="-226478" algn="l" defTabSz="914377" rtl="0" eaLnBrk="1" latinLnBrk="0" hangingPunct="1">
                  <a:lnSpc>
                    <a:spcPct val="90000"/>
                  </a:lnSpc>
                  <a:spcBef>
                    <a:spcPts val="200"/>
                  </a:spcBef>
                  <a:spcAft>
                    <a:spcPts val="400"/>
                  </a:spcAft>
                  <a:buClr>
                    <a:schemeClr val="accent1"/>
                  </a:buClr>
                  <a:buFont typeface="Calibri" pitchFamily="34" charset="0"/>
                  <a:buChar char="◦"/>
                  <a:defRPr sz="2667" kern="1200">
                    <a:solidFill>
                      <a:schemeClr val="tx1"/>
                    </a:solidFill>
                    <a:latin typeface="+mn-lt"/>
                    <a:ea typeface="+mn-ea"/>
                    <a:cs typeface="+mn-cs"/>
                  </a:defRPr>
                </a:lvl3pPr>
                <a:lvl4pPr marL="1071007" indent="-234945" algn="l" defTabSz="914377" rtl="0" eaLnBrk="1" latinLnBrk="0" hangingPunct="1">
                  <a:lnSpc>
                    <a:spcPct val="90000"/>
                  </a:lnSpc>
                  <a:spcBef>
                    <a:spcPts val="200"/>
                  </a:spcBef>
                  <a:spcAft>
                    <a:spcPts val="400"/>
                  </a:spcAft>
                  <a:buClr>
                    <a:schemeClr val="accent1"/>
                  </a:buClr>
                  <a:buFont typeface="Calibri" pitchFamily="34" charset="0"/>
                  <a:buChar char="◦"/>
                  <a:defRPr sz="2400" kern="1200">
                    <a:solidFill>
                      <a:schemeClr val="tx1"/>
                    </a:solidFill>
                    <a:latin typeface="+mn-lt"/>
                    <a:ea typeface="+mn-ea"/>
                    <a:cs typeface="+mn-cs"/>
                  </a:defRPr>
                </a:lvl4pPr>
                <a:lvl5pPr marL="1297485" indent="-226478" algn="l" defTabSz="914377" rtl="0" eaLnBrk="1" latinLnBrk="0" hangingPunct="1">
                  <a:lnSpc>
                    <a:spcPct val="90000"/>
                  </a:lnSpc>
                  <a:spcBef>
                    <a:spcPts val="200"/>
                  </a:spcBef>
                  <a:spcAft>
                    <a:spcPts val="400"/>
                  </a:spcAft>
                  <a:buClr>
                    <a:schemeClr val="accent1"/>
                  </a:buClr>
                  <a:buFont typeface="Calibri" pitchFamily="34" charset="0"/>
                  <a:buChar char="◦"/>
                  <a:defRPr sz="2133"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76198" indent="0">
                  <a:buNone/>
                </a:pPr>
                <a14:m>
                  <m:oMathPara xmlns:m="http://schemas.openxmlformats.org/officeDocument/2006/math">
                    <m:oMathParaPr>
                      <m:jc m:val="centerGroup"/>
                    </m:oMathParaPr>
                    <m:oMath xmlns:m="http://schemas.openxmlformats.org/officeDocument/2006/math">
                      <m:nary>
                        <m:naryPr>
                          <m:limLoc m:val="undOvr"/>
                          <m:subHide m:val="on"/>
                          <m:supHide m:val="on"/>
                          <m:ctrlPr>
                            <a:rPr lang="en-US" sz="2100" i="1">
                              <a:latin typeface="Cambria Math" panose="02040503050406030204" pitchFamily="18" charset="0"/>
                              <a:cs typeface="Arial" panose="020B0604020202020204" pitchFamily="34" charset="0"/>
                            </a:rPr>
                          </m:ctrlPr>
                        </m:naryPr>
                        <m:sub/>
                        <m:sup/>
                        <m:e>
                          <m:f>
                            <m:fPr>
                              <m:ctrlPr>
                                <a:rPr lang="en-US" sz="2100" i="1">
                                  <a:latin typeface="Cambria Math" panose="02040503050406030204" pitchFamily="18" charset="0"/>
                                  <a:ea typeface="Times New Roman" panose="02020603050405020304" pitchFamily="18" charset="0"/>
                                </a:rPr>
                              </m:ctrlPr>
                            </m:fPr>
                            <m:num>
                              <m:r>
                                <a:rPr lang="en-US" sz="2100" i="1">
                                  <a:latin typeface="Cambria Math" panose="02040503050406030204" pitchFamily="18" charset="0"/>
                                  <a:ea typeface="Times New Roman" panose="02020603050405020304" pitchFamily="18" charset="0"/>
                                  <a:cs typeface="Arial" panose="020B0604020202020204" pitchFamily="34" charset="0"/>
                                </a:rPr>
                                <m:t>1</m:t>
                              </m:r>
                            </m:num>
                            <m:den>
                              <m:r>
                                <a:rPr lang="en-US" sz="2100" i="1">
                                  <a:latin typeface="Cambria Math" panose="02040503050406030204" pitchFamily="18" charset="0"/>
                                  <a:ea typeface="Times New Roman" panose="02020603050405020304" pitchFamily="18" charset="0"/>
                                  <a:cs typeface="Arial" panose="020B0604020202020204" pitchFamily="34" charset="0"/>
                                </a:rPr>
                                <m:t>1+</m:t>
                              </m:r>
                              <m:sSup>
                                <m:sSupPr>
                                  <m:ctrlPr>
                                    <a:rPr lang="en-US" sz="2100" i="1">
                                      <a:latin typeface="Cambria Math" panose="02040503050406030204" pitchFamily="18" charset="0"/>
                                      <a:ea typeface="Times New Roman" panose="02020603050405020304" pitchFamily="18" charset="0"/>
                                    </a:rPr>
                                  </m:ctrlPr>
                                </m:sSupPr>
                                <m:e>
                                  <m:r>
                                    <a:rPr lang="en-US" sz="2100" i="1">
                                      <a:latin typeface="Cambria Math" panose="02040503050406030204" pitchFamily="18" charset="0"/>
                                      <a:ea typeface="Times New Roman" panose="02020603050405020304" pitchFamily="18" charset="0"/>
                                      <a:cs typeface="Arial" panose="020B0604020202020204" pitchFamily="34" charset="0"/>
                                    </a:rPr>
                                    <m:t>𝑧</m:t>
                                  </m:r>
                                </m:e>
                                <m:sup>
                                  <m:r>
                                    <a:rPr lang="en-US" sz="2100" i="1">
                                      <a:latin typeface="Cambria Math" panose="02040503050406030204" pitchFamily="18" charset="0"/>
                                      <a:ea typeface="Times New Roman" panose="02020603050405020304" pitchFamily="18" charset="0"/>
                                      <a:cs typeface="Arial" panose="020B0604020202020204" pitchFamily="34" charset="0"/>
                                    </a:rPr>
                                    <m:t>2</m:t>
                                  </m:r>
                                </m:sup>
                              </m:sSup>
                            </m:den>
                          </m:f>
                          <m:r>
                            <a:rPr lang="en-US" sz="2100" i="1">
                              <a:latin typeface="Cambria Math" panose="02040503050406030204" pitchFamily="18" charset="0"/>
                              <a:ea typeface="Times New Roman" panose="02020603050405020304" pitchFamily="18" charset="0"/>
                              <a:cs typeface="Arial" panose="020B0604020202020204" pitchFamily="34" charset="0"/>
                            </a:rPr>
                            <m:t>𝑑𝑧</m:t>
                          </m:r>
                        </m:e>
                      </m:nary>
                    </m:oMath>
                  </m:oMathPara>
                </a14:m>
                <a:endParaRPr lang="en-US" sz="2100"/>
              </a:p>
            </p:txBody>
          </p:sp>
        </mc:Choice>
        <mc:Fallback xmlns="">
          <p:sp>
            <p:nvSpPr>
              <p:cNvPr id="26" name="Content Placeholder 2">
                <a:extLst>
                  <a:ext uri="{FF2B5EF4-FFF2-40B4-BE49-F238E27FC236}">
                    <a16:creationId xmlns:a16="http://schemas.microsoft.com/office/drawing/2014/main" id="{3B642338-5615-6346-DC1C-5DEA55BAA740}"/>
                  </a:ext>
                </a:extLst>
              </p:cNvPr>
              <p:cNvSpPr txBox="1">
                <a:spLocks noRot="1" noChangeAspect="1" noMove="1" noResize="1" noEditPoints="1" noAdjustHandles="1" noChangeArrowheads="1" noChangeShapeType="1" noTextEdit="1"/>
              </p:cNvSpPr>
              <p:nvPr/>
            </p:nvSpPr>
            <p:spPr>
              <a:xfrm>
                <a:off x="6526035" y="5330079"/>
                <a:ext cx="1759341" cy="939937"/>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Content Placeholder 2">
                <a:extLst>
                  <a:ext uri="{FF2B5EF4-FFF2-40B4-BE49-F238E27FC236}">
                    <a16:creationId xmlns:a16="http://schemas.microsoft.com/office/drawing/2014/main" id="{AE4084EE-558C-7306-2500-B71E9384E698}"/>
                  </a:ext>
                </a:extLst>
              </p:cNvPr>
              <p:cNvSpPr txBox="1">
                <a:spLocks/>
              </p:cNvSpPr>
              <p:nvPr/>
            </p:nvSpPr>
            <p:spPr>
              <a:xfrm>
                <a:off x="7680181" y="4459714"/>
                <a:ext cx="1491005" cy="939937"/>
              </a:xfrm>
              <a:prstGeom prst="rect">
                <a:avLst/>
              </a:prstGeom>
            </p:spPr>
            <p:txBody>
              <a:bodyPr vert="horz" lIns="0" tIns="45720" rIns="0" bIns="45720" rtlCol="0">
                <a:normAutofit/>
              </a:bodyPr>
              <a:lstStyle>
                <a:lvl1pPr marL="304792" indent="-228594" algn="l" defTabSz="914377" rtl="0" eaLnBrk="1" latinLnBrk="0" hangingPunct="1">
                  <a:lnSpc>
                    <a:spcPct val="90000"/>
                  </a:lnSpc>
                  <a:spcBef>
                    <a:spcPts val="1200"/>
                  </a:spcBef>
                  <a:spcAft>
                    <a:spcPts val="200"/>
                  </a:spcAft>
                  <a:buClr>
                    <a:schemeClr val="accent1"/>
                  </a:buClr>
                  <a:buSzPct val="110000"/>
                  <a:buFont typeface="Arial" panose="020B0604020202020204" pitchFamily="34" charset="0"/>
                  <a:buChar char="•"/>
                  <a:defRPr sz="3200" kern="1200">
                    <a:solidFill>
                      <a:schemeClr val="tx1"/>
                    </a:solidFill>
                    <a:latin typeface="+mn-lt"/>
                    <a:ea typeface="+mn-ea"/>
                    <a:cs typeface="+mn-cs"/>
                  </a:defRPr>
                </a:lvl1pPr>
                <a:lvl2pPr marL="609585" indent="-304792" algn="l" defTabSz="914377" rtl="0" eaLnBrk="1" latinLnBrk="0" hangingPunct="1">
                  <a:lnSpc>
                    <a:spcPct val="90000"/>
                  </a:lnSpc>
                  <a:spcBef>
                    <a:spcPts val="200"/>
                  </a:spcBef>
                  <a:spcAft>
                    <a:spcPts val="400"/>
                  </a:spcAft>
                  <a:buClr>
                    <a:schemeClr val="accent1"/>
                  </a:buClr>
                  <a:buFont typeface="Calibri" pitchFamily="34" charset="0"/>
                  <a:buChar char="◦"/>
                  <a:defRPr sz="3200" kern="1200">
                    <a:solidFill>
                      <a:schemeClr val="tx1"/>
                    </a:solidFill>
                    <a:latin typeface="+mn-lt"/>
                    <a:ea typeface="+mn-ea"/>
                    <a:cs typeface="+mn-cs"/>
                  </a:defRPr>
                </a:lvl2pPr>
                <a:lvl3pPr marL="836063" indent="-226478" algn="l" defTabSz="914377" rtl="0" eaLnBrk="1" latinLnBrk="0" hangingPunct="1">
                  <a:lnSpc>
                    <a:spcPct val="90000"/>
                  </a:lnSpc>
                  <a:spcBef>
                    <a:spcPts val="200"/>
                  </a:spcBef>
                  <a:spcAft>
                    <a:spcPts val="400"/>
                  </a:spcAft>
                  <a:buClr>
                    <a:schemeClr val="accent1"/>
                  </a:buClr>
                  <a:buFont typeface="Calibri" pitchFamily="34" charset="0"/>
                  <a:buChar char="◦"/>
                  <a:defRPr sz="2667" kern="1200">
                    <a:solidFill>
                      <a:schemeClr val="tx1"/>
                    </a:solidFill>
                    <a:latin typeface="+mn-lt"/>
                    <a:ea typeface="+mn-ea"/>
                    <a:cs typeface="+mn-cs"/>
                  </a:defRPr>
                </a:lvl3pPr>
                <a:lvl4pPr marL="1071007" indent="-234945" algn="l" defTabSz="914377" rtl="0" eaLnBrk="1" latinLnBrk="0" hangingPunct="1">
                  <a:lnSpc>
                    <a:spcPct val="90000"/>
                  </a:lnSpc>
                  <a:spcBef>
                    <a:spcPts val="200"/>
                  </a:spcBef>
                  <a:spcAft>
                    <a:spcPts val="400"/>
                  </a:spcAft>
                  <a:buClr>
                    <a:schemeClr val="accent1"/>
                  </a:buClr>
                  <a:buFont typeface="Calibri" pitchFamily="34" charset="0"/>
                  <a:buChar char="◦"/>
                  <a:defRPr sz="2400" kern="1200">
                    <a:solidFill>
                      <a:schemeClr val="tx1"/>
                    </a:solidFill>
                    <a:latin typeface="+mn-lt"/>
                    <a:ea typeface="+mn-ea"/>
                    <a:cs typeface="+mn-cs"/>
                  </a:defRPr>
                </a:lvl4pPr>
                <a:lvl5pPr marL="1297485" indent="-226478" algn="l" defTabSz="914377" rtl="0" eaLnBrk="1" latinLnBrk="0" hangingPunct="1">
                  <a:lnSpc>
                    <a:spcPct val="90000"/>
                  </a:lnSpc>
                  <a:spcBef>
                    <a:spcPts val="200"/>
                  </a:spcBef>
                  <a:spcAft>
                    <a:spcPts val="400"/>
                  </a:spcAft>
                  <a:buClr>
                    <a:schemeClr val="accent1"/>
                  </a:buClr>
                  <a:buFont typeface="Calibri" pitchFamily="34" charset="0"/>
                  <a:buChar char="◦"/>
                  <a:defRPr sz="2133"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76198" indent="0">
                  <a:buNone/>
                </a:pPr>
                <a14:m>
                  <m:oMathPara xmlns:m="http://schemas.openxmlformats.org/officeDocument/2006/math">
                    <m:oMathParaPr>
                      <m:jc m:val="centerGroup"/>
                    </m:oMathParaPr>
                    <m:oMath xmlns:m="http://schemas.openxmlformats.org/officeDocument/2006/math">
                      <m:r>
                        <a:rPr lang="en-US" sz="2100" i="1">
                          <a:solidFill>
                            <a:srgbClr val="00B050"/>
                          </a:solidFill>
                          <a:latin typeface="Cambria Math" panose="02040503050406030204" pitchFamily="18" charset="0"/>
                          <a:ea typeface="Calibri" panose="020F0502020204030204" pitchFamily="34" charset="0"/>
                          <a:cs typeface="Arial" panose="020B0604020202020204" pitchFamily="34" charset="0"/>
                        </a:rPr>
                        <m:t>→ </m:t>
                      </m:r>
                      <m:nary>
                        <m:naryPr>
                          <m:limLoc m:val="undOvr"/>
                          <m:subHide m:val="on"/>
                          <m:supHide m:val="on"/>
                          <m:ctrlPr>
                            <a:rPr lang="en-US" sz="2100" i="1" smtClean="0">
                              <a:latin typeface="Cambria Math" panose="02040503050406030204" pitchFamily="18" charset="0"/>
                              <a:cs typeface="Arial" panose="020B0604020202020204" pitchFamily="34" charset="0"/>
                            </a:rPr>
                          </m:ctrlPr>
                        </m:naryPr>
                        <m:sub/>
                        <m:sup/>
                        <m:e>
                          <m:r>
                            <a:rPr lang="en-US" sz="2100" b="0" i="1" smtClean="0">
                              <a:latin typeface="Cambria Math" panose="02040503050406030204" pitchFamily="18" charset="0"/>
                              <a:cs typeface="Arial" panose="020B0604020202020204" pitchFamily="34" charset="0"/>
                            </a:rPr>
                            <m:t> </m:t>
                          </m:r>
                          <m:r>
                            <a:rPr lang="en-US" sz="2100" i="1">
                              <a:latin typeface="Cambria Math" panose="02040503050406030204" pitchFamily="18" charset="0"/>
                              <a:ea typeface="Times New Roman" panose="02020603050405020304" pitchFamily="18" charset="0"/>
                              <a:cs typeface="Arial" panose="020B0604020202020204" pitchFamily="34" charset="0"/>
                            </a:rPr>
                            <m:t>𝑑𝑧</m:t>
                          </m:r>
                        </m:e>
                      </m:nary>
                    </m:oMath>
                  </m:oMathPara>
                </a14:m>
                <a:endParaRPr lang="en-US" sz="2100" dirty="0"/>
              </a:p>
            </p:txBody>
          </p:sp>
        </mc:Choice>
        <mc:Fallback xmlns="">
          <p:sp>
            <p:nvSpPr>
              <p:cNvPr id="27" name="Content Placeholder 2">
                <a:extLst>
                  <a:ext uri="{FF2B5EF4-FFF2-40B4-BE49-F238E27FC236}">
                    <a16:creationId xmlns:a16="http://schemas.microsoft.com/office/drawing/2014/main" id="{AE4084EE-558C-7306-2500-B71E9384E698}"/>
                  </a:ext>
                </a:extLst>
              </p:cNvPr>
              <p:cNvSpPr txBox="1">
                <a:spLocks noRot="1" noChangeAspect="1" noMove="1" noResize="1" noEditPoints="1" noAdjustHandles="1" noChangeArrowheads="1" noChangeShapeType="1" noTextEdit="1"/>
              </p:cNvSpPr>
              <p:nvPr/>
            </p:nvSpPr>
            <p:spPr>
              <a:xfrm>
                <a:off x="7680181" y="4459714"/>
                <a:ext cx="1491005" cy="939937"/>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Content Placeholder 2">
                <a:extLst>
                  <a:ext uri="{FF2B5EF4-FFF2-40B4-BE49-F238E27FC236}">
                    <a16:creationId xmlns:a16="http://schemas.microsoft.com/office/drawing/2014/main" id="{04CCB0F0-98AC-562D-8D4D-4937655C71A6}"/>
                  </a:ext>
                </a:extLst>
              </p:cNvPr>
              <p:cNvSpPr txBox="1">
                <a:spLocks/>
              </p:cNvSpPr>
              <p:nvPr/>
            </p:nvSpPr>
            <p:spPr>
              <a:xfrm>
                <a:off x="8017827" y="5330079"/>
                <a:ext cx="1153359" cy="906386"/>
              </a:xfrm>
              <a:prstGeom prst="rect">
                <a:avLst/>
              </a:prstGeom>
            </p:spPr>
            <p:txBody>
              <a:bodyPr vert="horz" lIns="0" tIns="45720" rIns="0" bIns="45720" rtlCol="0">
                <a:normAutofit/>
              </a:bodyPr>
              <a:lstStyle>
                <a:lvl1pPr marL="304792" indent="-228594" algn="l" defTabSz="914377" rtl="0" eaLnBrk="1" latinLnBrk="0" hangingPunct="1">
                  <a:lnSpc>
                    <a:spcPct val="90000"/>
                  </a:lnSpc>
                  <a:spcBef>
                    <a:spcPts val="1200"/>
                  </a:spcBef>
                  <a:spcAft>
                    <a:spcPts val="200"/>
                  </a:spcAft>
                  <a:buClr>
                    <a:schemeClr val="accent1"/>
                  </a:buClr>
                  <a:buSzPct val="110000"/>
                  <a:buFont typeface="Arial" panose="020B0604020202020204" pitchFamily="34" charset="0"/>
                  <a:buChar char="•"/>
                  <a:defRPr sz="3200" kern="1200">
                    <a:solidFill>
                      <a:schemeClr val="tx1"/>
                    </a:solidFill>
                    <a:latin typeface="+mn-lt"/>
                    <a:ea typeface="+mn-ea"/>
                    <a:cs typeface="+mn-cs"/>
                  </a:defRPr>
                </a:lvl1pPr>
                <a:lvl2pPr marL="609585" indent="-304792" algn="l" defTabSz="914377" rtl="0" eaLnBrk="1" latinLnBrk="0" hangingPunct="1">
                  <a:lnSpc>
                    <a:spcPct val="90000"/>
                  </a:lnSpc>
                  <a:spcBef>
                    <a:spcPts val="200"/>
                  </a:spcBef>
                  <a:spcAft>
                    <a:spcPts val="400"/>
                  </a:spcAft>
                  <a:buClr>
                    <a:schemeClr val="accent1"/>
                  </a:buClr>
                  <a:buFont typeface="Calibri" pitchFamily="34" charset="0"/>
                  <a:buChar char="◦"/>
                  <a:defRPr sz="3200" kern="1200">
                    <a:solidFill>
                      <a:schemeClr val="tx1"/>
                    </a:solidFill>
                    <a:latin typeface="+mn-lt"/>
                    <a:ea typeface="+mn-ea"/>
                    <a:cs typeface="+mn-cs"/>
                  </a:defRPr>
                </a:lvl2pPr>
                <a:lvl3pPr marL="836063" indent="-226478" algn="l" defTabSz="914377" rtl="0" eaLnBrk="1" latinLnBrk="0" hangingPunct="1">
                  <a:lnSpc>
                    <a:spcPct val="90000"/>
                  </a:lnSpc>
                  <a:spcBef>
                    <a:spcPts val="200"/>
                  </a:spcBef>
                  <a:spcAft>
                    <a:spcPts val="400"/>
                  </a:spcAft>
                  <a:buClr>
                    <a:schemeClr val="accent1"/>
                  </a:buClr>
                  <a:buFont typeface="Calibri" pitchFamily="34" charset="0"/>
                  <a:buChar char="◦"/>
                  <a:defRPr sz="2667" kern="1200">
                    <a:solidFill>
                      <a:schemeClr val="tx1"/>
                    </a:solidFill>
                    <a:latin typeface="+mn-lt"/>
                    <a:ea typeface="+mn-ea"/>
                    <a:cs typeface="+mn-cs"/>
                  </a:defRPr>
                </a:lvl3pPr>
                <a:lvl4pPr marL="1071007" indent="-234945" algn="l" defTabSz="914377" rtl="0" eaLnBrk="1" latinLnBrk="0" hangingPunct="1">
                  <a:lnSpc>
                    <a:spcPct val="90000"/>
                  </a:lnSpc>
                  <a:spcBef>
                    <a:spcPts val="200"/>
                  </a:spcBef>
                  <a:spcAft>
                    <a:spcPts val="400"/>
                  </a:spcAft>
                  <a:buClr>
                    <a:schemeClr val="accent1"/>
                  </a:buClr>
                  <a:buFont typeface="Calibri" pitchFamily="34" charset="0"/>
                  <a:buChar char="◦"/>
                  <a:defRPr sz="2400" kern="1200">
                    <a:solidFill>
                      <a:schemeClr val="tx1"/>
                    </a:solidFill>
                    <a:latin typeface="+mn-lt"/>
                    <a:ea typeface="+mn-ea"/>
                    <a:cs typeface="+mn-cs"/>
                  </a:defRPr>
                </a:lvl4pPr>
                <a:lvl5pPr marL="1297485" indent="-226478" algn="l" defTabSz="914377" rtl="0" eaLnBrk="1" latinLnBrk="0" hangingPunct="1">
                  <a:lnSpc>
                    <a:spcPct val="90000"/>
                  </a:lnSpc>
                  <a:spcBef>
                    <a:spcPts val="200"/>
                  </a:spcBef>
                  <a:spcAft>
                    <a:spcPts val="400"/>
                  </a:spcAft>
                  <a:buClr>
                    <a:schemeClr val="accent1"/>
                  </a:buClr>
                  <a:buFont typeface="Calibri" pitchFamily="34" charset="0"/>
                  <a:buChar char="◦"/>
                  <a:defRPr sz="2133"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76198" indent="0">
                  <a:buNone/>
                </a:pPr>
                <a14:m>
                  <m:oMathPara xmlns:m="http://schemas.openxmlformats.org/officeDocument/2006/math">
                    <m:oMathParaPr>
                      <m:jc m:val="centerGroup"/>
                    </m:oMathParaPr>
                    <m:oMath xmlns:m="http://schemas.openxmlformats.org/officeDocument/2006/math">
                      <m:r>
                        <a:rPr lang="en-US" sz="2100" i="1" smtClean="0">
                          <a:solidFill>
                            <a:srgbClr val="00B050"/>
                          </a:solidFill>
                          <a:latin typeface="Cambria Math" panose="02040503050406030204" pitchFamily="18" charset="0"/>
                        </a:rPr>
                        <m:t>→</m:t>
                      </m:r>
                      <m:nary>
                        <m:naryPr>
                          <m:limLoc m:val="undOvr"/>
                          <m:subHide m:val="on"/>
                          <m:supHide m:val="on"/>
                          <m:ctrlPr>
                            <a:rPr lang="en-US" sz="2100" i="1">
                              <a:latin typeface="Cambria Math" panose="02040503050406030204" pitchFamily="18" charset="0"/>
                            </a:rPr>
                          </m:ctrlPr>
                        </m:naryPr>
                        <m:sub/>
                        <m:sup/>
                        <m:e>
                          <m:r>
                            <a:rPr lang="en-US" sz="2100" i="1">
                              <a:latin typeface="Cambria Math" panose="02040503050406030204" pitchFamily="18" charset="0"/>
                            </a:rPr>
                            <m:t>𝑑𝑤</m:t>
                          </m:r>
                        </m:e>
                      </m:nary>
                    </m:oMath>
                  </m:oMathPara>
                </a14:m>
                <a:endParaRPr lang="en-US" sz="2100"/>
              </a:p>
            </p:txBody>
          </p:sp>
        </mc:Choice>
        <mc:Fallback xmlns="">
          <p:sp>
            <p:nvSpPr>
              <p:cNvPr id="28" name="Content Placeholder 2">
                <a:extLst>
                  <a:ext uri="{FF2B5EF4-FFF2-40B4-BE49-F238E27FC236}">
                    <a16:creationId xmlns:a16="http://schemas.microsoft.com/office/drawing/2014/main" id="{04CCB0F0-98AC-562D-8D4D-4937655C71A6}"/>
                  </a:ext>
                </a:extLst>
              </p:cNvPr>
              <p:cNvSpPr txBox="1">
                <a:spLocks noRot="1" noChangeAspect="1" noMove="1" noResize="1" noEditPoints="1" noAdjustHandles="1" noChangeArrowheads="1" noChangeShapeType="1" noTextEdit="1"/>
              </p:cNvSpPr>
              <p:nvPr/>
            </p:nvSpPr>
            <p:spPr>
              <a:xfrm>
                <a:off x="8017827" y="5330079"/>
                <a:ext cx="1153359" cy="906386"/>
              </a:xfrm>
              <a:prstGeom prst="rect">
                <a:avLst/>
              </a:prstGeom>
              <a:blipFill>
                <a:blip r:embed="rId13"/>
                <a:stretch>
                  <a:fillRect/>
                </a:stretch>
              </a:blipFill>
            </p:spPr>
            <p:txBody>
              <a:bodyPr/>
              <a:lstStyle/>
              <a:p>
                <a:r>
                  <a:rPr lang="en-US">
                    <a:noFill/>
                  </a:rPr>
                  <a:t> </a:t>
                </a:r>
              </a:p>
            </p:txBody>
          </p:sp>
        </mc:Fallback>
      </mc:AlternateContent>
      <p:cxnSp>
        <p:nvCxnSpPr>
          <p:cNvPr id="30" name="Straight Connector 29">
            <a:extLst>
              <a:ext uri="{FF2B5EF4-FFF2-40B4-BE49-F238E27FC236}">
                <a16:creationId xmlns:a16="http://schemas.microsoft.com/office/drawing/2014/main" id="{273D0F8D-C6CF-D6A3-A787-ED18467D929C}"/>
              </a:ext>
            </a:extLst>
          </p:cNvPr>
          <p:cNvCxnSpPr/>
          <p:nvPr/>
        </p:nvCxnSpPr>
        <p:spPr>
          <a:xfrm>
            <a:off x="10575176" y="1611984"/>
            <a:ext cx="359917" cy="0"/>
          </a:xfrm>
          <a:prstGeom prst="line">
            <a:avLst/>
          </a:prstGeom>
          <a:ln w="15875">
            <a:solidFill>
              <a:srgbClr val="00B050"/>
            </a:solidFill>
            <a:tailEnd type="none"/>
          </a:ln>
        </p:spPr>
        <p:style>
          <a:lnRef idx="1">
            <a:schemeClr val="accent2"/>
          </a:lnRef>
          <a:fillRef idx="0">
            <a:schemeClr val="accent2"/>
          </a:fillRef>
          <a:effectRef idx="0">
            <a:schemeClr val="accent2"/>
          </a:effectRef>
          <a:fontRef idx="minor">
            <a:schemeClr val="tx1"/>
          </a:fontRef>
        </p:style>
      </p:cxnSp>
      <p:cxnSp>
        <p:nvCxnSpPr>
          <p:cNvPr id="31" name="Straight Connector 30">
            <a:extLst>
              <a:ext uri="{FF2B5EF4-FFF2-40B4-BE49-F238E27FC236}">
                <a16:creationId xmlns:a16="http://schemas.microsoft.com/office/drawing/2014/main" id="{407C369E-36E3-731E-3A8C-88FA3AC2F517}"/>
              </a:ext>
            </a:extLst>
          </p:cNvPr>
          <p:cNvCxnSpPr>
            <a:cxnSpLocks/>
          </p:cNvCxnSpPr>
          <p:nvPr/>
        </p:nvCxnSpPr>
        <p:spPr>
          <a:xfrm>
            <a:off x="232644" y="2069184"/>
            <a:ext cx="10702449" cy="0"/>
          </a:xfrm>
          <a:prstGeom prst="line">
            <a:avLst/>
          </a:prstGeom>
          <a:ln w="15875">
            <a:solidFill>
              <a:srgbClr val="00B050"/>
            </a:solidFill>
            <a:tailEnd type="none"/>
          </a:ln>
        </p:spPr>
        <p:style>
          <a:lnRef idx="1">
            <a:schemeClr val="accent2"/>
          </a:lnRef>
          <a:fillRef idx="0">
            <a:schemeClr val="accent2"/>
          </a:fillRef>
          <a:effectRef idx="0">
            <a:schemeClr val="accent2"/>
          </a:effectRef>
          <a:fontRef idx="minor">
            <a:schemeClr val="tx1"/>
          </a:fontRef>
        </p:style>
      </p:cxnSp>
      <p:cxnSp>
        <p:nvCxnSpPr>
          <p:cNvPr id="32" name="Straight Connector 31">
            <a:extLst>
              <a:ext uri="{FF2B5EF4-FFF2-40B4-BE49-F238E27FC236}">
                <a16:creationId xmlns:a16="http://schemas.microsoft.com/office/drawing/2014/main" id="{9510D008-879F-8671-976B-005630F8662C}"/>
              </a:ext>
            </a:extLst>
          </p:cNvPr>
          <p:cNvCxnSpPr>
            <a:cxnSpLocks/>
          </p:cNvCxnSpPr>
          <p:nvPr/>
        </p:nvCxnSpPr>
        <p:spPr>
          <a:xfrm>
            <a:off x="10935093" y="1611984"/>
            <a:ext cx="0" cy="457200"/>
          </a:xfrm>
          <a:prstGeom prst="line">
            <a:avLst/>
          </a:prstGeom>
          <a:ln w="15875">
            <a:solidFill>
              <a:srgbClr val="00B050"/>
            </a:solidFill>
            <a:tailEnd type="none"/>
          </a:ln>
        </p:spPr>
        <p:style>
          <a:lnRef idx="1">
            <a:schemeClr val="accent2"/>
          </a:lnRef>
          <a:fillRef idx="0">
            <a:schemeClr val="accent2"/>
          </a:fillRef>
          <a:effectRef idx="0">
            <a:schemeClr val="accent2"/>
          </a:effectRef>
          <a:fontRef idx="minor">
            <a:schemeClr val="tx1"/>
          </a:fontRef>
        </p:style>
      </p:cxnSp>
      <p:cxnSp>
        <p:nvCxnSpPr>
          <p:cNvPr id="33" name="Straight Connector 32">
            <a:extLst>
              <a:ext uri="{FF2B5EF4-FFF2-40B4-BE49-F238E27FC236}">
                <a16:creationId xmlns:a16="http://schemas.microsoft.com/office/drawing/2014/main" id="{6A867275-A5E1-737F-D507-34C6431F83EF}"/>
              </a:ext>
            </a:extLst>
          </p:cNvPr>
          <p:cNvCxnSpPr>
            <a:cxnSpLocks/>
          </p:cNvCxnSpPr>
          <p:nvPr/>
        </p:nvCxnSpPr>
        <p:spPr>
          <a:xfrm flipV="1">
            <a:off x="232644" y="2069184"/>
            <a:ext cx="0" cy="956820"/>
          </a:xfrm>
          <a:prstGeom prst="line">
            <a:avLst/>
          </a:prstGeom>
          <a:ln w="15875">
            <a:solidFill>
              <a:srgbClr val="00B050"/>
            </a:solidFill>
            <a:tailEnd type="none"/>
          </a:ln>
        </p:spPr>
        <p:style>
          <a:lnRef idx="1">
            <a:schemeClr val="accent2"/>
          </a:lnRef>
          <a:fillRef idx="0">
            <a:schemeClr val="accent2"/>
          </a:fillRef>
          <a:effectRef idx="0">
            <a:schemeClr val="accent2"/>
          </a:effectRef>
          <a:fontRef idx="minor">
            <a:schemeClr val="tx1"/>
          </a:fontRef>
        </p:style>
      </p:cxnSp>
      <p:cxnSp>
        <p:nvCxnSpPr>
          <p:cNvPr id="39" name="Straight Arrow Connector 38">
            <a:extLst>
              <a:ext uri="{FF2B5EF4-FFF2-40B4-BE49-F238E27FC236}">
                <a16:creationId xmlns:a16="http://schemas.microsoft.com/office/drawing/2014/main" id="{C4DF14B4-85DD-13CD-2BFD-FE41A2930333}"/>
              </a:ext>
            </a:extLst>
          </p:cNvPr>
          <p:cNvCxnSpPr>
            <a:cxnSpLocks/>
          </p:cNvCxnSpPr>
          <p:nvPr/>
        </p:nvCxnSpPr>
        <p:spPr>
          <a:xfrm>
            <a:off x="232644" y="3026004"/>
            <a:ext cx="229269" cy="0"/>
          </a:xfrm>
          <a:prstGeom prst="straightConnector1">
            <a:avLst/>
          </a:prstGeom>
          <a:ln w="15875">
            <a:solidFill>
              <a:srgbClr val="00B050"/>
            </a:solidFill>
            <a:tailEnd type="arrow"/>
          </a:ln>
        </p:spPr>
        <p:style>
          <a:lnRef idx="1">
            <a:schemeClr val="accent2"/>
          </a:lnRef>
          <a:fillRef idx="0">
            <a:schemeClr val="accent2"/>
          </a:fillRef>
          <a:effectRef idx="0">
            <a:schemeClr val="accent2"/>
          </a:effectRef>
          <a:fontRef idx="minor">
            <a:schemeClr val="tx1"/>
          </a:fontRef>
        </p:style>
      </p:cxnSp>
      <p:cxnSp>
        <p:nvCxnSpPr>
          <p:cNvPr id="47" name="Straight Arrow Connector 46">
            <a:extLst>
              <a:ext uri="{FF2B5EF4-FFF2-40B4-BE49-F238E27FC236}">
                <a16:creationId xmlns:a16="http://schemas.microsoft.com/office/drawing/2014/main" id="{3F657F31-7A02-BDCD-CD26-E9C0CECB85F5}"/>
              </a:ext>
            </a:extLst>
          </p:cNvPr>
          <p:cNvCxnSpPr>
            <a:cxnSpLocks/>
            <a:endCxn id="24" idx="1"/>
          </p:cNvCxnSpPr>
          <p:nvPr/>
        </p:nvCxnSpPr>
        <p:spPr>
          <a:xfrm flipV="1">
            <a:off x="5850371" y="4016547"/>
            <a:ext cx="675664" cy="913136"/>
          </a:xfrm>
          <a:prstGeom prst="straightConnector1">
            <a:avLst/>
          </a:prstGeom>
          <a:ln w="15875">
            <a:solidFill>
              <a:srgbClr val="00B050"/>
            </a:solidFill>
            <a:tailEnd type="arrow"/>
          </a:ln>
        </p:spPr>
        <p:style>
          <a:lnRef idx="1">
            <a:schemeClr val="accent2"/>
          </a:lnRef>
          <a:fillRef idx="0">
            <a:schemeClr val="accent2"/>
          </a:fillRef>
          <a:effectRef idx="0">
            <a:schemeClr val="accent2"/>
          </a:effectRef>
          <a:fontRef idx="minor">
            <a:schemeClr val="tx1"/>
          </a:fontRef>
        </p:style>
      </p:cxnSp>
      <p:cxnSp>
        <p:nvCxnSpPr>
          <p:cNvPr id="48" name="Straight Arrow Connector 47">
            <a:extLst>
              <a:ext uri="{FF2B5EF4-FFF2-40B4-BE49-F238E27FC236}">
                <a16:creationId xmlns:a16="http://schemas.microsoft.com/office/drawing/2014/main" id="{57EC4A77-C13A-C88C-2708-1DDB180225C9}"/>
              </a:ext>
            </a:extLst>
          </p:cNvPr>
          <p:cNvCxnSpPr>
            <a:cxnSpLocks/>
            <a:endCxn id="26" idx="1"/>
          </p:cNvCxnSpPr>
          <p:nvPr/>
        </p:nvCxnSpPr>
        <p:spPr>
          <a:xfrm>
            <a:off x="5850371" y="4929684"/>
            <a:ext cx="675664" cy="870364"/>
          </a:xfrm>
          <a:prstGeom prst="straightConnector1">
            <a:avLst/>
          </a:prstGeom>
          <a:ln w="15875">
            <a:solidFill>
              <a:srgbClr val="00B050"/>
            </a:solidFill>
            <a:tailEnd type="arrow"/>
          </a:ln>
        </p:spPr>
        <p:style>
          <a:lnRef idx="1">
            <a:schemeClr val="accent2"/>
          </a:lnRef>
          <a:fillRef idx="0">
            <a:schemeClr val="accent2"/>
          </a:fillRef>
          <a:effectRef idx="0">
            <a:schemeClr val="accent2"/>
          </a:effectRef>
          <a:fontRef idx="minor">
            <a:schemeClr val="tx1"/>
          </a:fontRef>
        </p:style>
      </p:cxnSp>
      <p:cxnSp>
        <p:nvCxnSpPr>
          <p:cNvPr id="53" name="Straight Arrow Connector 52">
            <a:extLst>
              <a:ext uri="{FF2B5EF4-FFF2-40B4-BE49-F238E27FC236}">
                <a16:creationId xmlns:a16="http://schemas.microsoft.com/office/drawing/2014/main" id="{6607D840-3496-392A-2F14-29E9EF44C2C8}"/>
              </a:ext>
            </a:extLst>
          </p:cNvPr>
          <p:cNvCxnSpPr>
            <a:cxnSpLocks/>
            <a:endCxn id="25" idx="1"/>
          </p:cNvCxnSpPr>
          <p:nvPr/>
        </p:nvCxnSpPr>
        <p:spPr>
          <a:xfrm flipV="1">
            <a:off x="5850371" y="4908297"/>
            <a:ext cx="675664" cy="21386"/>
          </a:xfrm>
          <a:prstGeom prst="straightConnector1">
            <a:avLst/>
          </a:prstGeom>
          <a:ln w="15875">
            <a:solidFill>
              <a:srgbClr val="00B050"/>
            </a:solidFill>
            <a:tailEnd type="arrow"/>
          </a:ln>
        </p:spPr>
        <p:style>
          <a:lnRef idx="1">
            <a:schemeClr val="accent2"/>
          </a:lnRef>
          <a:fillRef idx="0">
            <a:schemeClr val="accent2"/>
          </a:fillRef>
          <a:effectRef idx="0">
            <a:schemeClr val="accent2"/>
          </a:effectRef>
          <a:fontRef idx="minor">
            <a:schemeClr val="tx1"/>
          </a:fontRef>
        </p:style>
      </p:cxnSp>
      <p:sp>
        <p:nvSpPr>
          <p:cNvPr id="59" name="Freeform: Shape 58">
            <a:extLst>
              <a:ext uri="{FF2B5EF4-FFF2-40B4-BE49-F238E27FC236}">
                <a16:creationId xmlns:a16="http://schemas.microsoft.com/office/drawing/2014/main" id="{BDAEBB96-3333-8943-3C4B-4AD00E7B0FD8}"/>
              </a:ext>
            </a:extLst>
          </p:cNvPr>
          <p:cNvSpPr/>
          <p:nvPr/>
        </p:nvSpPr>
        <p:spPr>
          <a:xfrm>
            <a:off x="5981700" y="4762500"/>
            <a:ext cx="160035" cy="350520"/>
          </a:xfrm>
          <a:custGeom>
            <a:avLst/>
            <a:gdLst>
              <a:gd name="connsiteX0" fmla="*/ 0 w 160035"/>
              <a:gd name="connsiteY0" fmla="*/ 0 h 350520"/>
              <a:gd name="connsiteX1" fmla="*/ 160020 w 160035"/>
              <a:gd name="connsiteY1" fmla="*/ 167640 h 350520"/>
              <a:gd name="connsiteX2" fmla="*/ 7620 w 160035"/>
              <a:gd name="connsiteY2" fmla="*/ 350520 h 350520"/>
            </a:gdLst>
            <a:ahLst/>
            <a:cxnLst>
              <a:cxn ang="0">
                <a:pos x="connsiteX0" y="connsiteY0"/>
              </a:cxn>
              <a:cxn ang="0">
                <a:pos x="connsiteX1" y="connsiteY1"/>
              </a:cxn>
              <a:cxn ang="0">
                <a:pos x="connsiteX2" y="connsiteY2"/>
              </a:cxn>
            </a:cxnLst>
            <a:rect l="l" t="t" r="r" b="b"/>
            <a:pathLst>
              <a:path w="160035" h="350520">
                <a:moveTo>
                  <a:pt x="0" y="0"/>
                </a:moveTo>
                <a:cubicBezTo>
                  <a:pt x="79375" y="54610"/>
                  <a:pt x="158750" y="109220"/>
                  <a:pt x="160020" y="167640"/>
                </a:cubicBezTo>
                <a:cubicBezTo>
                  <a:pt x="161290" y="226060"/>
                  <a:pt x="84455" y="288290"/>
                  <a:pt x="7620" y="350520"/>
                </a:cubicBezTo>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8DC06EFB-DEAF-C03A-F483-A388ED36328A}"/>
              </a:ext>
            </a:extLst>
          </p:cNvPr>
          <p:cNvSpPr/>
          <p:nvPr/>
        </p:nvSpPr>
        <p:spPr>
          <a:xfrm>
            <a:off x="1837282" y="1168057"/>
            <a:ext cx="282938" cy="27112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A</a:t>
            </a:r>
          </a:p>
        </p:txBody>
      </p:sp>
      <p:sp>
        <p:nvSpPr>
          <p:cNvPr id="61" name="Oval 60">
            <a:extLst>
              <a:ext uri="{FF2B5EF4-FFF2-40B4-BE49-F238E27FC236}">
                <a16:creationId xmlns:a16="http://schemas.microsoft.com/office/drawing/2014/main" id="{7A975E11-8EA4-9C01-031D-117BC5A2221C}"/>
              </a:ext>
            </a:extLst>
          </p:cNvPr>
          <p:cNvSpPr/>
          <p:nvPr/>
        </p:nvSpPr>
        <p:spPr>
          <a:xfrm>
            <a:off x="4044995" y="1186143"/>
            <a:ext cx="282938" cy="27112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B</a:t>
            </a:r>
          </a:p>
        </p:txBody>
      </p:sp>
      <p:sp>
        <p:nvSpPr>
          <p:cNvPr id="62" name="Oval 61">
            <a:extLst>
              <a:ext uri="{FF2B5EF4-FFF2-40B4-BE49-F238E27FC236}">
                <a16:creationId xmlns:a16="http://schemas.microsoft.com/office/drawing/2014/main" id="{9ED270BD-F294-45DD-4AEF-777CF5361EF6}"/>
              </a:ext>
            </a:extLst>
          </p:cNvPr>
          <p:cNvSpPr/>
          <p:nvPr/>
        </p:nvSpPr>
        <p:spPr>
          <a:xfrm>
            <a:off x="6347415" y="1184907"/>
            <a:ext cx="282938" cy="27112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C</a:t>
            </a:r>
          </a:p>
        </p:txBody>
      </p:sp>
      <p:sp>
        <p:nvSpPr>
          <p:cNvPr id="63" name="Oval 62">
            <a:extLst>
              <a:ext uri="{FF2B5EF4-FFF2-40B4-BE49-F238E27FC236}">
                <a16:creationId xmlns:a16="http://schemas.microsoft.com/office/drawing/2014/main" id="{B051B2AF-6FE7-EE17-4DCF-FFC54B1EAC20}"/>
              </a:ext>
            </a:extLst>
          </p:cNvPr>
          <p:cNvSpPr/>
          <p:nvPr/>
        </p:nvSpPr>
        <p:spPr>
          <a:xfrm>
            <a:off x="9029717" y="1176675"/>
            <a:ext cx="282938" cy="27112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D</a:t>
            </a:r>
          </a:p>
        </p:txBody>
      </p:sp>
      <p:sp>
        <p:nvSpPr>
          <p:cNvPr id="64" name="Oval 63">
            <a:extLst>
              <a:ext uri="{FF2B5EF4-FFF2-40B4-BE49-F238E27FC236}">
                <a16:creationId xmlns:a16="http://schemas.microsoft.com/office/drawing/2014/main" id="{8C4AFBB2-D050-B64C-3B0A-96C8801EBCBE}"/>
              </a:ext>
            </a:extLst>
          </p:cNvPr>
          <p:cNvSpPr/>
          <p:nvPr/>
        </p:nvSpPr>
        <p:spPr>
          <a:xfrm>
            <a:off x="1229935" y="2378977"/>
            <a:ext cx="282938" cy="27112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E</a:t>
            </a:r>
          </a:p>
        </p:txBody>
      </p:sp>
      <p:sp>
        <p:nvSpPr>
          <p:cNvPr id="65" name="Oval 64">
            <a:extLst>
              <a:ext uri="{FF2B5EF4-FFF2-40B4-BE49-F238E27FC236}">
                <a16:creationId xmlns:a16="http://schemas.microsoft.com/office/drawing/2014/main" id="{AE76A40E-794A-2F1D-3303-E8183E16DEAD}"/>
              </a:ext>
            </a:extLst>
          </p:cNvPr>
          <p:cNvSpPr/>
          <p:nvPr/>
        </p:nvSpPr>
        <p:spPr>
          <a:xfrm>
            <a:off x="3403221" y="2182215"/>
            <a:ext cx="282938" cy="27112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F</a:t>
            </a:r>
          </a:p>
        </p:txBody>
      </p:sp>
      <p:sp>
        <p:nvSpPr>
          <p:cNvPr id="66" name="Oval 65">
            <a:extLst>
              <a:ext uri="{FF2B5EF4-FFF2-40B4-BE49-F238E27FC236}">
                <a16:creationId xmlns:a16="http://schemas.microsoft.com/office/drawing/2014/main" id="{1093C36E-7B24-D641-E33D-30AA11A0C510}"/>
              </a:ext>
            </a:extLst>
          </p:cNvPr>
          <p:cNvSpPr/>
          <p:nvPr/>
        </p:nvSpPr>
        <p:spPr>
          <a:xfrm>
            <a:off x="3342130" y="3123903"/>
            <a:ext cx="282938" cy="27112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G</a:t>
            </a:r>
          </a:p>
        </p:txBody>
      </p:sp>
      <p:sp>
        <p:nvSpPr>
          <p:cNvPr id="67" name="Oval 66">
            <a:extLst>
              <a:ext uri="{FF2B5EF4-FFF2-40B4-BE49-F238E27FC236}">
                <a16:creationId xmlns:a16="http://schemas.microsoft.com/office/drawing/2014/main" id="{87FDB1E0-E916-1144-3E30-96D7A0367206}"/>
              </a:ext>
            </a:extLst>
          </p:cNvPr>
          <p:cNvSpPr/>
          <p:nvPr/>
        </p:nvSpPr>
        <p:spPr>
          <a:xfrm>
            <a:off x="5300930" y="3069333"/>
            <a:ext cx="282938" cy="27112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H</a:t>
            </a:r>
          </a:p>
        </p:txBody>
      </p:sp>
      <p:sp>
        <p:nvSpPr>
          <p:cNvPr id="68" name="Oval 67">
            <a:extLst>
              <a:ext uri="{FF2B5EF4-FFF2-40B4-BE49-F238E27FC236}">
                <a16:creationId xmlns:a16="http://schemas.microsoft.com/office/drawing/2014/main" id="{DB969771-8878-8DCF-1EB7-5692347D51A8}"/>
              </a:ext>
            </a:extLst>
          </p:cNvPr>
          <p:cNvSpPr/>
          <p:nvPr/>
        </p:nvSpPr>
        <p:spPr>
          <a:xfrm>
            <a:off x="4250218" y="4417241"/>
            <a:ext cx="282938" cy="27112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I</a:t>
            </a:r>
          </a:p>
        </p:txBody>
      </p:sp>
      <p:sp>
        <p:nvSpPr>
          <p:cNvPr id="69" name="Oval 68">
            <a:extLst>
              <a:ext uri="{FF2B5EF4-FFF2-40B4-BE49-F238E27FC236}">
                <a16:creationId xmlns:a16="http://schemas.microsoft.com/office/drawing/2014/main" id="{FC389DEE-A9EA-6A00-0363-23A6C1B1338B}"/>
              </a:ext>
            </a:extLst>
          </p:cNvPr>
          <p:cNvSpPr/>
          <p:nvPr/>
        </p:nvSpPr>
        <p:spPr>
          <a:xfrm>
            <a:off x="7117286" y="3429000"/>
            <a:ext cx="282938" cy="27112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J</a:t>
            </a:r>
          </a:p>
        </p:txBody>
      </p:sp>
      <p:sp>
        <p:nvSpPr>
          <p:cNvPr id="70" name="Oval 69">
            <a:extLst>
              <a:ext uri="{FF2B5EF4-FFF2-40B4-BE49-F238E27FC236}">
                <a16:creationId xmlns:a16="http://schemas.microsoft.com/office/drawing/2014/main" id="{124E0DAA-B8A6-F974-E3DA-56325B35A33F}"/>
              </a:ext>
            </a:extLst>
          </p:cNvPr>
          <p:cNvSpPr/>
          <p:nvPr/>
        </p:nvSpPr>
        <p:spPr>
          <a:xfrm>
            <a:off x="7258755" y="4396045"/>
            <a:ext cx="282938" cy="27112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K</a:t>
            </a:r>
          </a:p>
        </p:txBody>
      </p:sp>
      <p:sp>
        <p:nvSpPr>
          <p:cNvPr id="71" name="Oval 70">
            <a:extLst>
              <a:ext uri="{FF2B5EF4-FFF2-40B4-BE49-F238E27FC236}">
                <a16:creationId xmlns:a16="http://schemas.microsoft.com/office/drawing/2014/main" id="{FB4137A8-E8D7-A9F1-9BF6-DA86CDFCB6E6}"/>
              </a:ext>
            </a:extLst>
          </p:cNvPr>
          <p:cNvSpPr/>
          <p:nvPr/>
        </p:nvSpPr>
        <p:spPr>
          <a:xfrm>
            <a:off x="8641254" y="4337552"/>
            <a:ext cx="282938" cy="27112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L</a:t>
            </a:r>
          </a:p>
        </p:txBody>
      </p:sp>
      <p:sp>
        <p:nvSpPr>
          <p:cNvPr id="72" name="Oval 71">
            <a:extLst>
              <a:ext uri="{FF2B5EF4-FFF2-40B4-BE49-F238E27FC236}">
                <a16:creationId xmlns:a16="http://schemas.microsoft.com/office/drawing/2014/main" id="{F3533D35-BA48-F7A8-CAE3-33AE4511ED0D}"/>
              </a:ext>
            </a:extLst>
          </p:cNvPr>
          <p:cNvSpPr/>
          <p:nvPr/>
        </p:nvSpPr>
        <p:spPr>
          <a:xfrm>
            <a:off x="7488985" y="5221616"/>
            <a:ext cx="282938" cy="27112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M</a:t>
            </a:r>
          </a:p>
        </p:txBody>
      </p:sp>
      <p:sp>
        <p:nvSpPr>
          <p:cNvPr id="73" name="Oval 72">
            <a:extLst>
              <a:ext uri="{FF2B5EF4-FFF2-40B4-BE49-F238E27FC236}">
                <a16:creationId xmlns:a16="http://schemas.microsoft.com/office/drawing/2014/main" id="{44EED97E-E0EF-663D-654F-91F39F461EBD}"/>
              </a:ext>
            </a:extLst>
          </p:cNvPr>
          <p:cNvSpPr/>
          <p:nvPr/>
        </p:nvSpPr>
        <p:spPr>
          <a:xfrm>
            <a:off x="8819571" y="5229303"/>
            <a:ext cx="282938" cy="27112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N</a:t>
            </a:r>
          </a:p>
        </p:txBody>
      </p:sp>
      <p:cxnSp>
        <p:nvCxnSpPr>
          <p:cNvPr id="77" name="Straight Connector 76">
            <a:extLst>
              <a:ext uri="{FF2B5EF4-FFF2-40B4-BE49-F238E27FC236}">
                <a16:creationId xmlns:a16="http://schemas.microsoft.com/office/drawing/2014/main" id="{B63764B9-D1E4-BAD8-AFD8-0BE2C9C50F2A}"/>
              </a:ext>
            </a:extLst>
          </p:cNvPr>
          <p:cNvCxnSpPr/>
          <p:nvPr/>
        </p:nvCxnSpPr>
        <p:spPr>
          <a:xfrm>
            <a:off x="5902424" y="3546578"/>
            <a:ext cx="359917" cy="0"/>
          </a:xfrm>
          <a:prstGeom prst="line">
            <a:avLst/>
          </a:prstGeom>
          <a:ln w="15875">
            <a:solidFill>
              <a:srgbClr val="00B050"/>
            </a:solidFill>
            <a:tailEnd type="none"/>
          </a:ln>
        </p:spPr>
        <p:style>
          <a:lnRef idx="1">
            <a:schemeClr val="accent2"/>
          </a:lnRef>
          <a:fillRef idx="0">
            <a:schemeClr val="accent2"/>
          </a:fillRef>
          <a:effectRef idx="0">
            <a:schemeClr val="accent2"/>
          </a:effectRef>
          <a:fontRef idx="minor">
            <a:schemeClr val="tx1"/>
          </a:fontRef>
        </p:style>
      </p:cxnSp>
      <p:cxnSp>
        <p:nvCxnSpPr>
          <p:cNvPr id="78" name="Straight Connector 77">
            <a:extLst>
              <a:ext uri="{FF2B5EF4-FFF2-40B4-BE49-F238E27FC236}">
                <a16:creationId xmlns:a16="http://schemas.microsoft.com/office/drawing/2014/main" id="{910C8BCA-8DE8-10EB-AA24-A90346B1329E}"/>
              </a:ext>
            </a:extLst>
          </p:cNvPr>
          <p:cNvCxnSpPr>
            <a:cxnSpLocks/>
          </p:cNvCxnSpPr>
          <p:nvPr/>
        </p:nvCxnSpPr>
        <p:spPr>
          <a:xfrm flipV="1">
            <a:off x="2904452" y="4003778"/>
            <a:ext cx="3357889" cy="12769"/>
          </a:xfrm>
          <a:prstGeom prst="line">
            <a:avLst/>
          </a:prstGeom>
          <a:ln w="15875">
            <a:solidFill>
              <a:srgbClr val="00B050"/>
            </a:solidFill>
            <a:tailEnd type="none"/>
          </a:ln>
        </p:spPr>
        <p:style>
          <a:lnRef idx="1">
            <a:schemeClr val="accent2"/>
          </a:lnRef>
          <a:fillRef idx="0">
            <a:schemeClr val="accent2"/>
          </a:fillRef>
          <a:effectRef idx="0">
            <a:schemeClr val="accent2"/>
          </a:effectRef>
          <a:fontRef idx="minor">
            <a:schemeClr val="tx1"/>
          </a:fontRef>
        </p:style>
      </p:cxnSp>
      <p:cxnSp>
        <p:nvCxnSpPr>
          <p:cNvPr id="79" name="Straight Connector 78">
            <a:extLst>
              <a:ext uri="{FF2B5EF4-FFF2-40B4-BE49-F238E27FC236}">
                <a16:creationId xmlns:a16="http://schemas.microsoft.com/office/drawing/2014/main" id="{1A7E0304-2F5E-5B34-2B40-EA6A3FF9DB9D}"/>
              </a:ext>
            </a:extLst>
          </p:cNvPr>
          <p:cNvCxnSpPr>
            <a:cxnSpLocks/>
          </p:cNvCxnSpPr>
          <p:nvPr/>
        </p:nvCxnSpPr>
        <p:spPr>
          <a:xfrm>
            <a:off x="6262341" y="3546578"/>
            <a:ext cx="0" cy="457200"/>
          </a:xfrm>
          <a:prstGeom prst="line">
            <a:avLst/>
          </a:prstGeom>
          <a:ln w="15875">
            <a:solidFill>
              <a:srgbClr val="00B050"/>
            </a:solidFill>
            <a:tailEnd type="none"/>
          </a:ln>
        </p:spPr>
        <p:style>
          <a:lnRef idx="1">
            <a:schemeClr val="accent2"/>
          </a:lnRef>
          <a:fillRef idx="0">
            <a:schemeClr val="accent2"/>
          </a:fillRef>
          <a:effectRef idx="0">
            <a:schemeClr val="accent2"/>
          </a:effectRef>
          <a:fontRef idx="minor">
            <a:schemeClr val="tx1"/>
          </a:fontRef>
        </p:style>
      </p:cxnSp>
      <p:cxnSp>
        <p:nvCxnSpPr>
          <p:cNvPr id="80" name="Straight Connector 79">
            <a:extLst>
              <a:ext uri="{FF2B5EF4-FFF2-40B4-BE49-F238E27FC236}">
                <a16:creationId xmlns:a16="http://schemas.microsoft.com/office/drawing/2014/main" id="{188CA5A2-F25D-348B-20C4-F181616A67E0}"/>
              </a:ext>
            </a:extLst>
          </p:cNvPr>
          <p:cNvCxnSpPr>
            <a:cxnSpLocks/>
          </p:cNvCxnSpPr>
          <p:nvPr/>
        </p:nvCxnSpPr>
        <p:spPr>
          <a:xfrm flipV="1">
            <a:off x="2904452" y="4003778"/>
            <a:ext cx="0" cy="956820"/>
          </a:xfrm>
          <a:prstGeom prst="line">
            <a:avLst/>
          </a:prstGeom>
          <a:ln w="15875">
            <a:solidFill>
              <a:srgbClr val="00B050"/>
            </a:solidFill>
            <a:tailEnd type="none"/>
          </a:ln>
        </p:spPr>
        <p:style>
          <a:lnRef idx="1">
            <a:schemeClr val="accent2"/>
          </a:lnRef>
          <a:fillRef idx="0">
            <a:schemeClr val="accent2"/>
          </a:fillRef>
          <a:effectRef idx="0">
            <a:schemeClr val="accent2"/>
          </a:effectRef>
          <a:fontRef idx="minor">
            <a:schemeClr val="tx1"/>
          </a:fontRef>
        </p:style>
      </p:cxnSp>
      <p:cxnSp>
        <p:nvCxnSpPr>
          <p:cNvPr id="81" name="Straight Arrow Connector 80">
            <a:extLst>
              <a:ext uri="{FF2B5EF4-FFF2-40B4-BE49-F238E27FC236}">
                <a16:creationId xmlns:a16="http://schemas.microsoft.com/office/drawing/2014/main" id="{A64CBD36-16E9-F48F-0FE9-15BFDCB430B9}"/>
              </a:ext>
            </a:extLst>
          </p:cNvPr>
          <p:cNvCxnSpPr>
            <a:cxnSpLocks/>
          </p:cNvCxnSpPr>
          <p:nvPr/>
        </p:nvCxnSpPr>
        <p:spPr>
          <a:xfrm>
            <a:off x="2904452" y="4946179"/>
            <a:ext cx="229269" cy="0"/>
          </a:xfrm>
          <a:prstGeom prst="straightConnector1">
            <a:avLst/>
          </a:prstGeom>
          <a:ln w="15875">
            <a:solidFill>
              <a:srgbClr val="00B050"/>
            </a:solidFill>
            <a:tailEnd type="arrow"/>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12137005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Symbolic Integration Problem - Goal Trees</a:t>
            </a:r>
          </a:p>
        </p:txBody>
      </p:sp>
      <p:sp>
        <p:nvSpPr>
          <p:cNvPr id="3" name="Content Placeholder 2"/>
          <p:cNvSpPr>
            <a:spLocks noGrp="1"/>
          </p:cNvSpPr>
          <p:nvPr>
            <p:ph idx="1"/>
          </p:nvPr>
        </p:nvSpPr>
        <p:spPr>
          <a:xfrm>
            <a:off x="304800" y="1228153"/>
            <a:ext cx="9370679" cy="5181099"/>
          </a:xfrm>
        </p:spPr>
        <p:txBody>
          <a:bodyPr>
            <a:normAutofit/>
          </a:bodyPr>
          <a:lstStyle/>
          <a:p>
            <a:r>
              <a:rPr lang="en-US"/>
              <a:t>Rearranging nodes with symbols we get</a:t>
            </a:r>
          </a:p>
          <a:p>
            <a:endParaRPr lang="en-US"/>
          </a:p>
          <a:p>
            <a:endParaRPr lang="en-US"/>
          </a:p>
          <a:p>
            <a:endParaRPr lang="en-US"/>
          </a:p>
          <a:p>
            <a:endParaRPr lang="en-US"/>
          </a:p>
          <a:p>
            <a:endParaRPr lang="en-US"/>
          </a:p>
          <a:p>
            <a:endParaRPr lang="en-US"/>
          </a:p>
          <a:p>
            <a:pPr>
              <a:spcBef>
                <a:spcPts val="1800"/>
              </a:spcBef>
            </a:pPr>
            <a:r>
              <a:rPr lang="en-US"/>
              <a:t>A </a:t>
            </a:r>
            <a:r>
              <a:rPr lang="en-US" i="1">
                <a:solidFill>
                  <a:srgbClr val="C00000"/>
                </a:solidFill>
              </a:rPr>
              <a:t>Goal Tree</a:t>
            </a:r>
            <a:endParaRPr lang="en-US">
              <a:solidFill>
                <a:srgbClr val="C00000"/>
              </a:solidFill>
            </a:endParaRPr>
          </a:p>
        </p:txBody>
      </p:sp>
      <p:sp>
        <p:nvSpPr>
          <p:cNvPr id="4" name="Date Placeholder 3"/>
          <p:cNvSpPr>
            <a:spLocks noGrp="1"/>
          </p:cNvSpPr>
          <p:nvPr>
            <p:ph type="dt" sz="half" idx="10"/>
          </p:nvPr>
        </p:nvSpPr>
        <p:spPr/>
        <p:txBody>
          <a:bodyPr/>
          <a:lstStyle/>
          <a:p>
            <a:fld id="{4C87BEC4-B835-4E55-9D7F-50B76A3ED418}" type="datetime1">
              <a:rPr lang="en-US" smtClean="0"/>
              <a:t>9/6/2022</a:t>
            </a:fld>
            <a:endParaRPr lang="en-US"/>
          </a:p>
        </p:txBody>
      </p:sp>
      <p:sp>
        <p:nvSpPr>
          <p:cNvPr id="5" name="Footer Placeholder 4"/>
          <p:cNvSpPr>
            <a:spLocks noGrp="1"/>
          </p:cNvSpPr>
          <p:nvPr>
            <p:ph type="ftr" sz="quarter" idx="11"/>
          </p:nvPr>
        </p:nvSpPr>
        <p:spPr/>
        <p:txBody>
          <a:bodyPr/>
          <a:lstStyle/>
          <a:p>
            <a:r>
              <a:rPr lang="en-US"/>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smtClean="0"/>
              <a:t>44</a:t>
            </a:fld>
            <a:endParaRPr lang="en-US"/>
          </a:p>
        </p:txBody>
      </p:sp>
      <p:sp>
        <p:nvSpPr>
          <p:cNvPr id="7" name="Right Arrow 6"/>
          <p:cNvSpPr/>
          <p:nvPr/>
        </p:nvSpPr>
        <p:spPr>
          <a:xfrm>
            <a:off x="8171842" y="3035030"/>
            <a:ext cx="1089498" cy="58365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1" name="Group 70">
            <a:extLst>
              <a:ext uri="{FF2B5EF4-FFF2-40B4-BE49-F238E27FC236}">
                <a16:creationId xmlns:a16="http://schemas.microsoft.com/office/drawing/2014/main" id="{A5C0D576-1A8F-6875-0479-98EB067D95C0}"/>
              </a:ext>
            </a:extLst>
          </p:cNvPr>
          <p:cNvGrpSpPr/>
          <p:nvPr/>
        </p:nvGrpSpPr>
        <p:grpSpPr>
          <a:xfrm>
            <a:off x="9832157" y="1256889"/>
            <a:ext cx="1897143" cy="4776266"/>
            <a:chOff x="10412797" y="1237106"/>
            <a:chExt cx="1672218" cy="4489001"/>
          </a:xfrm>
        </p:grpSpPr>
        <p:sp>
          <p:nvSpPr>
            <p:cNvPr id="10" name="Oval 9">
              <a:extLst>
                <a:ext uri="{FF2B5EF4-FFF2-40B4-BE49-F238E27FC236}">
                  <a16:creationId xmlns:a16="http://schemas.microsoft.com/office/drawing/2014/main" id="{65CC92B6-F515-ABB6-446B-8E27E7008481}"/>
                </a:ext>
              </a:extLst>
            </p:cNvPr>
            <p:cNvSpPr/>
            <p:nvPr/>
          </p:nvSpPr>
          <p:spPr>
            <a:xfrm>
              <a:off x="10828882" y="1237106"/>
              <a:ext cx="282938" cy="27112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A</a:t>
              </a:r>
            </a:p>
          </p:txBody>
        </p:sp>
        <p:sp>
          <p:nvSpPr>
            <p:cNvPr id="13" name="Oval 12">
              <a:extLst>
                <a:ext uri="{FF2B5EF4-FFF2-40B4-BE49-F238E27FC236}">
                  <a16:creationId xmlns:a16="http://schemas.microsoft.com/office/drawing/2014/main" id="{6B568457-0089-2599-AD34-8673A597CD06}"/>
                </a:ext>
              </a:extLst>
            </p:cNvPr>
            <p:cNvSpPr/>
            <p:nvPr/>
          </p:nvSpPr>
          <p:spPr>
            <a:xfrm>
              <a:off x="10828882" y="1680629"/>
              <a:ext cx="282938" cy="27112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B</a:t>
              </a:r>
            </a:p>
          </p:txBody>
        </p:sp>
        <p:sp>
          <p:nvSpPr>
            <p:cNvPr id="14" name="Oval 13">
              <a:extLst>
                <a:ext uri="{FF2B5EF4-FFF2-40B4-BE49-F238E27FC236}">
                  <a16:creationId xmlns:a16="http://schemas.microsoft.com/office/drawing/2014/main" id="{B5551471-4337-A675-CCF1-D8F2463CADA1}"/>
                </a:ext>
              </a:extLst>
            </p:cNvPr>
            <p:cNvSpPr/>
            <p:nvPr/>
          </p:nvSpPr>
          <p:spPr>
            <a:xfrm>
              <a:off x="10843817" y="2124152"/>
              <a:ext cx="282938" cy="27112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C</a:t>
              </a:r>
            </a:p>
          </p:txBody>
        </p:sp>
        <p:sp>
          <p:nvSpPr>
            <p:cNvPr id="15" name="Oval 14">
              <a:extLst>
                <a:ext uri="{FF2B5EF4-FFF2-40B4-BE49-F238E27FC236}">
                  <a16:creationId xmlns:a16="http://schemas.microsoft.com/office/drawing/2014/main" id="{1324B265-8766-2A0D-E774-FCF57F5543F3}"/>
                </a:ext>
              </a:extLst>
            </p:cNvPr>
            <p:cNvSpPr/>
            <p:nvPr/>
          </p:nvSpPr>
          <p:spPr>
            <a:xfrm>
              <a:off x="10854782" y="2567675"/>
              <a:ext cx="282938" cy="27112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D</a:t>
              </a:r>
            </a:p>
          </p:txBody>
        </p:sp>
        <p:sp>
          <p:nvSpPr>
            <p:cNvPr id="16" name="Oval 15">
              <a:extLst>
                <a:ext uri="{FF2B5EF4-FFF2-40B4-BE49-F238E27FC236}">
                  <a16:creationId xmlns:a16="http://schemas.microsoft.com/office/drawing/2014/main" id="{9AFD2849-444E-B245-0016-6CB5D29DCA1E}"/>
                </a:ext>
              </a:extLst>
            </p:cNvPr>
            <p:cNvSpPr/>
            <p:nvPr/>
          </p:nvSpPr>
          <p:spPr>
            <a:xfrm>
              <a:off x="10851742" y="3011198"/>
              <a:ext cx="282938" cy="27112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E</a:t>
              </a:r>
            </a:p>
          </p:txBody>
        </p:sp>
        <p:sp>
          <p:nvSpPr>
            <p:cNvPr id="17" name="Oval 16">
              <a:extLst>
                <a:ext uri="{FF2B5EF4-FFF2-40B4-BE49-F238E27FC236}">
                  <a16:creationId xmlns:a16="http://schemas.microsoft.com/office/drawing/2014/main" id="{75EE34C1-9F0E-8422-5D86-C56E67FDB13C}"/>
                </a:ext>
              </a:extLst>
            </p:cNvPr>
            <p:cNvSpPr/>
            <p:nvPr/>
          </p:nvSpPr>
          <p:spPr>
            <a:xfrm>
              <a:off x="10412797" y="3529319"/>
              <a:ext cx="282938" cy="27112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F</a:t>
              </a:r>
            </a:p>
          </p:txBody>
        </p:sp>
        <p:sp>
          <p:nvSpPr>
            <p:cNvPr id="18" name="Oval 17">
              <a:extLst>
                <a:ext uri="{FF2B5EF4-FFF2-40B4-BE49-F238E27FC236}">
                  <a16:creationId xmlns:a16="http://schemas.microsoft.com/office/drawing/2014/main" id="{A1EFA510-0685-C3A1-3CED-0FD8AEBC633A}"/>
                </a:ext>
              </a:extLst>
            </p:cNvPr>
            <p:cNvSpPr/>
            <p:nvPr/>
          </p:nvSpPr>
          <p:spPr>
            <a:xfrm>
              <a:off x="11328021" y="3531754"/>
              <a:ext cx="282938" cy="27112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G</a:t>
              </a:r>
            </a:p>
          </p:txBody>
        </p:sp>
        <p:sp>
          <p:nvSpPr>
            <p:cNvPr id="19" name="Oval 18">
              <a:extLst>
                <a:ext uri="{FF2B5EF4-FFF2-40B4-BE49-F238E27FC236}">
                  <a16:creationId xmlns:a16="http://schemas.microsoft.com/office/drawing/2014/main" id="{3E79CEDA-D417-3432-039B-C392ADC88DF2}"/>
                </a:ext>
              </a:extLst>
            </p:cNvPr>
            <p:cNvSpPr/>
            <p:nvPr/>
          </p:nvSpPr>
          <p:spPr>
            <a:xfrm>
              <a:off x="11328021" y="3976757"/>
              <a:ext cx="282938" cy="27112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H</a:t>
              </a:r>
            </a:p>
          </p:txBody>
        </p:sp>
        <p:sp>
          <p:nvSpPr>
            <p:cNvPr id="20" name="Oval 19">
              <a:extLst>
                <a:ext uri="{FF2B5EF4-FFF2-40B4-BE49-F238E27FC236}">
                  <a16:creationId xmlns:a16="http://schemas.microsoft.com/office/drawing/2014/main" id="{54E92EB6-C349-C7D0-5696-DCE31AA688D1}"/>
                </a:ext>
              </a:extLst>
            </p:cNvPr>
            <p:cNvSpPr/>
            <p:nvPr/>
          </p:nvSpPr>
          <p:spPr>
            <a:xfrm>
              <a:off x="11328021" y="4411731"/>
              <a:ext cx="282938" cy="27112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I</a:t>
              </a:r>
            </a:p>
          </p:txBody>
        </p:sp>
        <p:sp>
          <p:nvSpPr>
            <p:cNvPr id="21" name="Oval 20">
              <a:extLst>
                <a:ext uri="{FF2B5EF4-FFF2-40B4-BE49-F238E27FC236}">
                  <a16:creationId xmlns:a16="http://schemas.microsoft.com/office/drawing/2014/main" id="{F6AA8E38-F161-6DBF-811E-EA2AEE28AF25}"/>
                </a:ext>
              </a:extLst>
            </p:cNvPr>
            <p:cNvSpPr/>
            <p:nvPr/>
          </p:nvSpPr>
          <p:spPr>
            <a:xfrm>
              <a:off x="10869240" y="5016789"/>
              <a:ext cx="282938" cy="27112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J</a:t>
              </a:r>
            </a:p>
          </p:txBody>
        </p:sp>
        <p:sp>
          <p:nvSpPr>
            <p:cNvPr id="22" name="Oval 21">
              <a:extLst>
                <a:ext uri="{FF2B5EF4-FFF2-40B4-BE49-F238E27FC236}">
                  <a16:creationId xmlns:a16="http://schemas.microsoft.com/office/drawing/2014/main" id="{857A6C60-01F1-7434-07B5-5C05F5A2B579}"/>
                </a:ext>
              </a:extLst>
            </p:cNvPr>
            <p:cNvSpPr/>
            <p:nvPr/>
          </p:nvSpPr>
          <p:spPr>
            <a:xfrm>
              <a:off x="11335658" y="5019145"/>
              <a:ext cx="282938" cy="27112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K</a:t>
              </a:r>
            </a:p>
          </p:txBody>
        </p:sp>
        <p:sp>
          <p:nvSpPr>
            <p:cNvPr id="23" name="Oval 22">
              <a:extLst>
                <a:ext uri="{FF2B5EF4-FFF2-40B4-BE49-F238E27FC236}">
                  <a16:creationId xmlns:a16="http://schemas.microsoft.com/office/drawing/2014/main" id="{32F70442-5C8D-650F-F8CF-DADBF2E33624}"/>
                </a:ext>
              </a:extLst>
            </p:cNvPr>
            <p:cNvSpPr/>
            <p:nvPr/>
          </p:nvSpPr>
          <p:spPr>
            <a:xfrm>
              <a:off x="11341357" y="5454981"/>
              <a:ext cx="282938" cy="27112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L</a:t>
              </a:r>
            </a:p>
          </p:txBody>
        </p:sp>
        <p:sp>
          <p:nvSpPr>
            <p:cNvPr id="24" name="Oval 23">
              <a:extLst>
                <a:ext uri="{FF2B5EF4-FFF2-40B4-BE49-F238E27FC236}">
                  <a16:creationId xmlns:a16="http://schemas.microsoft.com/office/drawing/2014/main" id="{EB81BC73-91D2-0ED7-C37C-06667B1337E6}"/>
                </a:ext>
              </a:extLst>
            </p:cNvPr>
            <p:cNvSpPr/>
            <p:nvPr/>
          </p:nvSpPr>
          <p:spPr>
            <a:xfrm>
              <a:off x="11802077" y="5020008"/>
              <a:ext cx="282938" cy="27112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M</a:t>
              </a:r>
            </a:p>
          </p:txBody>
        </p:sp>
        <p:sp>
          <p:nvSpPr>
            <p:cNvPr id="25" name="Oval 24">
              <a:extLst>
                <a:ext uri="{FF2B5EF4-FFF2-40B4-BE49-F238E27FC236}">
                  <a16:creationId xmlns:a16="http://schemas.microsoft.com/office/drawing/2014/main" id="{BD503267-DC4F-BB62-CF74-211831FC95C4}"/>
                </a:ext>
              </a:extLst>
            </p:cNvPr>
            <p:cNvSpPr/>
            <p:nvPr/>
          </p:nvSpPr>
          <p:spPr>
            <a:xfrm>
              <a:off x="11802077" y="5454982"/>
              <a:ext cx="282938" cy="27112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N</a:t>
              </a:r>
            </a:p>
          </p:txBody>
        </p:sp>
        <p:cxnSp>
          <p:nvCxnSpPr>
            <p:cNvPr id="27" name="Straight Arrow Connector 26">
              <a:extLst>
                <a:ext uri="{FF2B5EF4-FFF2-40B4-BE49-F238E27FC236}">
                  <a16:creationId xmlns:a16="http://schemas.microsoft.com/office/drawing/2014/main" id="{193C14CD-AAB5-9435-B7C7-439EF52793F2}"/>
                </a:ext>
              </a:extLst>
            </p:cNvPr>
            <p:cNvCxnSpPr>
              <a:cxnSpLocks/>
              <a:stCxn id="10" idx="4"/>
              <a:endCxn id="13" idx="0"/>
            </p:cNvCxnSpPr>
            <p:nvPr/>
          </p:nvCxnSpPr>
          <p:spPr>
            <a:xfrm>
              <a:off x="10970351" y="1508231"/>
              <a:ext cx="0" cy="172398"/>
            </a:xfrm>
            <a:prstGeom prst="straightConnector1">
              <a:avLst/>
            </a:prstGeom>
            <a:ln w="25400">
              <a:solidFill>
                <a:srgbClr val="00B050"/>
              </a:solidFill>
              <a:tailEnd type="arrow"/>
            </a:ln>
          </p:spPr>
          <p:style>
            <a:lnRef idx="1">
              <a:schemeClr val="accent2"/>
            </a:lnRef>
            <a:fillRef idx="0">
              <a:schemeClr val="accent2"/>
            </a:fillRef>
            <a:effectRef idx="0">
              <a:schemeClr val="accent2"/>
            </a:effectRef>
            <a:fontRef idx="minor">
              <a:schemeClr val="tx1"/>
            </a:fontRef>
          </p:style>
        </p:cxnSp>
        <p:cxnSp>
          <p:nvCxnSpPr>
            <p:cNvPr id="28" name="Straight Arrow Connector 27">
              <a:extLst>
                <a:ext uri="{FF2B5EF4-FFF2-40B4-BE49-F238E27FC236}">
                  <a16:creationId xmlns:a16="http://schemas.microsoft.com/office/drawing/2014/main" id="{3B668B4C-4629-19DD-5F25-B77F9570D00B}"/>
                </a:ext>
              </a:extLst>
            </p:cNvPr>
            <p:cNvCxnSpPr>
              <a:cxnSpLocks/>
              <a:stCxn id="13" idx="4"/>
              <a:endCxn id="14" idx="0"/>
            </p:cNvCxnSpPr>
            <p:nvPr/>
          </p:nvCxnSpPr>
          <p:spPr>
            <a:xfrm>
              <a:off x="10970351" y="1951754"/>
              <a:ext cx="14935" cy="172398"/>
            </a:xfrm>
            <a:prstGeom prst="straightConnector1">
              <a:avLst/>
            </a:prstGeom>
            <a:ln w="25400">
              <a:solidFill>
                <a:srgbClr val="00B050"/>
              </a:solidFill>
              <a:tailEnd type="arrow"/>
            </a:ln>
          </p:spPr>
          <p:style>
            <a:lnRef idx="1">
              <a:schemeClr val="accent2"/>
            </a:lnRef>
            <a:fillRef idx="0">
              <a:schemeClr val="accent2"/>
            </a:fillRef>
            <a:effectRef idx="0">
              <a:schemeClr val="accent2"/>
            </a:effectRef>
            <a:fontRef idx="minor">
              <a:schemeClr val="tx1"/>
            </a:fontRef>
          </p:style>
        </p:cxnSp>
        <p:cxnSp>
          <p:nvCxnSpPr>
            <p:cNvPr id="31" name="Straight Arrow Connector 30">
              <a:extLst>
                <a:ext uri="{FF2B5EF4-FFF2-40B4-BE49-F238E27FC236}">
                  <a16:creationId xmlns:a16="http://schemas.microsoft.com/office/drawing/2014/main" id="{74CEE4F9-803C-3DFC-C97F-A1E452E04634}"/>
                </a:ext>
              </a:extLst>
            </p:cNvPr>
            <p:cNvCxnSpPr>
              <a:cxnSpLocks/>
              <a:stCxn id="14" idx="4"/>
              <a:endCxn id="15" idx="0"/>
            </p:cNvCxnSpPr>
            <p:nvPr/>
          </p:nvCxnSpPr>
          <p:spPr>
            <a:xfrm>
              <a:off x="10985286" y="2395277"/>
              <a:ext cx="10965" cy="172398"/>
            </a:xfrm>
            <a:prstGeom prst="straightConnector1">
              <a:avLst/>
            </a:prstGeom>
            <a:ln w="25400">
              <a:solidFill>
                <a:srgbClr val="00B050"/>
              </a:solidFill>
              <a:tailEnd type="arrow"/>
            </a:ln>
          </p:spPr>
          <p:style>
            <a:lnRef idx="1">
              <a:schemeClr val="accent2"/>
            </a:lnRef>
            <a:fillRef idx="0">
              <a:schemeClr val="accent2"/>
            </a:fillRef>
            <a:effectRef idx="0">
              <a:schemeClr val="accent2"/>
            </a:effectRef>
            <a:fontRef idx="minor">
              <a:schemeClr val="tx1"/>
            </a:fontRef>
          </p:style>
        </p:cxnSp>
        <p:cxnSp>
          <p:nvCxnSpPr>
            <p:cNvPr id="34" name="Straight Arrow Connector 33">
              <a:extLst>
                <a:ext uri="{FF2B5EF4-FFF2-40B4-BE49-F238E27FC236}">
                  <a16:creationId xmlns:a16="http://schemas.microsoft.com/office/drawing/2014/main" id="{147E4019-4891-7DA8-8BBA-D9DAAB3989AB}"/>
                </a:ext>
              </a:extLst>
            </p:cNvPr>
            <p:cNvCxnSpPr>
              <a:cxnSpLocks/>
              <a:stCxn id="15" idx="4"/>
              <a:endCxn id="16" idx="0"/>
            </p:cNvCxnSpPr>
            <p:nvPr/>
          </p:nvCxnSpPr>
          <p:spPr>
            <a:xfrm flipH="1">
              <a:off x="10993211" y="2838800"/>
              <a:ext cx="3040" cy="172398"/>
            </a:xfrm>
            <a:prstGeom prst="straightConnector1">
              <a:avLst/>
            </a:prstGeom>
            <a:ln w="25400">
              <a:solidFill>
                <a:srgbClr val="00B050"/>
              </a:solidFill>
              <a:tailEnd type="arrow"/>
            </a:ln>
          </p:spPr>
          <p:style>
            <a:lnRef idx="1">
              <a:schemeClr val="accent2"/>
            </a:lnRef>
            <a:fillRef idx="0">
              <a:schemeClr val="accent2"/>
            </a:fillRef>
            <a:effectRef idx="0">
              <a:schemeClr val="accent2"/>
            </a:effectRef>
            <a:fontRef idx="minor">
              <a:schemeClr val="tx1"/>
            </a:fontRef>
          </p:style>
        </p:cxnSp>
        <p:cxnSp>
          <p:nvCxnSpPr>
            <p:cNvPr id="37" name="Straight Arrow Connector 36">
              <a:extLst>
                <a:ext uri="{FF2B5EF4-FFF2-40B4-BE49-F238E27FC236}">
                  <a16:creationId xmlns:a16="http://schemas.microsoft.com/office/drawing/2014/main" id="{704F97C6-6698-5B68-F3DD-76D3D852A000}"/>
                </a:ext>
              </a:extLst>
            </p:cNvPr>
            <p:cNvCxnSpPr>
              <a:cxnSpLocks/>
              <a:stCxn id="18" idx="4"/>
              <a:endCxn id="19" idx="0"/>
            </p:cNvCxnSpPr>
            <p:nvPr/>
          </p:nvCxnSpPr>
          <p:spPr>
            <a:xfrm>
              <a:off x="11469490" y="3802879"/>
              <a:ext cx="0" cy="173878"/>
            </a:xfrm>
            <a:prstGeom prst="straightConnector1">
              <a:avLst/>
            </a:prstGeom>
            <a:ln w="25400">
              <a:solidFill>
                <a:srgbClr val="00B050"/>
              </a:solidFill>
              <a:tailEnd type="arrow"/>
            </a:ln>
          </p:spPr>
          <p:style>
            <a:lnRef idx="1">
              <a:schemeClr val="accent2"/>
            </a:lnRef>
            <a:fillRef idx="0">
              <a:schemeClr val="accent2"/>
            </a:fillRef>
            <a:effectRef idx="0">
              <a:schemeClr val="accent2"/>
            </a:effectRef>
            <a:fontRef idx="minor">
              <a:schemeClr val="tx1"/>
            </a:fontRef>
          </p:style>
        </p:cxnSp>
        <p:cxnSp>
          <p:nvCxnSpPr>
            <p:cNvPr id="38" name="Straight Arrow Connector 37">
              <a:extLst>
                <a:ext uri="{FF2B5EF4-FFF2-40B4-BE49-F238E27FC236}">
                  <a16:creationId xmlns:a16="http://schemas.microsoft.com/office/drawing/2014/main" id="{91B3AB8C-139B-E7C2-6AFB-BAE145F12D48}"/>
                </a:ext>
              </a:extLst>
            </p:cNvPr>
            <p:cNvCxnSpPr>
              <a:cxnSpLocks/>
              <a:stCxn id="19" idx="4"/>
              <a:endCxn id="20" idx="0"/>
            </p:cNvCxnSpPr>
            <p:nvPr/>
          </p:nvCxnSpPr>
          <p:spPr>
            <a:xfrm>
              <a:off x="11469490" y="4247882"/>
              <a:ext cx="0" cy="163849"/>
            </a:xfrm>
            <a:prstGeom prst="straightConnector1">
              <a:avLst/>
            </a:prstGeom>
            <a:ln w="25400">
              <a:solidFill>
                <a:srgbClr val="00B050"/>
              </a:solidFill>
              <a:tailEnd type="arrow"/>
            </a:ln>
          </p:spPr>
          <p:style>
            <a:lnRef idx="1">
              <a:schemeClr val="accent2"/>
            </a:lnRef>
            <a:fillRef idx="0">
              <a:schemeClr val="accent2"/>
            </a:fillRef>
            <a:effectRef idx="0">
              <a:schemeClr val="accent2"/>
            </a:effectRef>
            <a:fontRef idx="minor">
              <a:schemeClr val="tx1"/>
            </a:fontRef>
          </p:style>
        </p:cxnSp>
        <p:cxnSp>
          <p:nvCxnSpPr>
            <p:cNvPr id="39" name="Straight Arrow Connector 38">
              <a:extLst>
                <a:ext uri="{FF2B5EF4-FFF2-40B4-BE49-F238E27FC236}">
                  <a16:creationId xmlns:a16="http://schemas.microsoft.com/office/drawing/2014/main" id="{308CD9EC-16D1-6EF3-D5DC-54C18EE67EB8}"/>
                </a:ext>
              </a:extLst>
            </p:cNvPr>
            <p:cNvCxnSpPr>
              <a:cxnSpLocks/>
              <a:stCxn id="16" idx="4"/>
              <a:endCxn id="17" idx="0"/>
            </p:cNvCxnSpPr>
            <p:nvPr/>
          </p:nvCxnSpPr>
          <p:spPr>
            <a:xfrm flipH="1">
              <a:off x="10554266" y="3282323"/>
              <a:ext cx="438945" cy="246996"/>
            </a:xfrm>
            <a:prstGeom prst="straightConnector1">
              <a:avLst/>
            </a:prstGeom>
            <a:ln w="25400">
              <a:solidFill>
                <a:srgbClr val="00B050"/>
              </a:solidFill>
              <a:tailEnd type="arrow"/>
            </a:ln>
          </p:spPr>
          <p:style>
            <a:lnRef idx="1">
              <a:schemeClr val="accent2"/>
            </a:lnRef>
            <a:fillRef idx="0">
              <a:schemeClr val="accent2"/>
            </a:fillRef>
            <a:effectRef idx="0">
              <a:schemeClr val="accent2"/>
            </a:effectRef>
            <a:fontRef idx="minor">
              <a:schemeClr val="tx1"/>
            </a:fontRef>
          </p:style>
        </p:cxnSp>
        <p:cxnSp>
          <p:nvCxnSpPr>
            <p:cNvPr id="42" name="Straight Arrow Connector 41">
              <a:extLst>
                <a:ext uri="{FF2B5EF4-FFF2-40B4-BE49-F238E27FC236}">
                  <a16:creationId xmlns:a16="http://schemas.microsoft.com/office/drawing/2014/main" id="{3EBC4940-CF5B-AC6C-5604-E7983A2CECC5}"/>
                </a:ext>
              </a:extLst>
            </p:cNvPr>
            <p:cNvCxnSpPr>
              <a:cxnSpLocks/>
              <a:stCxn id="16" idx="4"/>
              <a:endCxn id="18" idx="0"/>
            </p:cNvCxnSpPr>
            <p:nvPr/>
          </p:nvCxnSpPr>
          <p:spPr>
            <a:xfrm>
              <a:off x="10993211" y="3282323"/>
              <a:ext cx="476279" cy="249431"/>
            </a:xfrm>
            <a:prstGeom prst="straightConnector1">
              <a:avLst/>
            </a:prstGeom>
            <a:ln w="25400">
              <a:solidFill>
                <a:srgbClr val="00B050"/>
              </a:solidFill>
              <a:tailEnd type="arrow"/>
            </a:ln>
          </p:spPr>
          <p:style>
            <a:lnRef idx="1">
              <a:schemeClr val="accent2"/>
            </a:lnRef>
            <a:fillRef idx="0">
              <a:schemeClr val="accent2"/>
            </a:fillRef>
            <a:effectRef idx="0">
              <a:schemeClr val="accent2"/>
            </a:effectRef>
            <a:fontRef idx="minor">
              <a:schemeClr val="tx1"/>
            </a:fontRef>
          </p:style>
        </p:cxnSp>
        <p:cxnSp>
          <p:nvCxnSpPr>
            <p:cNvPr id="47" name="Straight Arrow Connector 46">
              <a:extLst>
                <a:ext uri="{FF2B5EF4-FFF2-40B4-BE49-F238E27FC236}">
                  <a16:creationId xmlns:a16="http://schemas.microsoft.com/office/drawing/2014/main" id="{F19AEDBF-AFE2-74CF-9F03-14B332DE8383}"/>
                </a:ext>
              </a:extLst>
            </p:cNvPr>
            <p:cNvCxnSpPr>
              <a:cxnSpLocks/>
              <a:stCxn id="20" idx="4"/>
              <a:endCxn id="21" idx="0"/>
            </p:cNvCxnSpPr>
            <p:nvPr/>
          </p:nvCxnSpPr>
          <p:spPr>
            <a:xfrm flipH="1">
              <a:off x="11010709" y="4682856"/>
              <a:ext cx="458781" cy="333933"/>
            </a:xfrm>
            <a:prstGeom prst="straightConnector1">
              <a:avLst/>
            </a:prstGeom>
            <a:ln w="25400">
              <a:solidFill>
                <a:srgbClr val="00B050"/>
              </a:solidFill>
              <a:tailEnd type="arrow"/>
            </a:ln>
          </p:spPr>
          <p:style>
            <a:lnRef idx="1">
              <a:schemeClr val="accent2"/>
            </a:lnRef>
            <a:fillRef idx="0">
              <a:schemeClr val="accent2"/>
            </a:fillRef>
            <a:effectRef idx="0">
              <a:schemeClr val="accent2"/>
            </a:effectRef>
            <a:fontRef idx="minor">
              <a:schemeClr val="tx1"/>
            </a:fontRef>
          </p:style>
        </p:cxnSp>
        <p:cxnSp>
          <p:nvCxnSpPr>
            <p:cNvPr id="48" name="Straight Arrow Connector 47">
              <a:extLst>
                <a:ext uri="{FF2B5EF4-FFF2-40B4-BE49-F238E27FC236}">
                  <a16:creationId xmlns:a16="http://schemas.microsoft.com/office/drawing/2014/main" id="{F0103E73-FE76-2C8E-B175-CE5C05364A29}"/>
                </a:ext>
              </a:extLst>
            </p:cNvPr>
            <p:cNvCxnSpPr>
              <a:cxnSpLocks/>
              <a:stCxn id="20" idx="4"/>
              <a:endCxn id="22" idx="0"/>
            </p:cNvCxnSpPr>
            <p:nvPr/>
          </p:nvCxnSpPr>
          <p:spPr>
            <a:xfrm>
              <a:off x="11469490" y="4682856"/>
              <a:ext cx="7637" cy="336289"/>
            </a:xfrm>
            <a:prstGeom prst="straightConnector1">
              <a:avLst/>
            </a:prstGeom>
            <a:ln w="25400">
              <a:solidFill>
                <a:srgbClr val="00B050"/>
              </a:solidFill>
              <a:tailEnd type="arrow"/>
            </a:ln>
          </p:spPr>
          <p:style>
            <a:lnRef idx="1">
              <a:schemeClr val="accent2"/>
            </a:lnRef>
            <a:fillRef idx="0">
              <a:schemeClr val="accent2"/>
            </a:fillRef>
            <a:effectRef idx="0">
              <a:schemeClr val="accent2"/>
            </a:effectRef>
            <a:fontRef idx="minor">
              <a:schemeClr val="tx1"/>
            </a:fontRef>
          </p:style>
        </p:cxnSp>
        <p:cxnSp>
          <p:nvCxnSpPr>
            <p:cNvPr id="57" name="Straight Arrow Connector 56">
              <a:extLst>
                <a:ext uri="{FF2B5EF4-FFF2-40B4-BE49-F238E27FC236}">
                  <a16:creationId xmlns:a16="http://schemas.microsoft.com/office/drawing/2014/main" id="{D4E8B5F6-6937-B2EB-AE1F-46A78922DB99}"/>
                </a:ext>
              </a:extLst>
            </p:cNvPr>
            <p:cNvCxnSpPr>
              <a:cxnSpLocks/>
              <a:stCxn id="20" idx="4"/>
              <a:endCxn id="24" idx="0"/>
            </p:cNvCxnSpPr>
            <p:nvPr/>
          </p:nvCxnSpPr>
          <p:spPr>
            <a:xfrm>
              <a:off x="11469490" y="4682856"/>
              <a:ext cx="474056" cy="337152"/>
            </a:xfrm>
            <a:prstGeom prst="straightConnector1">
              <a:avLst/>
            </a:prstGeom>
            <a:ln w="25400">
              <a:solidFill>
                <a:srgbClr val="00B050"/>
              </a:solidFill>
              <a:tailEnd type="arrow"/>
            </a:ln>
          </p:spPr>
          <p:style>
            <a:lnRef idx="1">
              <a:schemeClr val="accent2"/>
            </a:lnRef>
            <a:fillRef idx="0">
              <a:schemeClr val="accent2"/>
            </a:fillRef>
            <a:effectRef idx="0">
              <a:schemeClr val="accent2"/>
            </a:effectRef>
            <a:fontRef idx="minor">
              <a:schemeClr val="tx1"/>
            </a:fontRef>
          </p:style>
        </p:cxnSp>
        <p:cxnSp>
          <p:nvCxnSpPr>
            <p:cNvPr id="60" name="Straight Arrow Connector 59">
              <a:extLst>
                <a:ext uri="{FF2B5EF4-FFF2-40B4-BE49-F238E27FC236}">
                  <a16:creationId xmlns:a16="http://schemas.microsoft.com/office/drawing/2014/main" id="{B1611C1D-8CA5-532D-DD7C-DBB5DDCA5F1D}"/>
                </a:ext>
              </a:extLst>
            </p:cNvPr>
            <p:cNvCxnSpPr>
              <a:cxnSpLocks/>
              <a:stCxn id="22" idx="4"/>
              <a:endCxn id="23" idx="0"/>
            </p:cNvCxnSpPr>
            <p:nvPr/>
          </p:nvCxnSpPr>
          <p:spPr>
            <a:xfrm>
              <a:off x="11477127" y="5290270"/>
              <a:ext cx="5699" cy="164711"/>
            </a:xfrm>
            <a:prstGeom prst="straightConnector1">
              <a:avLst/>
            </a:prstGeom>
            <a:ln w="25400">
              <a:solidFill>
                <a:srgbClr val="00B050"/>
              </a:solidFill>
              <a:tailEnd type="arrow"/>
            </a:ln>
          </p:spPr>
          <p:style>
            <a:lnRef idx="1">
              <a:schemeClr val="accent2"/>
            </a:lnRef>
            <a:fillRef idx="0">
              <a:schemeClr val="accent2"/>
            </a:fillRef>
            <a:effectRef idx="0">
              <a:schemeClr val="accent2"/>
            </a:effectRef>
            <a:fontRef idx="minor">
              <a:schemeClr val="tx1"/>
            </a:fontRef>
          </p:style>
        </p:cxnSp>
        <p:cxnSp>
          <p:nvCxnSpPr>
            <p:cNvPr id="61" name="Straight Arrow Connector 60">
              <a:extLst>
                <a:ext uri="{FF2B5EF4-FFF2-40B4-BE49-F238E27FC236}">
                  <a16:creationId xmlns:a16="http://schemas.microsoft.com/office/drawing/2014/main" id="{58ED6A14-4459-9C4E-1DFD-2634C8253C39}"/>
                </a:ext>
              </a:extLst>
            </p:cNvPr>
            <p:cNvCxnSpPr>
              <a:cxnSpLocks/>
              <a:stCxn id="24" idx="4"/>
              <a:endCxn id="25" idx="0"/>
            </p:cNvCxnSpPr>
            <p:nvPr/>
          </p:nvCxnSpPr>
          <p:spPr>
            <a:xfrm>
              <a:off x="11943546" y="5291133"/>
              <a:ext cx="0" cy="163849"/>
            </a:xfrm>
            <a:prstGeom prst="straightConnector1">
              <a:avLst/>
            </a:prstGeom>
            <a:ln w="25400">
              <a:solidFill>
                <a:srgbClr val="00B050"/>
              </a:solidFill>
              <a:tailEnd type="arrow"/>
            </a:ln>
          </p:spPr>
          <p:style>
            <a:lnRef idx="1">
              <a:schemeClr val="accent2"/>
            </a:lnRef>
            <a:fillRef idx="0">
              <a:schemeClr val="accent2"/>
            </a:fillRef>
            <a:effectRef idx="0">
              <a:schemeClr val="accent2"/>
            </a:effectRef>
            <a:fontRef idx="minor">
              <a:schemeClr val="tx1"/>
            </a:fontRef>
          </p:style>
        </p:cxnSp>
        <p:sp>
          <p:nvSpPr>
            <p:cNvPr id="68" name="Freeform: Shape 67">
              <a:extLst>
                <a:ext uri="{FF2B5EF4-FFF2-40B4-BE49-F238E27FC236}">
                  <a16:creationId xmlns:a16="http://schemas.microsoft.com/office/drawing/2014/main" id="{09886545-75F7-0C30-32AF-F6A2F5EDB90B}"/>
                </a:ext>
              </a:extLst>
            </p:cNvPr>
            <p:cNvSpPr/>
            <p:nvPr/>
          </p:nvSpPr>
          <p:spPr>
            <a:xfrm>
              <a:off x="11338560" y="4777740"/>
              <a:ext cx="251460" cy="68617"/>
            </a:xfrm>
            <a:custGeom>
              <a:avLst/>
              <a:gdLst>
                <a:gd name="connsiteX0" fmla="*/ 0 w 251460"/>
                <a:gd name="connsiteY0" fmla="*/ 0 h 68617"/>
                <a:gd name="connsiteX1" fmla="*/ 144780 w 251460"/>
                <a:gd name="connsiteY1" fmla="*/ 68580 h 68617"/>
                <a:gd name="connsiteX2" fmla="*/ 251460 w 251460"/>
                <a:gd name="connsiteY2" fmla="*/ 7620 h 68617"/>
              </a:gdLst>
              <a:ahLst/>
              <a:cxnLst>
                <a:cxn ang="0">
                  <a:pos x="connsiteX0" y="connsiteY0"/>
                </a:cxn>
                <a:cxn ang="0">
                  <a:pos x="connsiteX1" y="connsiteY1"/>
                </a:cxn>
                <a:cxn ang="0">
                  <a:pos x="connsiteX2" y="connsiteY2"/>
                </a:cxn>
              </a:cxnLst>
              <a:rect l="l" t="t" r="r" b="b"/>
              <a:pathLst>
                <a:path w="251460" h="68617">
                  <a:moveTo>
                    <a:pt x="0" y="0"/>
                  </a:moveTo>
                  <a:cubicBezTo>
                    <a:pt x="51435" y="33655"/>
                    <a:pt x="102870" y="67310"/>
                    <a:pt x="144780" y="68580"/>
                  </a:cubicBezTo>
                  <a:cubicBezTo>
                    <a:pt x="186690" y="69850"/>
                    <a:pt x="219075" y="38735"/>
                    <a:pt x="251460" y="7620"/>
                  </a:cubicBezTo>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8" name="Object 7">
            <a:extLst>
              <a:ext uri="{FF2B5EF4-FFF2-40B4-BE49-F238E27FC236}">
                <a16:creationId xmlns:a16="http://schemas.microsoft.com/office/drawing/2014/main" id="{9401857D-1639-43F5-8B10-408217802E9D}"/>
              </a:ext>
            </a:extLst>
          </p:cNvPr>
          <p:cNvGraphicFramePr>
            <a:graphicFrameLocks noChangeAspect="1"/>
          </p:cNvGraphicFramePr>
          <p:nvPr>
            <p:extLst>
              <p:ext uri="{D42A27DB-BD31-4B8C-83A1-F6EECF244321}">
                <p14:modId xmlns:p14="http://schemas.microsoft.com/office/powerpoint/2010/main" val="4199547126"/>
              </p:ext>
            </p:extLst>
          </p:nvPr>
        </p:nvGraphicFramePr>
        <p:xfrm>
          <a:off x="623197" y="1728794"/>
          <a:ext cx="7885793" cy="3838127"/>
        </p:xfrm>
        <a:graphic>
          <a:graphicData uri="http://schemas.openxmlformats.org/presentationml/2006/ole">
            <mc:AlternateContent xmlns:mc="http://schemas.openxmlformats.org/markup-compatibility/2006">
              <mc:Choice xmlns:v="urn:schemas-microsoft-com:vml" Requires="v">
                <p:oleObj spid="_x0000_s1031" name="Bitmap Image" r:id="rId3" imgW="6800760" imgH="3137040" progId="PBrush">
                  <p:embed/>
                </p:oleObj>
              </mc:Choice>
              <mc:Fallback>
                <p:oleObj name="Bitmap Image" r:id="rId3" imgW="6800760" imgH="3137040" progId="PBrush">
                  <p:embed/>
                  <p:pic>
                    <p:nvPicPr>
                      <p:cNvPr id="0" name=""/>
                      <p:cNvPicPr/>
                      <p:nvPr/>
                    </p:nvPicPr>
                    <p:blipFill>
                      <a:blip r:embed="rId4"/>
                      <a:stretch>
                        <a:fillRect/>
                      </a:stretch>
                    </p:blipFill>
                    <p:spPr>
                      <a:xfrm>
                        <a:off x="623197" y="1728794"/>
                        <a:ext cx="7885793" cy="3838127"/>
                      </a:xfrm>
                      <a:prstGeom prst="rect">
                        <a:avLst/>
                      </a:prstGeom>
                    </p:spPr>
                  </p:pic>
                </p:oleObj>
              </mc:Fallback>
            </mc:AlternateContent>
          </a:graphicData>
        </a:graphic>
      </p:graphicFrame>
    </p:spTree>
    <p:extLst>
      <p:ext uri="{BB962C8B-B14F-4D97-AF65-F5344CB8AC3E}">
        <p14:creationId xmlns:p14="http://schemas.microsoft.com/office/powerpoint/2010/main" val="310331224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Understanding Goal Trees</a:t>
            </a:r>
          </a:p>
        </p:txBody>
      </p:sp>
      <p:sp>
        <p:nvSpPr>
          <p:cNvPr id="3" name="Content Placeholder 2"/>
          <p:cNvSpPr>
            <a:spLocks noGrp="1"/>
          </p:cNvSpPr>
          <p:nvPr>
            <p:ph idx="1"/>
          </p:nvPr>
        </p:nvSpPr>
        <p:spPr>
          <a:xfrm>
            <a:off x="304800" y="1228153"/>
            <a:ext cx="8720328" cy="5021979"/>
          </a:xfrm>
        </p:spPr>
        <p:txBody>
          <a:bodyPr>
            <a:normAutofit/>
          </a:bodyPr>
          <a:lstStyle/>
          <a:p>
            <a:r>
              <a:rPr lang="en-US" dirty="0"/>
              <a:t>General Tree structure</a:t>
            </a:r>
          </a:p>
          <a:p>
            <a:pPr lvl="1"/>
            <a:r>
              <a:rPr lang="en-US" dirty="0"/>
              <a:t>A tree has nodes and edges where edges connect two nodes within the tree</a:t>
            </a:r>
          </a:p>
          <a:p>
            <a:pPr lvl="1"/>
            <a:r>
              <a:rPr lang="en-US" dirty="0"/>
              <a:t>A branch appears when the node has more than one edge</a:t>
            </a:r>
          </a:p>
          <a:p>
            <a:pPr lvl="1"/>
            <a:r>
              <a:rPr lang="en-US" dirty="0"/>
              <a:t>A tree depth is the number of levels in the goal tree to reach to the solution</a:t>
            </a:r>
          </a:p>
          <a:p>
            <a:r>
              <a:rPr lang="en-US" dirty="0"/>
              <a:t>The tree depth for the integration problem is 9</a:t>
            </a:r>
          </a:p>
        </p:txBody>
      </p:sp>
      <p:sp>
        <p:nvSpPr>
          <p:cNvPr id="4" name="Date Placeholder 3"/>
          <p:cNvSpPr>
            <a:spLocks noGrp="1"/>
          </p:cNvSpPr>
          <p:nvPr>
            <p:ph type="dt" sz="half" idx="10"/>
          </p:nvPr>
        </p:nvSpPr>
        <p:spPr/>
        <p:txBody>
          <a:bodyPr/>
          <a:lstStyle/>
          <a:p>
            <a:fld id="{4C87BEC4-B835-4E55-9D7F-50B76A3ED418}" type="datetime1">
              <a:rPr lang="en-US" smtClean="0"/>
              <a:t>9/6/2022</a:t>
            </a:fld>
            <a:endParaRPr lang="en-US"/>
          </a:p>
        </p:txBody>
      </p:sp>
      <p:sp>
        <p:nvSpPr>
          <p:cNvPr id="5" name="Footer Placeholder 4"/>
          <p:cNvSpPr>
            <a:spLocks noGrp="1"/>
          </p:cNvSpPr>
          <p:nvPr>
            <p:ph type="ftr" sz="quarter" idx="11"/>
          </p:nvPr>
        </p:nvSpPr>
        <p:spPr/>
        <p:txBody>
          <a:bodyPr/>
          <a:lstStyle/>
          <a:p>
            <a:r>
              <a:rPr lang="en-US"/>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smtClean="0"/>
              <a:t>45</a:t>
            </a:fld>
            <a:endParaRPr lang="en-US"/>
          </a:p>
        </p:txBody>
      </p:sp>
      <p:grpSp>
        <p:nvGrpSpPr>
          <p:cNvPr id="7" name="Group 6">
            <a:extLst>
              <a:ext uri="{FF2B5EF4-FFF2-40B4-BE49-F238E27FC236}">
                <a16:creationId xmlns:a16="http://schemas.microsoft.com/office/drawing/2014/main" id="{CCF6A7E9-2A20-D481-780E-19EE2EED3CF1}"/>
              </a:ext>
            </a:extLst>
          </p:cNvPr>
          <p:cNvGrpSpPr/>
          <p:nvPr/>
        </p:nvGrpSpPr>
        <p:grpSpPr>
          <a:xfrm>
            <a:off x="9832157" y="1256889"/>
            <a:ext cx="1897143" cy="4776266"/>
            <a:chOff x="10412797" y="1237106"/>
            <a:chExt cx="1672218" cy="4489001"/>
          </a:xfrm>
        </p:grpSpPr>
        <p:sp>
          <p:nvSpPr>
            <p:cNvPr id="8" name="Oval 7">
              <a:extLst>
                <a:ext uri="{FF2B5EF4-FFF2-40B4-BE49-F238E27FC236}">
                  <a16:creationId xmlns:a16="http://schemas.microsoft.com/office/drawing/2014/main" id="{EA6F254C-F886-0301-B1DE-FDCE4C89AB76}"/>
                </a:ext>
              </a:extLst>
            </p:cNvPr>
            <p:cNvSpPr/>
            <p:nvPr/>
          </p:nvSpPr>
          <p:spPr>
            <a:xfrm>
              <a:off x="10828882" y="1237106"/>
              <a:ext cx="282938" cy="27112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A</a:t>
              </a:r>
            </a:p>
          </p:txBody>
        </p:sp>
        <p:sp>
          <p:nvSpPr>
            <p:cNvPr id="10" name="Oval 9">
              <a:extLst>
                <a:ext uri="{FF2B5EF4-FFF2-40B4-BE49-F238E27FC236}">
                  <a16:creationId xmlns:a16="http://schemas.microsoft.com/office/drawing/2014/main" id="{FD83A9DF-66E2-5AC0-DED9-BC0A2FCF141E}"/>
                </a:ext>
              </a:extLst>
            </p:cNvPr>
            <p:cNvSpPr/>
            <p:nvPr/>
          </p:nvSpPr>
          <p:spPr>
            <a:xfrm>
              <a:off x="10828882" y="1680629"/>
              <a:ext cx="282938" cy="27112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B</a:t>
              </a:r>
            </a:p>
          </p:txBody>
        </p:sp>
        <p:sp>
          <p:nvSpPr>
            <p:cNvPr id="11" name="Oval 10">
              <a:extLst>
                <a:ext uri="{FF2B5EF4-FFF2-40B4-BE49-F238E27FC236}">
                  <a16:creationId xmlns:a16="http://schemas.microsoft.com/office/drawing/2014/main" id="{AA9794F7-2D3B-8485-ADFA-165A40B49076}"/>
                </a:ext>
              </a:extLst>
            </p:cNvPr>
            <p:cNvSpPr/>
            <p:nvPr/>
          </p:nvSpPr>
          <p:spPr>
            <a:xfrm>
              <a:off x="10843817" y="2124152"/>
              <a:ext cx="282938" cy="27112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C</a:t>
              </a:r>
            </a:p>
          </p:txBody>
        </p:sp>
        <p:sp>
          <p:nvSpPr>
            <p:cNvPr id="12" name="Oval 11">
              <a:extLst>
                <a:ext uri="{FF2B5EF4-FFF2-40B4-BE49-F238E27FC236}">
                  <a16:creationId xmlns:a16="http://schemas.microsoft.com/office/drawing/2014/main" id="{2BC01A53-DC5B-683E-7517-E9DF8BCC77DC}"/>
                </a:ext>
              </a:extLst>
            </p:cNvPr>
            <p:cNvSpPr/>
            <p:nvPr/>
          </p:nvSpPr>
          <p:spPr>
            <a:xfrm>
              <a:off x="10854782" y="2567675"/>
              <a:ext cx="282938" cy="27112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D</a:t>
              </a:r>
            </a:p>
          </p:txBody>
        </p:sp>
        <p:sp>
          <p:nvSpPr>
            <p:cNvPr id="13" name="Oval 12">
              <a:extLst>
                <a:ext uri="{FF2B5EF4-FFF2-40B4-BE49-F238E27FC236}">
                  <a16:creationId xmlns:a16="http://schemas.microsoft.com/office/drawing/2014/main" id="{472286CF-82C4-D741-62AB-3D330F089363}"/>
                </a:ext>
              </a:extLst>
            </p:cNvPr>
            <p:cNvSpPr/>
            <p:nvPr/>
          </p:nvSpPr>
          <p:spPr>
            <a:xfrm>
              <a:off x="10851742" y="3011198"/>
              <a:ext cx="282938" cy="27112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E</a:t>
              </a:r>
            </a:p>
          </p:txBody>
        </p:sp>
        <p:sp>
          <p:nvSpPr>
            <p:cNvPr id="14" name="Oval 13">
              <a:extLst>
                <a:ext uri="{FF2B5EF4-FFF2-40B4-BE49-F238E27FC236}">
                  <a16:creationId xmlns:a16="http://schemas.microsoft.com/office/drawing/2014/main" id="{B23F6B02-9A2C-7224-014F-EF878B236F20}"/>
                </a:ext>
              </a:extLst>
            </p:cNvPr>
            <p:cNvSpPr/>
            <p:nvPr/>
          </p:nvSpPr>
          <p:spPr>
            <a:xfrm>
              <a:off x="10412797" y="3529319"/>
              <a:ext cx="282938" cy="27112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F</a:t>
              </a:r>
            </a:p>
          </p:txBody>
        </p:sp>
        <p:sp>
          <p:nvSpPr>
            <p:cNvPr id="15" name="Oval 14">
              <a:extLst>
                <a:ext uri="{FF2B5EF4-FFF2-40B4-BE49-F238E27FC236}">
                  <a16:creationId xmlns:a16="http://schemas.microsoft.com/office/drawing/2014/main" id="{95F3CA15-A654-6ADF-4857-1596BF09916B}"/>
                </a:ext>
              </a:extLst>
            </p:cNvPr>
            <p:cNvSpPr/>
            <p:nvPr/>
          </p:nvSpPr>
          <p:spPr>
            <a:xfrm>
              <a:off x="11328021" y="3531754"/>
              <a:ext cx="282938" cy="27112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G</a:t>
              </a:r>
            </a:p>
          </p:txBody>
        </p:sp>
        <p:sp>
          <p:nvSpPr>
            <p:cNvPr id="16" name="Oval 15">
              <a:extLst>
                <a:ext uri="{FF2B5EF4-FFF2-40B4-BE49-F238E27FC236}">
                  <a16:creationId xmlns:a16="http://schemas.microsoft.com/office/drawing/2014/main" id="{B184516D-45D0-5C28-9355-46A9B72DF300}"/>
                </a:ext>
              </a:extLst>
            </p:cNvPr>
            <p:cNvSpPr/>
            <p:nvPr/>
          </p:nvSpPr>
          <p:spPr>
            <a:xfrm>
              <a:off x="11328021" y="3976757"/>
              <a:ext cx="282938" cy="27112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H</a:t>
              </a:r>
            </a:p>
          </p:txBody>
        </p:sp>
        <p:sp>
          <p:nvSpPr>
            <p:cNvPr id="17" name="Oval 16">
              <a:extLst>
                <a:ext uri="{FF2B5EF4-FFF2-40B4-BE49-F238E27FC236}">
                  <a16:creationId xmlns:a16="http://schemas.microsoft.com/office/drawing/2014/main" id="{5F1F5B5B-52BE-364D-8CED-BB5CEA18CFAB}"/>
                </a:ext>
              </a:extLst>
            </p:cNvPr>
            <p:cNvSpPr/>
            <p:nvPr/>
          </p:nvSpPr>
          <p:spPr>
            <a:xfrm>
              <a:off x="11328021" y="4411731"/>
              <a:ext cx="282938" cy="27112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I</a:t>
              </a:r>
            </a:p>
          </p:txBody>
        </p:sp>
        <p:sp>
          <p:nvSpPr>
            <p:cNvPr id="18" name="Oval 17">
              <a:extLst>
                <a:ext uri="{FF2B5EF4-FFF2-40B4-BE49-F238E27FC236}">
                  <a16:creationId xmlns:a16="http://schemas.microsoft.com/office/drawing/2014/main" id="{40EBA497-B1D4-0D19-4D27-F0B91977FC54}"/>
                </a:ext>
              </a:extLst>
            </p:cNvPr>
            <p:cNvSpPr/>
            <p:nvPr/>
          </p:nvSpPr>
          <p:spPr>
            <a:xfrm>
              <a:off x="10869240" y="5016789"/>
              <a:ext cx="282938" cy="27112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J</a:t>
              </a:r>
            </a:p>
          </p:txBody>
        </p:sp>
        <p:sp>
          <p:nvSpPr>
            <p:cNvPr id="19" name="Oval 18">
              <a:extLst>
                <a:ext uri="{FF2B5EF4-FFF2-40B4-BE49-F238E27FC236}">
                  <a16:creationId xmlns:a16="http://schemas.microsoft.com/office/drawing/2014/main" id="{E108BB7E-B88A-5666-8294-BFB3967F6006}"/>
                </a:ext>
              </a:extLst>
            </p:cNvPr>
            <p:cNvSpPr/>
            <p:nvPr/>
          </p:nvSpPr>
          <p:spPr>
            <a:xfrm>
              <a:off x="11335658" y="5019145"/>
              <a:ext cx="282938" cy="27112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K</a:t>
              </a:r>
            </a:p>
          </p:txBody>
        </p:sp>
        <p:sp>
          <p:nvSpPr>
            <p:cNvPr id="20" name="Oval 19">
              <a:extLst>
                <a:ext uri="{FF2B5EF4-FFF2-40B4-BE49-F238E27FC236}">
                  <a16:creationId xmlns:a16="http://schemas.microsoft.com/office/drawing/2014/main" id="{936055D2-D6AE-D0C8-3EEF-F538E9BA4B1F}"/>
                </a:ext>
              </a:extLst>
            </p:cNvPr>
            <p:cNvSpPr/>
            <p:nvPr/>
          </p:nvSpPr>
          <p:spPr>
            <a:xfrm>
              <a:off x="11341357" y="5454981"/>
              <a:ext cx="282938" cy="27112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L</a:t>
              </a:r>
            </a:p>
          </p:txBody>
        </p:sp>
        <p:sp>
          <p:nvSpPr>
            <p:cNvPr id="21" name="Oval 20">
              <a:extLst>
                <a:ext uri="{FF2B5EF4-FFF2-40B4-BE49-F238E27FC236}">
                  <a16:creationId xmlns:a16="http://schemas.microsoft.com/office/drawing/2014/main" id="{4E5ECF15-2D0F-CBEF-C6F8-90D7686D3D00}"/>
                </a:ext>
              </a:extLst>
            </p:cNvPr>
            <p:cNvSpPr/>
            <p:nvPr/>
          </p:nvSpPr>
          <p:spPr>
            <a:xfrm>
              <a:off x="11802077" y="5020008"/>
              <a:ext cx="282938" cy="27112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M</a:t>
              </a:r>
            </a:p>
          </p:txBody>
        </p:sp>
        <p:sp>
          <p:nvSpPr>
            <p:cNvPr id="22" name="Oval 21">
              <a:extLst>
                <a:ext uri="{FF2B5EF4-FFF2-40B4-BE49-F238E27FC236}">
                  <a16:creationId xmlns:a16="http://schemas.microsoft.com/office/drawing/2014/main" id="{CB31DDB0-DE13-E944-9C8B-C5C959D72EA3}"/>
                </a:ext>
              </a:extLst>
            </p:cNvPr>
            <p:cNvSpPr/>
            <p:nvPr/>
          </p:nvSpPr>
          <p:spPr>
            <a:xfrm>
              <a:off x="11802077" y="5454982"/>
              <a:ext cx="282938" cy="27112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N</a:t>
              </a:r>
            </a:p>
          </p:txBody>
        </p:sp>
        <p:cxnSp>
          <p:nvCxnSpPr>
            <p:cNvPr id="23" name="Straight Arrow Connector 22">
              <a:extLst>
                <a:ext uri="{FF2B5EF4-FFF2-40B4-BE49-F238E27FC236}">
                  <a16:creationId xmlns:a16="http://schemas.microsoft.com/office/drawing/2014/main" id="{5FEE3326-4B50-D420-4E53-2515E0C43B6C}"/>
                </a:ext>
              </a:extLst>
            </p:cNvPr>
            <p:cNvCxnSpPr>
              <a:cxnSpLocks/>
              <a:stCxn id="8" idx="4"/>
              <a:endCxn id="10" idx="0"/>
            </p:cNvCxnSpPr>
            <p:nvPr/>
          </p:nvCxnSpPr>
          <p:spPr>
            <a:xfrm>
              <a:off x="10970351" y="1508231"/>
              <a:ext cx="0" cy="172398"/>
            </a:xfrm>
            <a:prstGeom prst="straightConnector1">
              <a:avLst/>
            </a:prstGeom>
            <a:ln w="25400">
              <a:solidFill>
                <a:srgbClr val="00B050"/>
              </a:solidFill>
              <a:tailEnd type="arrow"/>
            </a:ln>
          </p:spPr>
          <p:style>
            <a:lnRef idx="1">
              <a:schemeClr val="accent2"/>
            </a:lnRef>
            <a:fillRef idx="0">
              <a:schemeClr val="accent2"/>
            </a:fillRef>
            <a:effectRef idx="0">
              <a:schemeClr val="accent2"/>
            </a:effectRef>
            <a:fontRef idx="minor">
              <a:schemeClr val="tx1"/>
            </a:fontRef>
          </p:style>
        </p:cxnSp>
        <p:cxnSp>
          <p:nvCxnSpPr>
            <p:cNvPr id="24" name="Straight Arrow Connector 23">
              <a:extLst>
                <a:ext uri="{FF2B5EF4-FFF2-40B4-BE49-F238E27FC236}">
                  <a16:creationId xmlns:a16="http://schemas.microsoft.com/office/drawing/2014/main" id="{F66A9C01-653D-6D39-DFE3-E9552BC74612}"/>
                </a:ext>
              </a:extLst>
            </p:cNvPr>
            <p:cNvCxnSpPr>
              <a:cxnSpLocks/>
              <a:stCxn id="10" idx="4"/>
              <a:endCxn id="11" idx="0"/>
            </p:cNvCxnSpPr>
            <p:nvPr/>
          </p:nvCxnSpPr>
          <p:spPr>
            <a:xfrm>
              <a:off x="10970351" y="1951754"/>
              <a:ext cx="14935" cy="172398"/>
            </a:xfrm>
            <a:prstGeom prst="straightConnector1">
              <a:avLst/>
            </a:prstGeom>
            <a:ln w="25400">
              <a:solidFill>
                <a:srgbClr val="00B050"/>
              </a:solidFill>
              <a:tailEnd type="arrow"/>
            </a:ln>
          </p:spPr>
          <p:style>
            <a:lnRef idx="1">
              <a:schemeClr val="accent2"/>
            </a:lnRef>
            <a:fillRef idx="0">
              <a:schemeClr val="accent2"/>
            </a:fillRef>
            <a:effectRef idx="0">
              <a:schemeClr val="accent2"/>
            </a:effectRef>
            <a:fontRef idx="minor">
              <a:schemeClr val="tx1"/>
            </a:fontRef>
          </p:style>
        </p:cxnSp>
        <p:cxnSp>
          <p:nvCxnSpPr>
            <p:cNvPr id="25" name="Straight Arrow Connector 24">
              <a:extLst>
                <a:ext uri="{FF2B5EF4-FFF2-40B4-BE49-F238E27FC236}">
                  <a16:creationId xmlns:a16="http://schemas.microsoft.com/office/drawing/2014/main" id="{EAEDCA43-F4EC-BFF4-464D-2FAEC66411DC}"/>
                </a:ext>
              </a:extLst>
            </p:cNvPr>
            <p:cNvCxnSpPr>
              <a:cxnSpLocks/>
              <a:stCxn id="11" idx="4"/>
              <a:endCxn id="12" idx="0"/>
            </p:cNvCxnSpPr>
            <p:nvPr/>
          </p:nvCxnSpPr>
          <p:spPr>
            <a:xfrm>
              <a:off x="10985286" y="2395277"/>
              <a:ext cx="10965" cy="172398"/>
            </a:xfrm>
            <a:prstGeom prst="straightConnector1">
              <a:avLst/>
            </a:prstGeom>
            <a:ln w="25400">
              <a:solidFill>
                <a:srgbClr val="00B050"/>
              </a:solidFill>
              <a:tailEnd type="arrow"/>
            </a:ln>
          </p:spPr>
          <p:style>
            <a:lnRef idx="1">
              <a:schemeClr val="accent2"/>
            </a:lnRef>
            <a:fillRef idx="0">
              <a:schemeClr val="accent2"/>
            </a:fillRef>
            <a:effectRef idx="0">
              <a:schemeClr val="accent2"/>
            </a:effectRef>
            <a:fontRef idx="minor">
              <a:schemeClr val="tx1"/>
            </a:fontRef>
          </p:style>
        </p:cxnSp>
        <p:cxnSp>
          <p:nvCxnSpPr>
            <p:cNvPr id="26" name="Straight Arrow Connector 25">
              <a:extLst>
                <a:ext uri="{FF2B5EF4-FFF2-40B4-BE49-F238E27FC236}">
                  <a16:creationId xmlns:a16="http://schemas.microsoft.com/office/drawing/2014/main" id="{3E0107EB-CA7C-FC22-9314-33050956611D}"/>
                </a:ext>
              </a:extLst>
            </p:cNvPr>
            <p:cNvCxnSpPr>
              <a:cxnSpLocks/>
              <a:stCxn id="12" idx="4"/>
              <a:endCxn id="13" idx="0"/>
            </p:cNvCxnSpPr>
            <p:nvPr/>
          </p:nvCxnSpPr>
          <p:spPr>
            <a:xfrm flipH="1">
              <a:off x="10993211" y="2838800"/>
              <a:ext cx="3040" cy="172398"/>
            </a:xfrm>
            <a:prstGeom prst="straightConnector1">
              <a:avLst/>
            </a:prstGeom>
            <a:ln w="25400">
              <a:solidFill>
                <a:srgbClr val="00B050"/>
              </a:solidFill>
              <a:tailEnd type="arrow"/>
            </a:ln>
          </p:spPr>
          <p:style>
            <a:lnRef idx="1">
              <a:schemeClr val="accent2"/>
            </a:lnRef>
            <a:fillRef idx="0">
              <a:schemeClr val="accent2"/>
            </a:fillRef>
            <a:effectRef idx="0">
              <a:schemeClr val="accent2"/>
            </a:effectRef>
            <a:fontRef idx="minor">
              <a:schemeClr val="tx1"/>
            </a:fontRef>
          </p:style>
        </p:cxnSp>
        <p:cxnSp>
          <p:nvCxnSpPr>
            <p:cNvPr id="27" name="Straight Arrow Connector 26">
              <a:extLst>
                <a:ext uri="{FF2B5EF4-FFF2-40B4-BE49-F238E27FC236}">
                  <a16:creationId xmlns:a16="http://schemas.microsoft.com/office/drawing/2014/main" id="{652D876C-4A7C-B499-68DD-B8A06C7E5919}"/>
                </a:ext>
              </a:extLst>
            </p:cNvPr>
            <p:cNvCxnSpPr>
              <a:cxnSpLocks/>
              <a:stCxn id="15" idx="4"/>
              <a:endCxn id="16" idx="0"/>
            </p:cNvCxnSpPr>
            <p:nvPr/>
          </p:nvCxnSpPr>
          <p:spPr>
            <a:xfrm>
              <a:off x="11469490" y="3802879"/>
              <a:ext cx="0" cy="173878"/>
            </a:xfrm>
            <a:prstGeom prst="straightConnector1">
              <a:avLst/>
            </a:prstGeom>
            <a:ln w="25400">
              <a:solidFill>
                <a:srgbClr val="00B050"/>
              </a:solidFill>
              <a:tailEnd type="arrow"/>
            </a:ln>
          </p:spPr>
          <p:style>
            <a:lnRef idx="1">
              <a:schemeClr val="accent2"/>
            </a:lnRef>
            <a:fillRef idx="0">
              <a:schemeClr val="accent2"/>
            </a:fillRef>
            <a:effectRef idx="0">
              <a:schemeClr val="accent2"/>
            </a:effectRef>
            <a:fontRef idx="minor">
              <a:schemeClr val="tx1"/>
            </a:fontRef>
          </p:style>
        </p:cxnSp>
        <p:cxnSp>
          <p:nvCxnSpPr>
            <p:cNvPr id="28" name="Straight Arrow Connector 27">
              <a:extLst>
                <a:ext uri="{FF2B5EF4-FFF2-40B4-BE49-F238E27FC236}">
                  <a16:creationId xmlns:a16="http://schemas.microsoft.com/office/drawing/2014/main" id="{33460C64-1774-6ECD-7CE9-ADB477DC5CF7}"/>
                </a:ext>
              </a:extLst>
            </p:cNvPr>
            <p:cNvCxnSpPr>
              <a:cxnSpLocks/>
              <a:stCxn id="16" idx="4"/>
              <a:endCxn id="17" idx="0"/>
            </p:cNvCxnSpPr>
            <p:nvPr/>
          </p:nvCxnSpPr>
          <p:spPr>
            <a:xfrm>
              <a:off x="11469490" y="4247882"/>
              <a:ext cx="0" cy="163849"/>
            </a:xfrm>
            <a:prstGeom prst="straightConnector1">
              <a:avLst/>
            </a:prstGeom>
            <a:ln w="25400">
              <a:solidFill>
                <a:srgbClr val="00B050"/>
              </a:solidFill>
              <a:tailEnd type="arrow"/>
            </a:ln>
          </p:spPr>
          <p:style>
            <a:lnRef idx="1">
              <a:schemeClr val="accent2"/>
            </a:lnRef>
            <a:fillRef idx="0">
              <a:schemeClr val="accent2"/>
            </a:fillRef>
            <a:effectRef idx="0">
              <a:schemeClr val="accent2"/>
            </a:effectRef>
            <a:fontRef idx="minor">
              <a:schemeClr val="tx1"/>
            </a:fontRef>
          </p:style>
        </p:cxnSp>
        <p:cxnSp>
          <p:nvCxnSpPr>
            <p:cNvPr id="29" name="Straight Arrow Connector 28">
              <a:extLst>
                <a:ext uri="{FF2B5EF4-FFF2-40B4-BE49-F238E27FC236}">
                  <a16:creationId xmlns:a16="http://schemas.microsoft.com/office/drawing/2014/main" id="{C00E0C7B-BFBA-DE82-F2AC-EC1D434082DD}"/>
                </a:ext>
              </a:extLst>
            </p:cNvPr>
            <p:cNvCxnSpPr>
              <a:cxnSpLocks/>
              <a:stCxn id="13" idx="4"/>
              <a:endCxn id="14" idx="0"/>
            </p:cNvCxnSpPr>
            <p:nvPr/>
          </p:nvCxnSpPr>
          <p:spPr>
            <a:xfrm flipH="1">
              <a:off x="10554266" y="3282323"/>
              <a:ext cx="438945" cy="246996"/>
            </a:xfrm>
            <a:prstGeom prst="straightConnector1">
              <a:avLst/>
            </a:prstGeom>
            <a:ln w="25400">
              <a:solidFill>
                <a:srgbClr val="00B050"/>
              </a:solidFill>
              <a:tailEnd type="arrow"/>
            </a:ln>
          </p:spPr>
          <p:style>
            <a:lnRef idx="1">
              <a:schemeClr val="accent2"/>
            </a:lnRef>
            <a:fillRef idx="0">
              <a:schemeClr val="accent2"/>
            </a:fillRef>
            <a:effectRef idx="0">
              <a:schemeClr val="accent2"/>
            </a:effectRef>
            <a:fontRef idx="minor">
              <a:schemeClr val="tx1"/>
            </a:fontRef>
          </p:style>
        </p:cxnSp>
        <p:cxnSp>
          <p:nvCxnSpPr>
            <p:cNvPr id="30" name="Straight Arrow Connector 29">
              <a:extLst>
                <a:ext uri="{FF2B5EF4-FFF2-40B4-BE49-F238E27FC236}">
                  <a16:creationId xmlns:a16="http://schemas.microsoft.com/office/drawing/2014/main" id="{CC9DD130-43BB-87BF-D224-CFCC66AE308F}"/>
                </a:ext>
              </a:extLst>
            </p:cNvPr>
            <p:cNvCxnSpPr>
              <a:cxnSpLocks/>
              <a:stCxn id="13" idx="4"/>
              <a:endCxn id="15" idx="0"/>
            </p:cNvCxnSpPr>
            <p:nvPr/>
          </p:nvCxnSpPr>
          <p:spPr>
            <a:xfrm>
              <a:off x="10993211" y="3282323"/>
              <a:ext cx="476279" cy="249431"/>
            </a:xfrm>
            <a:prstGeom prst="straightConnector1">
              <a:avLst/>
            </a:prstGeom>
            <a:ln w="25400">
              <a:solidFill>
                <a:srgbClr val="00B050"/>
              </a:solidFill>
              <a:tailEnd type="arrow"/>
            </a:ln>
          </p:spPr>
          <p:style>
            <a:lnRef idx="1">
              <a:schemeClr val="accent2"/>
            </a:lnRef>
            <a:fillRef idx="0">
              <a:schemeClr val="accent2"/>
            </a:fillRef>
            <a:effectRef idx="0">
              <a:schemeClr val="accent2"/>
            </a:effectRef>
            <a:fontRef idx="minor">
              <a:schemeClr val="tx1"/>
            </a:fontRef>
          </p:style>
        </p:cxnSp>
        <p:cxnSp>
          <p:nvCxnSpPr>
            <p:cNvPr id="31" name="Straight Arrow Connector 30">
              <a:extLst>
                <a:ext uri="{FF2B5EF4-FFF2-40B4-BE49-F238E27FC236}">
                  <a16:creationId xmlns:a16="http://schemas.microsoft.com/office/drawing/2014/main" id="{1665E566-141A-3ED3-0E14-F45CCA5DF5B1}"/>
                </a:ext>
              </a:extLst>
            </p:cNvPr>
            <p:cNvCxnSpPr>
              <a:cxnSpLocks/>
              <a:stCxn id="17" idx="4"/>
              <a:endCxn id="18" idx="0"/>
            </p:cNvCxnSpPr>
            <p:nvPr/>
          </p:nvCxnSpPr>
          <p:spPr>
            <a:xfrm flipH="1">
              <a:off x="11010709" y="4682856"/>
              <a:ext cx="458781" cy="333933"/>
            </a:xfrm>
            <a:prstGeom prst="straightConnector1">
              <a:avLst/>
            </a:prstGeom>
            <a:ln w="25400">
              <a:solidFill>
                <a:srgbClr val="00B050"/>
              </a:solidFill>
              <a:tailEnd type="arrow"/>
            </a:ln>
          </p:spPr>
          <p:style>
            <a:lnRef idx="1">
              <a:schemeClr val="accent2"/>
            </a:lnRef>
            <a:fillRef idx="0">
              <a:schemeClr val="accent2"/>
            </a:fillRef>
            <a:effectRef idx="0">
              <a:schemeClr val="accent2"/>
            </a:effectRef>
            <a:fontRef idx="minor">
              <a:schemeClr val="tx1"/>
            </a:fontRef>
          </p:style>
        </p:cxnSp>
        <p:cxnSp>
          <p:nvCxnSpPr>
            <p:cNvPr id="32" name="Straight Arrow Connector 31">
              <a:extLst>
                <a:ext uri="{FF2B5EF4-FFF2-40B4-BE49-F238E27FC236}">
                  <a16:creationId xmlns:a16="http://schemas.microsoft.com/office/drawing/2014/main" id="{EA85D6E2-9BED-9EE3-24E1-F49FF9FBF845}"/>
                </a:ext>
              </a:extLst>
            </p:cNvPr>
            <p:cNvCxnSpPr>
              <a:cxnSpLocks/>
              <a:stCxn id="17" idx="4"/>
              <a:endCxn id="19" idx="0"/>
            </p:cNvCxnSpPr>
            <p:nvPr/>
          </p:nvCxnSpPr>
          <p:spPr>
            <a:xfrm>
              <a:off x="11469490" y="4682856"/>
              <a:ext cx="7637" cy="336289"/>
            </a:xfrm>
            <a:prstGeom prst="straightConnector1">
              <a:avLst/>
            </a:prstGeom>
            <a:ln w="25400">
              <a:solidFill>
                <a:srgbClr val="00B050"/>
              </a:solidFill>
              <a:tailEnd type="arrow"/>
            </a:ln>
          </p:spPr>
          <p:style>
            <a:lnRef idx="1">
              <a:schemeClr val="accent2"/>
            </a:lnRef>
            <a:fillRef idx="0">
              <a:schemeClr val="accent2"/>
            </a:fillRef>
            <a:effectRef idx="0">
              <a:schemeClr val="accent2"/>
            </a:effectRef>
            <a:fontRef idx="minor">
              <a:schemeClr val="tx1"/>
            </a:fontRef>
          </p:style>
        </p:cxnSp>
        <p:cxnSp>
          <p:nvCxnSpPr>
            <p:cNvPr id="33" name="Straight Arrow Connector 32">
              <a:extLst>
                <a:ext uri="{FF2B5EF4-FFF2-40B4-BE49-F238E27FC236}">
                  <a16:creationId xmlns:a16="http://schemas.microsoft.com/office/drawing/2014/main" id="{DA598285-5C3F-9AAA-4B37-A3E8B5056595}"/>
                </a:ext>
              </a:extLst>
            </p:cNvPr>
            <p:cNvCxnSpPr>
              <a:cxnSpLocks/>
              <a:stCxn id="17" idx="4"/>
              <a:endCxn id="21" idx="0"/>
            </p:cNvCxnSpPr>
            <p:nvPr/>
          </p:nvCxnSpPr>
          <p:spPr>
            <a:xfrm>
              <a:off x="11469490" y="4682856"/>
              <a:ext cx="474056" cy="337152"/>
            </a:xfrm>
            <a:prstGeom prst="straightConnector1">
              <a:avLst/>
            </a:prstGeom>
            <a:ln w="25400">
              <a:solidFill>
                <a:srgbClr val="00B050"/>
              </a:solidFill>
              <a:tailEnd type="arrow"/>
            </a:ln>
          </p:spPr>
          <p:style>
            <a:lnRef idx="1">
              <a:schemeClr val="accent2"/>
            </a:lnRef>
            <a:fillRef idx="0">
              <a:schemeClr val="accent2"/>
            </a:fillRef>
            <a:effectRef idx="0">
              <a:schemeClr val="accent2"/>
            </a:effectRef>
            <a:fontRef idx="minor">
              <a:schemeClr val="tx1"/>
            </a:fontRef>
          </p:style>
        </p:cxnSp>
        <p:cxnSp>
          <p:nvCxnSpPr>
            <p:cNvPr id="34" name="Straight Arrow Connector 33">
              <a:extLst>
                <a:ext uri="{FF2B5EF4-FFF2-40B4-BE49-F238E27FC236}">
                  <a16:creationId xmlns:a16="http://schemas.microsoft.com/office/drawing/2014/main" id="{B885EDEA-9676-03D4-6507-9D3BD8E138B3}"/>
                </a:ext>
              </a:extLst>
            </p:cNvPr>
            <p:cNvCxnSpPr>
              <a:cxnSpLocks/>
              <a:stCxn id="19" idx="4"/>
              <a:endCxn id="20" idx="0"/>
            </p:cNvCxnSpPr>
            <p:nvPr/>
          </p:nvCxnSpPr>
          <p:spPr>
            <a:xfrm>
              <a:off x="11477127" y="5290270"/>
              <a:ext cx="5699" cy="164711"/>
            </a:xfrm>
            <a:prstGeom prst="straightConnector1">
              <a:avLst/>
            </a:prstGeom>
            <a:ln w="25400">
              <a:solidFill>
                <a:srgbClr val="00B050"/>
              </a:solidFill>
              <a:tailEnd type="arrow"/>
            </a:ln>
          </p:spPr>
          <p:style>
            <a:lnRef idx="1">
              <a:schemeClr val="accent2"/>
            </a:lnRef>
            <a:fillRef idx="0">
              <a:schemeClr val="accent2"/>
            </a:fillRef>
            <a:effectRef idx="0">
              <a:schemeClr val="accent2"/>
            </a:effectRef>
            <a:fontRef idx="minor">
              <a:schemeClr val="tx1"/>
            </a:fontRef>
          </p:style>
        </p:cxnSp>
        <p:cxnSp>
          <p:nvCxnSpPr>
            <p:cNvPr id="35" name="Straight Arrow Connector 34">
              <a:extLst>
                <a:ext uri="{FF2B5EF4-FFF2-40B4-BE49-F238E27FC236}">
                  <a16:creationId xmlns:a16="http://schemas.microsoft.com/office/drawing/2014/main" id="{E3DA6EB9-87C3-13DD-6CF6-E9CBD3639192}"/>
                </a:ext>
              </a:extLst>
            </p:cNvPr>
            <p:cNvCxnSpPr>
              <a:cxnSpLocks/>
              <a:stCxn id="21" idx="4"/>
              <a:endCxn id="22" idx="0"/>
            </p:cNvCxnSpPr>
            <p:nvPr/>
          </p:nvCxnSpPr>
          <p:spPr>
            <a:xfrm>
              <a:off x="11943546" y="5291133"/>
              <a:ext cx="0" cy="163849"/>
            </a:xfrm>
            <a:prstGeom prst="straightConnector1">
              <a:avLst/>
            </a:prstGeom>
            <a:ln w="25400">
              <a:solidFill>
                <a:srgbClr val="00B050"/>
              </a:solidFill>
              <a:tailEnd type="arrow"/>
            </a:ln>
          </p:spPr>
          <p:style>
            <a:lnRef idx="1">
              <a:schemeClr val="accent2"/>
            </a:lnRef>
            <a:fillRef idx="0">
              <a:schemeClr val="accent2"/>
            </a:fillRef>
            <a:effectRef idx="0">
              <a:schemeClr val="accent2"/>
            </a:effectRef>
            <a:fontRef idx="minor">
              <a:schemeClr val="tx1"/>
            </a:fontRef>
          </p:style>
        </p:cxnSp>
        <p:sp>
          <p:nvSpPr>
            <p:cNvPr id="36" name="Freeform: Shape 35">
              <a:extLst>
                <a:ext uri="{FF2B5EF4-FFF2-40B4-BE49-F238E27FC236}">
                  <a16:creationId xmlns:a16="http://schemas.microsoft.com/office/drawing/2014/main" id="{B9E4E943-BFFD-76DE-E9B1-3DAD21C65ABA}"/>
                </a:ext>
              </a:extLst>
            </p:cNvPr>
            <p:cNvSpPr/>
            <p:nvPr/>
          </p:nvSpPr>
          <p:spPr>
            <a:xfrm>
              <a:off x="11338560" y="4777740"/>
              <a:ext cx="251460" cy="68617"/>
            </a:xfrm>
            <a:custGeom>
              <a:avLst/>
              <a:gdLst>
                <a:gd name="connsiteX0" fmla="*/ 0 w 251460"/>
                <a:gd name="connsiteY0" fmla="*/ 0 h 68617"/>
                <a:gd name="connsiteX1" fmla="*/ 144780 w 251460"/>
                <a:gd name="connsiteY1" fmla="*/ 68580 h 68617"/>
                <a:gd name="connsiteX2" fmla="*/ 251460 w 251460"/>
                <a:gd name="connsiteY2" fmla="*/ 7620 h 68617"/>
              </a:gdLst>
              <a:ahLst/>
              <a:cxnLst>
                <a:cxn ang="0">
                  <a:pos x="connsiteX0" y="connsiteY0"/>
                </a:cxn>
                <a:cxn ang="0">
                  <a:pos x="connsiteX1" y="connsiteY1"/>
                </a:cxn>
                <a:cxn ang="0">
                  <a:pos x="connsiteX2" y="connsiteY2"/>
                </a:cxn>
              </a:cxnLst>
              <a:rect l="l" t="t" r="r" b="b"/>
              <a:pathLst>
                <a:path w="251460" h="68617">
                  <a:moveTo>
                    <a:pt x="0" y="0"/>
                  </a:moveTo>
                  <a:cubicBezTo>
                    <a:pt x="51435" y="33655"/>
                    <a:pt x="102870" y="67310"/>
                    <a:pt x="144780" y="68580"/>
                  </a:cubicBezTo>
                  <a:cubicBezTo>
                    <a:pt x="186690" y="69850"/>
                    <a:pt x="219075" y="38735"/>
                    <a:pt x="251460" y="7620"/>
                  </a:cubicBezTo>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1864085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Understanding Goal Trees</a:t>
            </a:r>
          </a:p>
        </p:txBody>
      </p:sp>
      <p:sp>
        <p:nvSpPr>
          <p:cNvPr id="3" name="Content Placeholder 2"/>
          <p:cNvSpPr>
            <a:spLocks noGrp="1"/>
          </p:cNvSpPr>
          <p:nvPr>
            <p:ph idx="1"/>
          </p:nvPr>
        </p:nvSpPr>
        <p:spPr/>
        <p:txBody>
          <a:bodyPr/>
          <a:lstStyle/>
          <a:p>
            <a:r>
              <a:rPr lang="en-US"/>
              <a:t>Tree depth gives a lot of information such as:</a:t>
            </a:r>
          </a:p>
          <a:p>
            <a:pPr lvl="1"/>
            <a:r>
              <a:rPr lang="en-US"/>
              <a:t>Complexity of the problem: As the tree depth grows, the problem is viewed as being more complex since it needs more steps to solve the problem</a:t>
            </a:r>
          </a:p>
          <a:p>
            <a:pPr lvl="1"/>
            <a:r>
              <a:rPr lang="en-US"/>
              <a:t>The complexity can be used to identify the level of intelligence. An entity (such as a person, computer, etc.) that can solve a problem with a higher tree depth is more intelligent than programs that solve less depth problem</a:t>
            </a:r>
          </a:p>
          <a:p>
            <a:pPr lvl="1"/>
            <a:r>
              <a:rPr lang="en-US"/>
              <a:t>Note multiple solutions of a problem exist with different tree depth, the smart choice is to use the shortest tree.</a:t>
            </a:r>
          </a:p>
          <a:p>
            <a:endParaRPr lang="en-US"/>
          </a:p>
        </p:txBody>
      </p:sp>
      <p:sp>
        <p:nvSpPr>
          <p:cNvPr id="4" name="Date Placeholder 3"/>
          <p:cNvSpPr>
            <a:spLocks noGrp="1"/>
          </p:cNvSpPr>
          <p:nvPr>
            <p:ph type="dt" sz="half" idx="10"/>
          </p:nvPr>
        </p:nvSpPr>
        <p:spPr/>
        <p:txBody>
          <a:bodyPr/>
          <a:lstStyle/>
          <a:p>
            <a:fld id="{4C87BEC4-B835-4E55-9D7F-50B76A3ED418}" type="datetime1">
              <a:rPr lang="en-US" smtClean="0"/>
              <a:t>9/6/2022</a:t>
            </a:fld>
            <a:endParaRPr lang="en-US"/>
          </a:p>
        </p:txBody>
      </p:sp>
      <p:sp>
        <p:nvSpPr>
          <p:cNvPr id="5" name="Footer Placeholder 4"/>
          <p:cNvSpPr>
            <a:spLocks noGrp="1"/>
          </p:cNvSpPr>
          <p:nvPr>
            <p:ph type="ftr" sz="quarter" idx="11"/>
          </p:nvPr>
        </p:nvSpPr>
        <p:spPr/>
        <p:txBody>
          <a:bodyPr/>
          <a:lstStyle/>
          <a:p>
            <a:r>
              <a:rPr lang="en-US"/>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smtClean="0"/>
              <a:t>46</a:t>
            </a:fld>
            <a:endParaRPr lang="en-US"/>
          </a:p>
        </p:txBody>
      </p:sp>
    </p:spTree>
    <p:extLst>
      <p:ext uri="{BB962C8B-B14F-4D97-AF65-F5344CB8AC3E}">
        <p14:creationId xmlns:p14="http://schemas.microsoft.com/office/powerpoint/2010/main" val="147098188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Understanding Goal Trees</a:t>
            </a:r>
          </a:p>
        </p:txBody>
      </p:sp>
      <p:sp>
        <p:nvSpPr>
          <p:cNvPr id="3" name="Content Placeholder 2"/>
          <p:cNvSpPr>
            <a:spLocks noGrp="1"/>
          </p:cNvSpPr>
          <p:nvPr>
            <p:ph idx="1"/>
          </p:nvPr>
        </p:nvSpPr>
        <p:spPr>
          <a:xfrm>
            <a:off x="304800" y="1228153"/>
            <a:ext cx="8562109" cy="5021979"/>
          </a:xfrm>
        </p:spPr>
        <p:txBody>
          <a:bodyPr>
            <a:normAutofit fontScale="92500" lnSpcReduction="10000"/>
          </a:bodyPr>
          <a:lstStyle/>
          <a:p>
            <a:r>
              <a:rPr lang="en-US" dirty="0"/>
              <a:t>In the integration program, the following was observed:</a:t>
            </a:r>
          </a:p>
          <a:p>
            <a:pPr lvl="1"/>
            <a:r>
              <a:rPr lang="en-US" dirty="0"/>
              <a:t>The program was given 56 freshman-level problems from which it solved 54 difficult problems and failed in two. </a:t>
            </a:r>
          </a:p>
          <a:p>
            <a:pPr lvl="1"/>
            <a:r>
              <a:rPr lang="en-US" dirty="0"/>
              <a:t>The worst-case tree depth of the 56 problems was 7 (taking away the -5; our example)</a:t>
            </a:r>
          </a:p>
          <a:p>
            <a:pPr lvl="1"/>
            <a:r>
              <a:rPr lang="en-US" dirty="0"/>
              <a:t>Average tree depth for solving integration problems was 3</a:t>
            </a:r>
          </a:p>
          <a:p>
            <a:pPr lvl="1"/>
            <a:r>
              <a:rPr lang="en-US" dirty="0"/>
              <a:t>Number of unused branches is 1 (i.e., did not need to solve it to produce a solution (just like node </a:t>
            </a:r>
            <a:r>
              <a:rPr lang="en-US" b="1" i="1" dirty="0"/>
              <a:t>F</a:t>
            </a:r>
            <a:r>
              <a:rPr lang="en-US" dirty="0"/>
              <a:t> in the tree)</a:t>
            </a:r>
          </a:p>
          <a:p>
            <a:endParaRPr lang="en-US" dirty="0"/>
          </a:p>
        </p:txBody>
      </p:sp>
      <p:sp>
        <p:nvSpPr>
          <p:cNvPr id="4" name="Date Placeholder 3"/>
          <p:cNvSpPr>
            <a:spLocks noGrp="1"/>
          </p:cNvSpPr>
          <p:nvPr>
            <p:ph type="dt" sz="half" idx="10"/>
          </p:nvPr>
        </p:nvSpPr>
        <p:spPr/>
        <p:txBody>
          <a:bodyPr/>
          <a:lstStyle/>
          <a:p>
            <a:fld id="{4C87BEC4-B835-4E55-9D7F-50B76A3ED418}" type="datetime1">
              <a:rPr lang="en-US" smtClean="0"/>
              <a:t>9/6/2022</a:t>
            </a:fld>
            <a:endParaRPr lang="en-US"/>
          </a:p>
        </p:txBody>
      </p:sp>
      <p:sp>
        <p:nvSpPr>
          <p:cNvPr id="5" name="Footer Placeholder 4"/>
          <p:cNvSpPr>
            <a:spLocks noGrp="1"/>
          </p:cNvSpPr>
          <p:nvPr>
            <p:ph type="ftr" sz="quarter" idx="11"/>
          </p:nvPr>
        </p:nvSpPr>
        <p:spPr/>
        <p:txBody>
          <a:bodyPr/>
          <a:lstStyle/>
          <a:p>
            <a:r>
              <a:rPr lang="en-US"/>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smtClean="0"/>
              <a:t>47</a:t>
            </a:fld>
            <a:endParaRPr lang="en-US"/>
          </a:p>
        </p:txBody>
      </p:sp>
      <p:grpSp>
        <p:nvGrpSpPr>
          <p:cNvPr id="8" name="Group 7">
            <a:extLst>
              <a:ext uri="{FF2B5EF4-FFF2-40B4-BE49-F238E27FC236}">
                <a16:creationId xmlns:a16="http://schemas.microsoft.com/office/drawing/2014/main" id="{E1BDBC4A-05EF-9C48-2940-EB6ACA063FC0}"/>
              </a:ext>
            </a:extLst>
          </p:cNvPr>
          <p:cNvGrpSpPr/>
          <p:nvPr/>
        </p:nvGrpSpPr>
        <p:grpSpPr>
          <a:xfrm>
            <a:off x="9832157" y="1256889"/>
            <a:ext cx="1897143" cy="4776266"/>
            <a:chOff x="10412797" y="1237106"/>
            <a:chExt cx="1672218" cy="4489001"/>
          </a:xfrm>
        </p:grpSpPr>
        <p:sp>
          <p:nvSpPr>
            <p:cNvPr id="9" name="Oval 8">
              <a:extLst>
                <a:ext uri="{FF2B5EF4-FFF2-40B4-BE49-F238E27FC236}">
                  <a16:creationId xmlns:a16="http://schemas.microsoft.com/office/drawing/2014/main" id="{F3AFD141-0743-8E3D-28BC-9CD2B52D34B9}"/>
                </a:ext>
              </a:extLst>
            </p:cNvPr>
            <p:cNvSpPr/>
            <p:nvPr/>
          </p:nvSpPr>
          <p:spPr>
            <a:xfrm>
              <a:off x="10828882" y="1237106"/>
              <a:ext cx="282938" cy="27112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A</a:t>
              </a:r>
            </a:p>
          </p:txBody>
        </p:sp>
        <p:sp>
          <p:nvSpPr>
            <p:cNvPr id="10" name="Oval 9">
              <a:extLst>
                <a:ext uri="{FF2B5EF4-FFF2-40B4-BE49-F238E27FC236}">
                  <a16:creationId xmlns:a16="http://schemas.microsoft.com/office/drawing/2014/main" id="{4063EAA1-F1F4-A878-E613-B60A3F9F6BCA}"/>
                </a:ext>
              </a:extLst>
            </p:cNvPr>
            <p:cNvSpPr/>
            <p:nvPr/>
          </p:nvSpPr>
          <p:spPr>
            <a:xfrm>
              <a:off x="10828882" y="1680629"/>
              <a:ext cx="282938" cy="27112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B</a:t>
              </a:r>
            </a:p>
          </p:txBody>
        </p:sp>
        <p:sp>
          <p:nvSpPr>
            <p:cNvPr id="11" name="Oval 10">
              <a:extLst>
                <a:ext uri="{FF2B5EF4-FFF2-40B4-BE49-F238E27FC236}">
                  <a16:creationId xmlns:a16="http://schemas.microsoft.com/office/drawing/2014/main" id="{2B6053CC-A087-6697-14A4-730CC8C7B255}"/>
                </a:ext>
              </a:extLst>
            </p:cNvPr>
            <p:cNvSpPr/>
            <p:nvPr/>
          </p:nvSpPr>
          <p:spPr>
            <a:xfrm>
              <a:off x="10843817" y="2124152"/>
              <a:ext cx="282938" cy="27112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C</a:t>
              </a:r>
            </a:p>
          </p:txBody>
        </p:sp>
        <p:sp>
          <p:nvSpPr>
            <p:cNvPr id="12" name="Oval 11">
              <a:extLst>
                <a:ext uri="{FF2B5EF4-FFF2-40B4-BE49-F238E27FC236}">
                  <a16:creationId xmlns:a16="http://schemas.microsoft.com/office/drawing/2014/main" id="{ECE26B1C-DFCD-D6EC-2D95-FB79A8313E7C}"/>
                </a:ext>
              </a:extLst>
            </p:cNvPr>
            <p:cNvSpPr/>
            <p:nvPr/>
          </p:nvSpPr>
          <p:spPr>
            <a:xfrm>
              <a:off x="10854782" y="2567675"/>
              <a:ext cx="282938" cy="27112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D</a:t>
              </a:r>
            </a:p>
          </p:txBody>
        </p:sp>
        <p:sp>
          <p:nvSpPr>
            <p:cNvPr id="13" name="Oval 12">
              <a:extLst>
                <a:ext uri="{FF2B5EF4-FFF2-40B4-BE49-F238E27FC236}">
                  <a16:creationId xmlns:a16="http://schemas.microsoft.com/office/drawing/2014/main" id="{B4C8F70B-4F2B-C54D-6B83-600DECC867C6}"/>
                </a:ext>
              </a:extLst>
            </p:cNvPr>
            <p:cNvSpPr/>
            <p:nvPr/>
          </p:nvSpPr>
          <p:spPr>
            <a:xfrm>
              <a:off x="10851742" y="3011198"/>
              <a:ext cx="282938" cy="27112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E</a:t>
              </a:r>
            </a:p>
          </p:txBody>
        </p:sp>
        <p:sp>
          <p:nvSpPr>
            <p:cNvPr id="14" name="Oval 13">
              <a:extLst>
                <a:ext uri="{FF2B5EF4-FFF2-40B4-BE49-F238E27FC236}">
                  <a16:creationId xmlns:a16="http://schemas.microsoft.com/office/drawing/2014/main" id="{83E28BD2-E14D-30E3-4A90-53A612B4E0E1}"/>
                </a:ext>
              </a:extLst>
            </p:cNvPr>
            <p:cNvSpPr/>
            <p:nvPr/>
          </p:nvSpPr>
          <p:spPr>
            <a:xfrm>
              <a:off x="10412797" y="3529319"/>
              <a:ext cx="282938" cy="27112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F</a:t>
              </a:r>
            </a:p>
          </p:txBody>
        </p:sp>
        <p:sp>
          <p:nvSpPr>
            <p:cNvPr id="15" name="Oval 14">
              <a:extLst>
                <a:ext uri="{FF2B5EF4-FFF2-40B4-BE49-F238E27FC236}">
                  <a16:creationId xmlns:a16="http://schemas.microsoft.com/office/drawing/2014/main" id="{548E676D-C209-E566-5DA4-67C87AB58FA2}"/>
                </a:ext>
              </a:extLst>
            </p:cNvPr>
            <p:cNvSpPr/>
            <p:nvPr/>
          </p:nvSpPr>
          <p:spPr>
            <a:xfrm>
              <a:off x="11328021" y="3531754"/>
              <a:ext cx="282938" cy="27112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G</a:t>
              </a:r>
            </a:p>
          </p:txBody>
        </p:sp>
        <p:sp>
          <p:nvSpPr>
            <p:cNvPr id="16" name="Oval 15">
              <a:extLst>
                <a:ext uri="{FF2B5EF4-FFF2-40B4-BE49-F238E27FC236}">
                  <a16:creationId xmlns:a16="http://schemas.microsoft.com/office/drawing/2014/main" id="{B4CFA99D-CCAD-C4B0-24A4-39D9F18667B5}"/>
                </a:ext>
              </a:extLst>
            </p:cNvPr>
            <p:cNvSpPr/>
            <p:nvPr/>
          </p:nvSpPr>
          <p:spPr>
            <a:xfrm>
              <a:off x="11328021" y="3976757"/>
              <a:ext cx="282938" cy="27112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H</a:t>
              </a:r>
            </a:p>
          </p:txBody>
        </p:sp>
        <p:sp>
          <p:nvSpPr>
            <p:cNvPr id="17" name="Oval 16">
              <a:extLst>
                <a:ext uri="{FF2B5EF4-FFF2-40B4-BE49-F238E27FC236}">
                  <a16:creationId xmlns:a16="http://schemas.microsoft.com/office/drawing/2014/main" id="{8D72EF8E-2EFE-F003-EDC1-935A872B9ECA}"/>
                </a:ext>
              </a:extLst>
            </p:cNvPr>
            <p:cNvSpPr/>
            <p:nvPr/>
          </p:nvSpPr>
          <p:spPr>
            <a:xfrm>
              <a:off x="11328021" y="4411731"/>
              <a:ext cx="282938" cy="27112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I</a:t>
              </a:r>
            </a:p>
          </p:txBody>
        </p:sp>
        <p:sp>
          <p:nvSpPr>
            <p:cNvPr id="18" name="Oval 17">
              <a:extLst>
                <a:ext uri="{FF2B5EF4-FFF2-40B4-BE49-F238E27FC236}">
                  <a16:creationId xmlns:a16="http://schemas.microsoft.com/office/drawing/2014/main" id="{4EDC5900-72A3-189E-011B-9ECA11293399}"/>
                </a:ext>
              </a:extLst>
            </p:cNvPr>
            <p:cNvSpPr/>
            <p:nvPr/>
          </p:nvSpPr>
          <p:spPr>
            <a:xfrm>
              <a:off x="10869240" y="5016789"/>
              <a:ext cx="282938" cy="27112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J</a:t>
              </a:r>
            </a:p>
          </p:txBody>
        </p:sp>
        <p:sp>
          <p:nvSpPr>
            <p:cNvPr id="19" name="Oval 18">
              <a:extLst>
                <a:ext uri="{FF2B5EF4-FFF2-40B4-BE49-F238E27FC236}">
                  <a16:creationId xmlns:a16="http://schemas.microsoft.com/office/drawing/2014/main" id="{08899409-91EC-E160-465E-604E0CAC4785}"/>
                </a:ext>
              </a:extLst>
            </p:cNvPr>
            <p:cNvSpPr/>
            <p:nvPr/>
          </p:nvSpPr>
          <p:spPr>
            <a:xfrm>
              <a:off x="11335658" y="5019145"/>
              <a:ext cx="282938" cy="27112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K</a:t>
              </a:r>
            </a:p>
          </p:txBody>
        </p:sp>
        <p:sp>
          <p:nvSpPr>
            <p:cNvPr id="20" name="Oval 19">
              <a:extLst>
                <a:ext uri="{FF2B5EF4-FFF2-40B4-BE49-F238E27FC236}">
                  <a16:creationId xmlns:a16="http://schemas.microsoft.com/office/drawing/2014/main" id="{5CD6B84C-5B7B-2E52-1193-B971F4B9FEBF}"/>
                </a:ext>
              </a:extLst>
            </p:cNvPr>
            <p:cNvSpPr/>
            <p:nvPr/>
          </p:nvSpPr>
          <p:spPr>
            <a:xfrm>
              <a:off x="11341357" y="5454981"/>
              <a:ext cx="282938" cy="27112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L</a:t>
              </a:r>
            </a:p>
          </p:txBody>
        </p:sp>
        <p:sp>
          <p:nvSpPr>
            <p:cNvPr id="21" name="Oval 20">
              <a:extLst>
                <a:ext uri="{FF2B5EF4-FFF2-40B4-BE49-F238E27FC236}">
                  <a16:creationId xmlns:a16="http://schemas.microsoft.com/office/drawing/2014/main" id="{AEA4E9F9-DAD6-ADC7-1581-ED8BE56AD894}"/>
                </a:ext>
              </a:extLst>
            </p:cNvPr>
            <p:cNvSpPr/>
            <p:nvPr/>
          </p:nvSpPr>
          <p:spPr>
            <a:xfrm>
              <a:off x="11802077" y="5020008"/>
              <a:ext cx="282938" cy="27112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M</a:t>
              </a:r>
            </a:p>
          </p:txBody>
        </p:sp>
        <p:sp>
          <p:nvSpPr>
            <p:cNvPr id="22" name="Oval 21">
              <a:extLst>
                <a:ext uri="{FF2B5EF4-FFF2-40B4-BE49-F238E27FC236}">
                  <a16:creationId xmlns:a16="http://schemas.microsoft.com/office/drawing/2014/main" id="{F260DD48-6D10-1993-8ED2-572E907AF228}"/>
                </a:ext>
              </a:extLst>
            </p:cNvPr>
            <p:cNvSpPr/>
            <p:nvPr/>
          </p:nvSpPr>
          <p:spPr>
            <a:xfrm>
              <a:off x="11802077" y="5454982"/>
              <a:ext cx="282938" cy="27112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N</a:t>
              </a:r>
            </a:p>
          </p:txBody>
        </p:sp>
        <p:cxnSp>
          <p:nvCxnSpPr>
            <p:cNvPr id="23" name="Straight Arrow Connector 22">
              <a:extLst>
                <a:ext uri="{FF2B5EF4-FFF2-40B4-BE49-F238E27FC236}">
                  <a16:creationId xmlns:a16="http://schemas.microsoft.com/office/drawing/2014/main" id="{7C9B3976-2FC9-002D-DBC3-0C24BD3DF3EA}"/>
                </a:ext>
              </a:extLst>
            </p:cNvPr>
            <p:cNvCxnSpPr>
              <a:cxnSpLocks/>
              <a:stCxn id="9" idx="4"/>
              <a:endCxn id="10" idx="0"/>
            </p:cNvCxnSpPr>
            <p:nvPr/>
          </p:nvCxnSpPr>
          <p:spPr>
            <a:xfrm>
              <a:off x="10970351" y="1508231"/>
              <a:ext cx="0" cy="172398"/>
            </a:xfrm>
            <a:prstGeom prst="straightConnector1">
              <a:avLst/>
            </a:prstGeom>
            <a:ln w="25400">
              <a:solidFill>
                <a:srgbClr val="00B050"/>
              </a:solidFill>
              <a:tailEnd type="arrow"/>
            </a:ln>
          </p:spPr>
          <p:style>
            <a:lnRef idx="1">
              <a:schemeClr val="accent2"/>
            </a:lnRef>
            <a:fillRef idx="0">
              <a:schemeClr val="accent2"/>
            </a:fillRef>
            <a:effectRef idx="0">
              <a:schemeClr val="accent2"/>
            </a:effectRef>
            <a:fontRef idx="minor">
              <a:schemeClr val="tx1"/>
            </a:fontRef>
          </p:style>
        </p:cxnSp>
        <p:cxnSp>
          <p:nvCxnSpPr>
            <p:cNvPr id="24" name="Straight Arrow Connector 23">
              <a:extLst>
                <a:ext uri="{FF2B5EF4-FFF2-40B4-BE49-F238E27FC236}">
                  <a16:creationId xmlns:a16="http://schemas.microsoft.com/office/drawing/2014/main" id="{5087FDB7-8465-C871-A7DE-4D11A84EE2DF}"/>
                </a:ext>
              </a:extLst>
            </p:cNvPr>
            <p:cNvCxnSpPr>
              <a:cxnSpLocks/>
              <a:stCxn id="10" idx="4"/>
              <a:endCxn id="11" idx="0"/>
            </p:cNvCxnSpPr>
            <p:nvPr/>
          </p:nvCxnSpPr>
          <p:spPr>
            <a:xfrm>
              <a:off x="10970351" y="1951754"/>
              <a:ext cx="14935" cy="172398"/>
            </a:xfrm>
            <a:prstGeom prst="straightConnector1">
              <a:avLst/>
            </a:prstGeom>
            <a:ln w="25400">
              <a:solidFill>
                <a:srgbClr val="00B050"/>
              </a:solidFill>
              <a:tailEnd type="arrow"/>
            </a:ln>
          </p:spPr>
          <p:style>
            <a:lnRef idx="1">
              <a:schemeClr val="accent2"/>
            </a:lnRef>
            <a:fillRef idx="0">
              <a:schemeClr val="accent2"/>
            </a:fillRef>
            <a:effectRef idx="0">
              <a:schemeClr val="accent2"/>
            </a:effectRef>
            <a:fontRef idx="minor">
              <a:schemeClr val="tx1"/>
            </a:fontRef>
          </p:style>
        </p:cxnSp>
        <p:cxnSp>
          <p:nvCxnSpPr>
            <p:cNvPr id="25" name="Straight Arrow Connector 24">
              <a:extLst>
                <a:ext uri="{FF2B5EF4-FFF2-40B4-BE49-F238E27FC236}">
                  <a16:creationId xmlns:a16="http://schemas.microsoft.com/office/drawing/2014/main" id="{F7C5E700-86B7-A252-0896-94B578FD2B62}"/>
                </a:ext>
              </a:extLst>
            </p:cNvPr>
            <p:cNvCxnSpPr>
              <a:cxnSpLocks/>
              <a:stCxn id="11" idx="4"/>
              <a:endCxn id="12" idx="0"/>
            </p:cNvCxnSpPr>
            <p:nvPr/>
          </p:nvCxnSpPr>
          <p:spPr>
            <a:xfrm>
              <a:off x="10985286" y="2395277"/>
              <a:ext cx="10965" cy="172398"/>
            </a:xfrm>
            <a:prstGeom prst="straightConnector1">
              <a:avLst/>
            </a:prstGeom>
            <a:ln w="25400">
              <a:solidFill>
                <a:srgbClr val="00B050"/>
              </a:solidFill>
              <a:tailEnd type="arrow"/>
            </a:ln>
          </p:spPr>
          <p:style>
            <a:lnRef idx="1">
              <a:schemeClr val="accent2"/>
            </a:lnRef>
            <a:fillRef idx="0">
              <a:schemeClr val="accent2"/>
            </a:fillRef>
            <a:effectRef idx="0">
              <a:schemeClr val="accent2"/>
            </a:effectRef>
            <a:fontRef idx="minor">
              <a:schemeClr val="tx1"/>
            </a:fontRef>
          </p:style>
        </p:cxnSp>
        <p:cxnSp>
          <p:nvCxnSpPr>
            <p:cNvPr id="26" name="Straight Arrow Connector 25">
              <a:extLst>
                <a:ext uri="{FF2B5EF4-FFF2-40B4-BE49-F238E27FC236}">
                  <a16:creationId xmlns:a16="http://schemas.microsoft.com/office/drawing/2014/main" id="{48F2E99C-F4B7-C2DC-65DB-DBB8D0708AA3}"/>
                </a:ext>
              </a:extLst>
            </p:cNvPr>
            <p:cNvCxnSpPr>
              <a:cxnSpLocks/>
              <a:stCxn id="12" idx="4"/>
              <a:endCxn id="13" idx="0"/>
            </p:cNvCxnSpPr>
            <p:nvPr/>
          </p:nvCxnSpPr>
          <p:spPr>
            <a:xfrm flipH="1">
              <a:off x="10993211" y="2838800"/>
              <a:ext cx="3040" cy="172398"/>
            </a:xfrm>
            <a:prstGeom prst="straightConnector1">
              <a:avLst/>
            </a:prstGeom>
            <a:ln w="25400">
              <a:solidFill>
                <a:srgbClr val="00B050"/>
              </a:solidFill>
              <a:tailEnd type="arrow"/>
            </a:ln>
          </p:spPr>
          <p:style>
            <a:lnRef idx="1">
              <a:schemeClr val="accent2"/>
            </a:lnRef>
            <a:fillRef idx="0">
              <a:schemeClr val="accent2"/>
            </a:fillRef>
            <a:effectRef idx="0">
              <a:schemeClr val="accent2"/>
            </a:effectRef>
            <a:fontRef idx="minor">
              <a:schemeClr val="tx1"/>
            </a:fontRef>
          </p:style>
        </p:cxnSp>
        <p:cxnSp>
          <p:nvCxnSpPr>
            <p:cNvPr id="27" name="Straight Arrow Connector 26">
              <a:extLst>
                <a:ext uri="{FF2B5EF4-FFF2-40B4-BE49-F238E27FC236}">
                  <a16:creationId xmlns:a16="http://schemas.microsoft.com/office/drawing/2014/main" id="{66FCA91C-D2D8-742C-6E63-6F7ED919F651}"/>
                </a:ext>
              </a:extLst>
            </p:cNvPr>
            <p:cNvCxnSpPr>
              <a:cxnSpLocks/>
              <a:stCxn id="15" idx="4"/>
              <a:endCxn id="16" idx="0"/>
            </p:cNvCxnSpPr>
            <p:nvPr/>
          </p:nvCxnSpPr>
          <p:spPr>
            <a:xfrm>
              <a:off x="11469490" y="3802879"/>
              <a:ext cx="0" cy="173878"/>
            </a:xfrm>
            <a:prstGeom prst="straightConnector1">
              <a:avLst/>
            </a:prstGeom>
            <a:ln w="25400">
              <a:solidFill>
                <a:srgbClr val="00B050"/>
              </a:solidFill>
              <a:tailEnd type="arrow"/>
            </a:ln>
          </p:spPr>
          <p:style>
            <a:lnRef idx="1">
              <a:schemeClr val="accent2"/>
            </a:lnRef>
            <a:fillRef idx="0">
              <a:schemeClr val="accent2"/>
            </a:fillRef>
            <a:effectRef idx="0">
              <a:schemeClr val="accent2"/>
            </a:effectRef>
            <a:fontRef idx="minor">
              <a:schemeClr val="tx1"/>
            </a:fontRef>
          </p:style>
        </p:cxnSp>
        <p:cxnSp>
          <p:nvCxnSpPr>
            <p:cNvPr id="28" name="Straight Arrow Connector 27">
              <a:extLst>
                <a:ext uri="{FF2B5EF4-FFF2-40B4-BE49-F238E27FC236}">
                  <a16:creationId xmlns:a16="http://schemas.microsoft.com/office/drawing/2014/main" id="{C9617664-9969-4E7B-1B19-EA769A7A4992}"/>
                </a:ext>
              </a:extLst>
            </p:cNvPr>
            <p:cNvCxnSpPr>
              <a:cxnSpLocks/>
              <a:stCxn id="16" idx="4"/>
              <a:endCxn id="17" idx="0"/>
            </p:cNvCxnSpPr>
            <p:nvPr/>
          </p:nvCxnSpPr>
          <p:spPr>
            <a:xfrm>
              <a:off x="11469490" y="4247882"/>
              <a:ext cx="0" cy="163849"/>
            </a:xfrm>
            <a:prstGeom prst="straightConnector1">
              <a:avLst/>
            </a:prstGeom>
            <a:ln w="25400">
              <a:solidFill>
                <a:srgbClr val="00B050"/>
              </a:solidFill>
              <a:tailEnd type="arrow"/>
            </a:ln>
          </p:spPr>
          <p:style>
            <a:lnRef idx="1">
              <a:schemeClr val="accent2"/>
            </a:lnRef>
            <a:fillRef idx="0">
              <a:schemeClr val="accent2"/>
            </a:fillRef>
            <a:effectRef idx="0">
              <a:schemeClr val="accent2"/>
            </a:effectRef>
            <a:fontRef idx="minor">
              <a:schemeClr val="tx1"/>
            </a:fontRef>
          </p:style>
        </p:cxnSp>
        <p:cxnSp>
          <p:nvCxnSpPr>
            <p:cNvPr id="29" name="Straight Arrow Connector 28">
              <a:extLst>
                <a:ext uri="{FF2B5EF4-FFF2-40B4-BE49-F238E27FC236}">
                  <a16:creationId xmlns:a16="http://schemas.microsoft.com/office/drawing/2014/main" id="{A6D58749-7A6A-3D5F-98A5-F684A1608AD2}"/>
                </a:ext>
              </a:extLst>
            </p:cNvPr>
            <p:cNvCxnSpPr>
              <a:cxnSpLocks/>
              <a:stCxn id="13" idx="4"/>
              <a:endCxn id="14" idx="0"/>
            </p:cNvCxnSpPr>
            <p:nvPr/>
          </p:nvCxnSpPr>
          <p:spPr>
            <a:xfrm flipH="1">
              <a:off x="10554266" y="3282323"/>
              <a:ext cx="438945" cy="246996"/>
            </a:xfrm>
            <a:prstGeom prst="straightConnector1">
              <a:avLst/>
            </a:prstGeom>
            <a:ln w="25400">
              <a:solidFill>
                <a:srgbClr val="00B050"/>
              </a:solidFill>
              <a:tailEnd type="arrow"/>
            </a:ln>
          </p:spPr>
          <p:style>
            <a:lnRef idx="1">
              <a:schemeClr val="accent2"/>
            </a:lnRef>
            <a:fillRef idx="0">
              <a:schemeClr val="accent2"/>
            </a:fillRef>
            <a:effectRef idx="0">
              <a:schemeClr val="accent2"/>
            </a:effectRef>
            <a:fontRef idx="minor">
              <a:schemeClr val="tx1"/>
            </a:fontRef>
          </p:style>
        </p:cxnSp>
        <p:cxnSp>
          <p:nvCxnSpPr>
            <p:cNvPr id="30" name="Straight Arrow Connector 29">
              <a:extLst>
                <a:ext uri="{FF2B5EF4-FFF2-40B4-BE49-F238E27FC236}">
                  <a16:creationId xmlns:a16="http://schemas.microsoft.com/office/drawing/2014/main" id="{E7E72730-7F17-5B88-4C0C-ABC2EA23B738}"/>
                </a:ext>
              </a:extLst>
            </p:cNvPr>
            <p:cNvCxnSpPr>
              <a:cxnSpLocks/>
              <a:stCxn id="13" idx="4"/>
              <a:endCxn id="15" idx="0"/>
            </p:cNvCxnSpPr>
            <p:nvPr/>
          </p:nvCxnSpPr>
          <p:spPr>
            <a:xfrm>
              <a:off x="10993211" y="3282323"/>
              <a:ext cx="476279" cy="249431"/>
            </a:xfrm>
            <a:prstGeom prst="straightConnector1">
              <a:avLst/>
            </a:prstGeom>
            <a:ln w="25400">
              <a:solidFill>
                <a:srgbClr val="00B050"/>
              </a:solidFill>
              <a:tailEnd type="arrow"/>
            </a:ln>
          </p:spPr>
          <p:style>
            <a:lnRef idx="1">
              <a:schemeClr val="accent2"/>
            </a:lnRef>
            <a:fillRef idx="0">
              <a:schemeClr val="accent2"/>
            </a:fillRef>
            <a:effectRef idx="0">
              <a:schemeClr val="accent2"/>
            </a:effectRef>
            <a:fontRef idx="minor">
              <a:schemeClr val="tx1"/>
            </a:fontRef>
          </p:style>
        </p:cxnSp>
        <p:cxnSp>
          <p:nvCxnSpPr>
            <p:cNvPr id="31" name="Straight Arrow Connector 30">
              <a:extLst>
                <a:ext uri="{FF2B5EF4-FFF2-40B4-BE49-F238E27FC236}">
                  <a16:creationId xmlns:a16="http://schemas.microsoft.com/office/drawing/2014/main" id="{5334D679-FF78-1F91-1E7A-FD9EFAABF1AA}"/>
                </a:ext>
              </a:extLst>
            </p:cNvPr>
            <p:cNvCxnSpPr>
              <a:cxnSpLocks/>
              <a:stCxn id="17" idx="4"/>
              <a:endCxn id="18" idx="0"/>
            </p:cNvCxnSpPr>
            <p:nvPr/>
          </p:nvCxnSpPr>
          <p:spPr>
            <a:xfrm flipH="1">
              <a:off x="11010709" y="4682856"/>
              <a:ext cx="458781" cy="333933"/>
            </a:xfrm>
            <a:prstGeom prst="straightConnector1">
              <a:avLst/>
            </a:prstGeom>
            <a:ln w="25400">
              <a:solidFill>
                <a:srgbClr val="00B050"/>
              </a:solidFill>
              <a:tailEnd type="arrow"/>
            </a:ln>
          </p:spPr>
          <p:style>
            <a:lnRef idx="1">
              <a:schemeClr val="accent2"/>
            </a:lnRef>
            <a:fillRef idx="0">
              <a:schemeClr val="accent2"/>
            </a:fillRef>
            <a:effectRef idx="0">
              <a:schemeClr val="accent2"/>
            </a:effectRef>
            <a:fontRef idx="minor">
              <a:schemeClr val="tx1"/>
            </a:fontRef>
          </p:style>
        </p:cxnSp>
        <p:cxnSp>
          <p:nvCxnSpPr>
            <p:cNvPr id="32" name="Straight Arrow Connector 31">
              <a:extLst>
                <a:ext uri="{FF2B5EF4-FFF2-40B4-BE49-F238E27FC236}">
                  <a16:creationId xmlns:a16="http://schemas.microsoft.com/office/drawing/2014/main" id="{BA91BC0E-2D18-6B73-268F-5FA00D463D1B}"/>
                </a:ext>
              </a:extLst>
            </p:cNvPr>
            <p:cNvCxnSpPr>
              <a:cxnSpLocks/>
              <a:stCxn id="17" idx="4"/>
              <a:endCxn id="19" idx="0"/>
            </p:cNvCxnSpPr>
            <p:nvPr/>
          </p:nvCxnSpPr>
          <p:spPr>
            <a:xfrm>
              <a:off x="11469490" y="4682856"/>
              <a:ext cx="7637" cy="336289"/>
            </a:xfrm>
            <a:prstGeom prst="straightConnector1">
              <a:avLst/>
            </a:prstGeom>
            <a:ln w="25400">
              <a:solidFill>
                <a:srgbClr val="00B050"/>
              </a:solidFill>
              <a:tailEnd type="arrow"/>
            </a:ln>
          </p:spPr>
          <p:style>
            <a:lnRef idx="1">
              <a:schemeClr val="accent2"/>
            </a:lnRef>
            <a:fillRef idx="0">
              <a:schemeClr val="accent2"/>
            </a:fillRef>
            <a:effectRef idx="0">
              <a:schemeClr val="accent2"/>
            </a:effectRef>
            <a:fontRef idx="minor">
              <a:schemeClr val="tx1"/>
            </a:fontRef>
          </p:style>
        </p:cxnSp>
        <p:cxnSp>
          <p:nvCxnSpPr>
            <p:cNvPr id="33" name="Straight Arrow Connector 32">
              <a:extLst>
                <a:ext uri="{FF2B5EF4-FFF2-40B4-BE49-F238E27FC236}">
                  <a16:creationId xmlns:a16="http://schemas.microsoft.com/office/drawing/2014/main" id="{A2B8DEFD-BB4F-3742-90A6-E9586DEE2ED7}"/>
                </a:ext>
              </a:extLst>
            </p:cNvPr>
            <p:cNvCxnSpPr>
              <a:cxnSpLocks/>
              <a:stCxn id="17" idx="4"/>
              <a:endCxn id="21" idx="0"/>
            </p:cNvCxnSpPr>
            <p:nvPr/>
          </p:nvCxnSpPr>
          <p:spPr>
            <a:xfrm>
              <a:off x="11469490" y="4682856"/>
              <a:ext cx="474056" cy="337152"/>
            </a:xfrm>
            <a:prstGeom prst="straightConnector1">
              <a:avLst/>
            </a:prstGeom>
            <a:ln w="25400">
              <a:solidFill>
                <a:srgbClr val="00B050"/>
              </a:solidFill>
              <a:tailEnd type="arrow"/>
            </a:ln>
          </p:spPr>
          <p:style>
            <a:lnRef idx="1">
              <a:schemeClr val="accent2"/>
            </a:lnRef>
            <a:fillRef idx="0">
              <a:schemeClr val="accent2"/>
            </a:fillRef>
            <a:effectRef idx="0">
              <a:schemeClr val="accent2"/>
            </a:effectRef>
            <a:fontRef idx="minor">
              <a:schemeClr val="tx1"/>
            </a:fontRef>
          </p:style>
        </p:cxnSp>
        <p:cxnSp>
          <p:nvCxnSpPr>
            <p:cNvPr id="34" name="Straight Arrow Connector 33">
              <a:extLst>
                <a:ext uri="{FF2B5EF4-FFF2-40B4-BE49-F238E27FC236}">
                  <a16:creationId xmlns:a16="http://schemas.microsoft.com/office/drawing/2014/main" id="{9A926B0F-A936-5925-9EB3-74CCF99C322F}"/>
                </a:ext>
              </a:extLst>
            </p:cNvPr>
            <p:cNvCxnSpPr>
              <a:cxnSpLocks/>
              <a:stCxn id="19" idx="4"/>
              <a:endCxn id="20" idx="0"/>
            </p:cNvCxnSpPr>
            <p:nvPr/>
          </p:nvCxnSpPr>
          <p:spPr>
            <a:xfrm>
              <a:off x="11477127" y="5290270"/>
              <a:ext cx="5699" cy="164711"/>
            </a:xfrm>
            <a:prstGeom prst="straightConnector1">
              <a:avLst/>
            </a:prstGeom>
            <a:ln w="25400">
              <a:solidFill>
                <a:srgbClr val="00B050"/>
              </a:solidFill>
              <a:tailEnd type="arrow"/>
            </a:ln>
          </p:spPr>
          <p:style>
            <a:lnRef idx="1">
              <a:schemeClr val="accent2"/>
            </a:lnRef>
            <a:fillRef idx="0">
              <a:schemeClr val="accent2"/>
            </a:fillRef>
            <a:effectRef idx="0">
              <a:schemeClr val="accent2"/>
            </a:effectRef>
            <a:fontRef idx="minor">
              <a:schemeClr val="tx1"/>
            </a:fontRef>
          </p:style>
        </p:cxnSp>
        <p:cxnSp>
          <p:nvCxnSpPr>
            <p:cNvPr id="35" name="Straight Arrow Connector 34">
              <a:extLst>
                <a:ext uri="{FF2B5EF4-FFF2-40B4-BE49-F238E27FC236}">
                  <a16:creationId xmlns:a16="http://schemas.microsoft.com/office/drawing/2014/main" id="{CF98823D-B7B4-B063-C4A8-46426D643572}"/>
                </a:ext>
              </a:extLst>
            </p:cNvPr>
            <p:cNvCxnSpPr>
              <a:cxnSpLocks/>
              <a:stCxn id="21" idx="4"/>
              <a:endCxn id="22" idx="0"/>
            </p:cNvCxnSpPr>
            <p:nvPr/>
          </p:nvCxnSpPr>
          <p:spPr>
            <a:xfrm>
              <a:off x="11943546" y="5291133"/>
              <a:ext cx="0" cy="163849"/>
            </a:xfrm>
            <a:prstGeom prst="straightConnector1">
              <a:avLst/>
            </a:prstGeom>
            <a:ln w="25400">
              <a:solidFill>
                <a:srgbClr val="00B050"/>
              </a:solidFill>
              <a:tailEnd type="arrow"/>
            </a:ln>
          </p:spPr>
          <p:style>
            <a:lnRef idx="1">
              <a:schemeClr val="accent2"/>
            </a:lnRef>
            <a:fillRef idx="0">
              <a:schemeClr val="accent2"/>
            </a:fillRef>
            <a:effectRef idx="0">
              <a:schemeClr val="accent2"/>
            </a:effectRef>
            <a:fontRef idx="minor">
              <a:schemeClr val="tx1"/>
            </a:fontRef>
          </p:style>
        </p:cxnSp>
        <p:sp>
          <p:nvSpPr>
            <p:cNvPr id="36" name="Freeform: Shape 35">
              <a:extLst>
                <a:ext uri="{FF2B5EF4-FFF2-40B4-BE49-F238E27FC236}">
                  <a16:creationId xmlns:a16="http://schemas.microsoft.com/office/drawing/2014/main" id="{015FBC9B-0549-A9D0-8A70-AECD5DF290FF}"/>
                </a:ext>
              </a:extLst>
            </p:cNvPr>
            <p:cNvSpPr/>
            <p:nvPr/>
          </p:nvSpPr>
          <p:spPr>
            <a:xfrm>
              <a:off x="11338560" y="4777740"/>
              <a:ext cx="251460" cy="68617"/>
            </a:xfrm>
            <a:custGeom>
              <a:avLst/>
              <a:gdLst>
                <a:gd name="connsiteX0" fmla="*/ 0 w 251460"/>
                <a:gd name="connsiteY0" fmla="*/ 0 h 68617"/>
                <a:gd name="connsiteX1" fmla="*/ 144780 w 251460"/>
                <a:gd name="connsiteY1" fmla="*/ 68580 h 68617"/>
                <a:gd name="connsiteX2" fmla="*/ 251460 w 251460"/>
                <a:gd name="connsiteY2" fmla="*/ 7620 h 68617"/>
              </a:gdLst>
              <a:ahLst/>
              <a:cxnLst>
                <a:cxn ang="0">
                  <a:pos x="connsiteX0" y="connsiteY0"/>
                </a:cxn>
                <a:cxn ang="0">
                  <a:pos x="connsiteX1" y="connsiteY1"/>
                </a:cxn>
                <a:cxn ang="0">
                  <a:pos x="connsiteX2" y="connsiteY2"/>
                </a:cxn>
              </a:cxnLst>
              <a:rect l="l" t="t" r="r" b="b"/>
              <a:pathLst>
                <a:path w="251460" h="68617">
                  <a:moveTo>
                    <a:pt x="0" y="0"/>
                  </a:moveTo>
                  <a:cubicBezTo>
                    <a:pt x="51435" y="33655"/>
                    <a:pt x="102870" y="67310"/>
                    <a:pt x="144780" y="68580"/>
                  </a:cubicBezTo>
                  <a:cubicBezTo>
                    <a:pt x="186690" y="69850"/>
                    <a:pt x="219075" y="38735"/>
                    <a:pt x="251460" y="7620"/>
                  </a:cubicBezTo>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3682544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Strategy to Solve Symbolic Integration Summary</a:t>
            </a:r>
          </a:p>
        </p:txBody>
      </p:sp>
      <p:sp>
        <p:nvSpPr>
          <p:cNvPr id="3" name="Content Placeholder 2"/>
          <p:cNvSpPr>
            <a:spLocks noGrp="1"/>
          </p:cNvSpPr>
          <p:nvPr>
            <p:ph idx="1"/>
          </p:nvPr>
        </p:nvSpPr>
        <p:spPr/>
        <p:txBody>
          <a:bodyPr>
            <a:normAutofit fontScale="92500" lnSpcReduction="20000"/>
          </a:bodyPr>
          <a:lstStyle/>
          <a:p>
            <a:r>
              <a:rPr lang="en-US"/>
              <a:t>Start with safe transformations, the ones you are sure will work in any case. Then apply heuristic transformations, the ones that could work.</a:t>
            </a:r>
          </a:p>
          <a:p>
            <a:r>
              <a:rPr lang="en-US"/>
              <a:t>The problem simplification schema, may create</a:t>
            </a:r>
          </a:p>
          <a:p>
            <a:pPr lvl="1"/>
            <a:r>
              <a:rPr lang="en-US"/>
              <a:t>"</a:t>
            </a:r>
            <a:r>
              <a:rPr lang="en-US" b="1"/>
              <a:t>and node</a:t>
            </a:r>
            <a:r>
              <a:rPr lang="en-US"/>
              <a:t>" where the problem forks in several sub problems and</a:t>
            </a:r>
          </a:p>
          <a:p>
            <a:pPr lvl="1"/>
            <a:r>
              <a:rPr lang="en-US"/>
              <a:t>"</a:t>
            </a:r>
            <a:r>
              <a:rPr lang="en-US" b="1"/>
              <a:t>or node</a:t>
            </a:r>
            <a:r>
              <a:rPr lang="en-US"/>
              <a:t>" where the problem may be solved with either one or another transformation.</a:t>
            </a:r>
          </a:p>
          <a:p>
            <a:r>
              <a:rPr lang="en-US"/>
              <a:t>The resulting schema is usually called a "</a:t>
            </a:r>
            <a:r>
              <a:rPr lang="en-US">
                <a:solidFill>
                  <a:srgbClr val="C00000"/>
                </a:solidFill>
              </a:rPr>
              <a:t>problem reduction tree</a:t>
            </a:r>
            <a:r>
              <a:rPr lang="en-US"/>
              <a:t>", "</a:t>
            </a:r>
            <a:r>
              <a:rPr lang="en-US">
                <a:solidFill>
                  <a:srgbClr val="C00000"/>
                </a:solidFill>
              </a:rPr>
              <a:t>and/or tree</a:t>
            </a:r>
            <a:r>
              <a:rPr lang="en-US"/>
              <a:t>" or "</a:t>
            </a:r>
            <a:r>
              <a:rPr lang="en-US">
                <a:solidFill>
                  <a:srgbClr val="C00000"/>
                </a:solidFill>
              </a:rPr>
              <a:t>goal tree</a:t>
            </a:r>
            <a:r>
              <a:rPr lang="en-US"/>
              <a:t>".</a:t>
            </a:r>
          </a:p>
          <a:p>
            <a:r>
              <a:rPr lang="en-US"/>
              <a:t>Note: In an "</a:t>
            </a:r>
            <a:r>
              <a:rPr lang="en-US" b="1"/>
              <a:t>or node</a:t>
            </a:r>
            <a:r>
              <a:rPr lang="en-US"/>
              <a:t>", it helps to understand the depth of functional composition (number of transformations to be applied after the "or" options of the branch) and the simplicity of solving each option to complete the problem resolution.</a:t>
            </a:r>
          </a:p>
          <a:p>
            <a:endParaRPr lang="en-US"/>
          </a:p>
        </p:txBody>
      </p:sp>
      <p:sp>
        <p:nvSpPr>
          <p:cNvPr id="4" name="Date Placeholder 3"/>
          <p:cNvSpPr>
            <a:spLocks noGrp="1"/>
          </p:cNvSpPr>
          <p:nvPr>
            <p:ph type="dt" sz="half" idx="10"/>
          </p:nvPr>
        </p:nvSpPr>
        <p:spPr/>
        <p:txBody>
          <a:bodyPr/>
          <a:lstStyle/>
          <a:p>
            <a:fld id="{4C87BEC4-B835-4E55-9D7F-50B76A3ED418}" type="datetime1">
              <a:rPr lang="en-US" smtClean="0"/>
              <a:t>9/6/2022</a:t>
            </a:fld>
            <a:endParaRPr lang="en-US"/>
          </a:p>
        </p:txBody>
      </p:sp>
      <p:sp>
        <p:nvSpPr>
          <p:cNvPr id="5" name="Footer Placeholder 4"/>
          <p:cNvSpPr>
            <a:spLocks noGrp="1"/>
          </p:cNvSpPr>
          <p:nvPr>
            <p:ph type="ftr" sz="quarter" idx="11"/>
          </p:nvPr>
        </p:nvSpPr>
        <p:spPr/>
        <p:txBody>
          <a:bodyPr/>
          <a:lstStyle/>
          <a:p>
            <a:r>
              <a:rPr lang="en-US"/>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smtClean="0"/>
              <a:t>48</a:t>
            </a:fld>
            <a:endParaRPr lang="en-US"/>
          </a:p>
        </p:txBody>
      </p:sp>
    </p:spTree>
    <p:extLst>
      <p:ext uri="{BB962C8B-B14F-4D97-AF65-F5344CB8AC3E}">
        <p14:creationId xmlns:p14="http://schemas.microsoft.com/office/powerpoint/2010/main" val="188391520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To get the Goal Tree of a Certain Problem</a:t>
            </a:r>
          </a:p>
        </p:txBody>
      </p:sp>
      <p:sp>
        <p:nvSpPr>
          <p:cNvPr id="3" name="Content Placeholder 2"/>
          <p:cNvSpPr>
            <a:spLocks noGrp="1"/>
          </p:cNvSpPr>
          <p:nvPr>
            <p:ph idx="1"/>
          </p:nvPr>
        </p:nvSpPr>
        <p:spPr>
          <a:xfrm>
            <a:off x="304800" y="1228153"/>
            <a:ext cx="9873673" cy="5021979"/>
          </a:xfrm>
        </p:spPr>
        <p:txBody>
          <a:bodyPr>
            <a:normAutofit fontScale="92500" lnSpcReduction="20000"/>
          </a:bodyPr>
          <a:lstStyle/>
          <a:p>
            <a:pPr marL="687388" indent="-347663">
              <a:buFont typeface="+mj-lt"/>
              <a:buAutoNum type="arabicPeriod"/>
            </a:pPr>
            <a:r>
              <a:rPr lang="en-US"/>
              <a:t>Start by evaluating what kind of knowledge is involved. </a:t>
            </a:r>
            <a:r>
              <a:rPr lang="en-US">
                <a:solidFill>
                  <a:srgbClr val="FF0000"/>
                </a:solidFill>
              </a:rPr>
              <a:t>[Integration Tables; Transformations; Goal Tree]</a:t>
            </a:r>
          </a:p>
          <a:p>
            <a:pPr marL="687388" indent="-347663">
              <a:buFont typeface="+mj-lt"/>
              <a:buAutoNum type="arabicPeriod"/>
            </a:pPr>
            <a:r>
              <a:rPr lang="en-US"/>
              <a:t>Understand how the knowledge is represented. Each category of knowledge has its own way of being represented. </a:t>
            </a:r>
            <a:r>
              <a:rPr lang="en-US">
                <a:solidFill>
                  <a:srgbClr val="FF0000"/>
                </a:solidFill>
              </a:rPr>
              <a:t>[Expressions; Tables; Goal Trees as Procedures]</a:t>
            </a:r>
          </a:p>
          <a:p>
            <a:pPr marL="687388" indent="-347663">
              <a:buFont typeface="+mj-lt"/>
              <a:buAutoNum type="arabicPeriod"/>
            </a:pPr>
            <a:r>
              <a:rPr lang="en-US"/>
              <a:t>Know how the knowledge is used</a:t>
            </a:r>
            <a:r>
              <a:rPr lang="en-US">
                <a:solidFill>
                  <a:srgbClr val="FF0000"/>
                </a:solidFill>
              </a:rPr>
              <a:t>.[Transformations to make problems simpler; Integration Tables to trim bottom of Tree]</a:t>
            </a:r>
          </a:p>
          <a:p>
            <a:pPr marL="687388" indent="-347663">
              <a:buFont typeface="+mj-lt"/>
              <a:buAutoNum type="arabicPeriod"/>
            </a:pPr>
            <a:r>
              <a:rPr lang="en-US"/>
              <a:t>Know how much knowledge is required to solve the problem. </a:t>
            </a:r>
            <a:r>
              <a:rPr lang="en-US">
                <a:solidFill>
                  <a:srgbClr val="FF0000"/>
                </a:solidFill>
              </a:rPr>
              <a:t>[26 integration tables; 12 safe transformations; 12 heuristic transformations]</a:t>
            </a:r>
          </a:p>
        </p:txBody>
      </p:sp>
      <p:sp>
        <p:nvSpPr>
          <p:cNvPr id="4" name="Date Placeholder 3"/>
          <p:cNvSpPr>
            <a:spLocks noGrp="1"/>
          </p:cNvSpPr>
          <p:nvPr>
            <p:ph type="dt" sz="half" idx="10"/>
          </p:nvPr>
        </p:nvSpPr>
        <p:spPr/>
        <p:txBody>
          <a:bodyPr/>
          <a:lstStyle/>
          <a:p>
            <a:fld id="{4C87BEC4-B835-4E55-9D7F-50B76A3ED418}" type="datetime1">
              <a:rPr lang="en-US" smtClean="0"/>
              <a:t>9/6/2022</a:t>
            </a:fld>
            <a:endParaRPr lang="en-US"/>
          </a:p>
        </p:txBody>
      </p:sp>
      <p:sp>
        <p:nvSpPr>
          <p:cNvPr id="5" name="Footer Placeholder 4"/>
          <p:cNvSpPr>
            <a:spLocks noGrp="1"/>
          </p:cNvSpPr>
          <p:nvPr>
            <p:ph type="ftr" sz="quarter" idx="11"/>
          </p:nvPr>
        </p:nvSpPr>
        <p:spPr/>
        <p:txBody>
          <a:bodyPr/>
          <a:lstStyle/>
          <a:p>
            <a:r>
              <a:rPr lang="en-US"/>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smtClean="0"/>
              <a:t>49</a:t>
            </a:fld>
            <a:endParaRPr lang="en-US"/>
          </a:p>
        </p:txBody>
      </p:sp>
    </p:spTree>
    <p:extLst>
      <p:ext uri="{BB962C8B-B14F-4D97-AF65-F5344CB8AC3E}">
        <p14:creationId xmlns:p14="http://schemas.microsoft.com/office/powerpoint/2010/main" val="409196514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 Goal Trees Application: Box Stacking Problem</a:t>
            </a:r>
          </a:p>
        </p:txBody>
      </p:sp>
      <p:sp>
        <p:nvSpPr>
          <p:cNvPr id="3" name="Content Placeholder 2"/>
          <p:cNvSpPr>
            <a:spLocks noGrp="1"/>
          </p:cNvSpPr>
          <p:nvPr>
            <p:ph idx="1"/>
          </p:nvPr>
        </p:nvSpPr>
        <p:spPr>
          <a:xfrm>
            <a:off x="304800" y="1271695"/>
            <a:ext cx="8810920" cy="5021979"/>
          </a:xfrm>
        </p:spPr>
        <p:txBody>
          <a:bodyPr>
            <a:normAutofit fontScale="92500" lnSpcReduction="20000"/>
          </a:bodyPr>
          <a:lstStyle/>
          <a:p>
            <a:r>
              <a:rPr lang="en-US"/>
              <a:t>Box Stacking is a typical application of Goal Trees.</a:t>
            </a:r>
          </a:p>
          <a:p>
            <a:r>
              <a:rPr lang="en-US"/>
              <a:t>Given figure shows the distribution of boxes on top of a table. The shown arm can pick a box, move it and place it in another location.</a:t>
            </a:r>
          </a:p>
          <a:p>
            <a:r>
              <a:rPr lang="en-US"/>
              <a:t>The goal is to place some box </a:t>
            </a:r>
            <a:r>
              <a:rPr lang="en-US" i="1">
                <a:latin typeface="Times New Roman" panose="02020603050405020304" pitchFamily="18" charset="0"/>
                <a:cs typeface="Times New Roman" panose="02020603050405020304" pitchFamily="18" charset="0"/>
              </a:rPr>
              <a:t>x</a:t>
            </a:r>
            <a:r>
              <a:rPr lang="en-US"/>
              <a:t> on top of             another box </a:t>
            </a:r>
            <a:r>
              <a:rPr lang="en-US" i="1">
                <a:latin typeface="Times New Roman" panose="02020603050405020304" pitchFamily="18" charset="0"/>
                <a:cs typeface="Times New Roman" panose="02020603050405020304" pitchFamily="18" charset="0"/>
              </a:rPr>
              <a:t>y</a:t>
            </a:r>
            <a:r>
              <a:rPr lang="en-US"/>
              <a:t> with the following constraints:</a:t>
            </a:r>
          </a:p>
          <a:p>
            <a:pPr lvl="1"/>
            <a:r>
              <a:rPr lang="en-US"/>
              <a:t>The robot arm  can only handle a single box                 at a time</a:t>
            </a:r>
          </a:p>
          <a:p>
            <a:pPr lvl="1"/>
            <a:r>
              <a:rPr lang="en-US"/>
              <a:t>A box can be placed on an empty space on the table or on top of another box </a:t>
            </a:r>
          </a:p>
          <a:p>
            <a:pPr lvl="1"/>
            <a:r>
              <a:rPr lang="en-US"/>
              <a:t>Can not put a box with larger width on top of a box with smaller width</a:t>
            </a:r>
          </a:p>
        </p:txBody>
      </p:sp>
      <p:sp>
        <p:nvSpPr>
          <p:cNvPr id="4" name="Date Placeholder 3"/>
          <p:cNvSpPr>
            <a:spLocks noGrp="1"/>
          </p:cNvSpPr>
          <p:nvPr>
            <p:ph type="dt" sz="half" idx="10"/>
          </p:nvPr>
        </p:nvSpPr>
        <p:spPr/>
        <p:txBody>
          <a:bodyPr/>
          <a:lstStyle/>
          <a:p>
            <a:fld id="{4C87BEC4-B835-4E55-9D7F-50B76A3ED418}" type="datetime1">
              <a:rPr lang="en-US" smtClean="0"/>
              <a:t>9/6/2022</a:t>
            </a:fld>
            <a:endParaRPr lang="en-US"/>
          </a:p>
        </p:txBody>
      </p:sp>
      <p:sp>
        <p:nvSpPr>
          <p:cNvPr id="5" name="Footer Placeholder 4"/>
          <p:cNvSpPr>
            <a:spLocks noGrp="1"/>
          </p:cNvSpPr>
          <p:nvPr>
            <p:ph type="ftr" sz="quarter" idx="11"/>
          </p:nvPr>
        </p:nvSpPr>
        <p:spPr/>
        <p:txBody>
          <a:bodyPr/>
          <a:lstStyle/>
          <a:p>
            <a:r>
              <a:rPr lang="en-US"/>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smtClean="0"/>
              <a:t>50</a:t>
            </a:fld>
            <a:endParaRPr lang="en-US"/>
          </a:p>
        </p:txBody>
      </p:sp>
      <p:grpSp>
        <p:nvGrpSpPr>
          <p:cNvPr id="8" name="Group 7">
            <a:extLst>
              <a:ext uri="{FF2B5EF4-FFF2-40B4-BE49-F238E27FC236}">
                <a16:creationId xmlns:a16="http://schemas.microsoft.com/office/drawing/2014/main" id="{A4C1E82B-5AE5-40F2-8D5D-3BAFDBA8ED90}"/>
              </a:ext>
            </a:extLst>
          </p:cNvPr>
          <p:cNvGrpSpPr/>
          <p:nvPr/>
        </p:nvGrpSpPr>
        <p:grpSpPr>
          <a:xfrm>
            <a:off x="8317854" y="2526236"/>
            <a:ext cx="3771066" cy="1675130"/>
            <a:chOff x="2943434" y="3198444"/>
            <a:chExt cx="3771066" cy="1675130"/>
          </a:xfrm>
        </p:grpSpPr>
        <p:pic>
          <p:nvPicPr>
            <p:cNvPr id="9" name="Picture 8" descr="Chart&#10;&#10;Description automatically generated">
              <a:extLst>
                <a:ext uri="{FF2B5EF4-FFF2-40B4-BE49-F238E27FC236}">
                  <a16:creationId xmlns:a16="http://schemas.microsoft.com/office/drawing/2014/main" id="{43625D7D-79D2-44FE-853E-290E8533A2C3}"/>
                </a:ext>
              </a:extLst>
            </p:cNvPr>
            <p:cNvPicPr>
              <a:picLocks noChangeAspect="1"/>
            </p:cNvPicPr>
            <p:nvPr/>
          </p:nvPicPr>
          <p:blipFill rotWithShape="1">
            <a:blip r:embed="rId2"/>
            <a:srcRect l="4705" t="59528" r="15570"/>
            <a:stretch/>
          </p:blipFill>
          <p:spPr bwMode="auto">
            <a:xfrm>
              <a:off x="2943434" y="3198444"/>
              <a:ext cx="3771066" cy="1675130"/>
            </a:xfrm>
            <a:prstGeom prst="rect">
              <a:avLst/>
            </a:prstGeom>
            <a:ln>
              <a:noFill/>
            </a:ln>
            <a:extLst>
              <a:ext uri="{53640926-AAD7-44D8-BBD7-CCE9431645EC}">
                <a14:shadowObscured xmlns:a14="http://schemas.microsoft.com/office/drawing/2010/main"/>
              </a:ext>
            </a:extLst>
          </p:spPr>
        </p:pic>
        <p:sp>
          <p:nvSpPr>
            <p:cNvPr id="10" name="Rectangle 9">
              <a:extLst>
                <a:ext uri="{FF2B5EF4-FFF2-40B4-BE49-F238E27FC236}">
                  <a16:creationId xmlns:a16="http://schemas.microsoft.com/office/drawing/2014/main" id="{52102BE0-89AA-44AC-8E36-3CA98C9D9EB7}"/>
                </a:ext>
              </a:extLst>
            </p:cNvPr>
            <p:cNvSpPr/>
            <p:nvPr/>
          </p:nvSpPr>
          <p:spPr>
            <a:xfrm>
              <a:off x="2996830" y="3198445"/>
              <a:ext cx="3670947" cy="16337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1" name="Straight Arrow Connector 10">
            <a:extLst>
              <a:ext uri="{FF2B5EF4-FFF2-40B4-BE49-F238E27FC236}">
                <a16:creationId xmlns:a16="http://schemas.microsoft.com/office/drawing/2014/main" id="{54F52055-6B75-4202-B769-88BD305A48AF}"/>
              </a:ext>
            </a:extLst>
          </p:cNvPr>
          <p:cNvCxnSpPr/>
          <p:nvPr/>
        </p:nvCxnSpPr>
        <p:spPr>
          <a:xfrm>
            <a:off x="8069129" y="2715275"/>
            <a:ext cx="810491" cy="159327"/>
          </a:xfrm>
          <a:prstGeom prst="straightConnector1">
            <a:avLst/>
          </a:prstGeom>
          <a:ln w="158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38BD8F6A-FD58-47CB-8F84-98DD46346687}"/>
              </a:ext>
            </a:extLst>
          </p:cNvPr>
          <p:cNvSpPr txBox="1"/>
          <p:nvPr/>
        </p:nvSpPr>
        <p:spPr>
          <a:xfrm>
            <a:off x="7466034" y="2385201"/>
            <a:ext cx="772782" cy="923330"/>
          </a:xfrm>
          <a:prstGeom prst="rect">
            <a:avLst/>
          </a:prstGeom>
          <a:noFill/>
        </p:spPr>
        <p:txBody>
          <a:bodyPr wrap="square" rtlCol="0">
            <a:spAutoFit/>
          </a:bodyPr>
          <a:lstStyle/>
          <a:p>
            <a:pPr algn="ctr"/>
            <a:r>
              <a:rPr lang="en-US"/>
              <a:t>   Robot Arm</a:t>
            </a:r>
          </a:p>
        </p:txBody>
      </p:sp>
    </p:spTree>
    <p:extLst>
      <p:ext uri="{BB962C8B-B14F-4D97-AF65-F5344CB8AC3E}">
        <p14:creationId xmlns:p14="http://schemas.microsoft.com/office/powerpoint/2010/main" val="235858688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 Goal Trees Application: Box Stacking Problem</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r>
                  <a:rPr lang="en-US" dirty="0"/>
                  <a:t>To make an intelligent box stacking algorithm we need to define the following functions:</a:t>
                </a:r>
              </a:p>
              <a:p>
                <a:pPr marL="800100" lvl="1" indent="-457200">
                  <a:buFont typeface="+mj-lt"/>
                  <a:buAutoNum type="arabicPeriod"/>
                </a:pPr>
                <a:r>
                  <a:rPr lang="en-US" dirty="0"/>
                  <a:t> </a:t>
                </a:r>
                <a:r>
                  <a:rPr lang="en-US" dirty="0">
                    <a:solidFill>
                      <a:srgbClr val="00A64E"/>
                    </a:solidFill>
                    <a:latin typeface="Cambria Math" panose="02040503050406030204" pitchFamily="18" charset="0"/>
                    <a:ea typeface="Cambria Math" panose="02040503050406030204" pitchFamily="18" charset="0"/>
                  </a:rPr>
                  <a:t>Put </a:t>
                </a:r>
                <a14:m>
                  <m:oMath xmlns:m="http://schemas.openxmlformats.org/officeDocument/2006/math">
                    <m:sSub>
                      <m:sSubPr>
                        <m:ctrlPr>
                          <a:rPr lang="en-US" i="1">
                            <a:solidFill>
                              <a:srgbClr val="00A64E"/>
                            </a:solidFill>
                            <a:latin typeface="Cambria Math" panose="02040503050406030204" pitchFamily="18" charset="0"/>
                          </a:rPr>
                        </m:ctrlPr>
                      </m:sSubPr>
                      <m:e>
                        <m:r>
                          <a:rPr lang="en-US" i="1">
                            <a:solidFill>
                              <a:srgbClr val="00A64E"/>
                            </a:solidFill>
                            <a:latin typeface="Cambria Math" panose="02040503050406030204" pitchFamily="18" charset="0"/>
                          </a:rPr>
                          <m:t>𝐵</m:t>
                        </m:r>
                      </m:e>
                      <m:sub>
                        <m:r>
                          <a:rPr lang="en-US" i="1">
                            <a:solidFill>
                              <a:srgbClr val="00A64E"/>
                            </a:solidFill>
                            <a:latin typeface="Cambria Math" panose="02040503050406030204" pitchFamily="18" charset="0"/>
                          </a:rPr>
                          <m:t>𝑥</m:t>
                        </m:r>
                      </m:sub>
                    </m:sSub>
                  </m:oMath>
                </a14:m>
                <a:r>
                  <a:rPr lang="en-US" dirty="0">
                    <a:solidFill>
                      <a:srgbClr val="00A64E"/>
                    </a:solidFill>
                  </a:rPr>
                  <a:t> </a:t>
                </a:r>
                <a:r>
                  <a:rPr lang="en-US" dirty="0">
                    <a:solidFill>
                      <a:srgbClr val="00A64E"/>
                    </a:solidFill>
                    <a:latin typeface="Cambria Math" panose="02040503050406030204" pitchFamily="18" charset="0"/>
                    <a:ea typeface="Cambria Math" panose="02040503050406030204" pitchFamily="18" charset="0"/>
                  </a:rPr>
                  <a:t>on</a:t>
                </a:r>
                <a:r>
                  <a:rPr lang="en-US" dirty="0">
                    <a:solidFill>
                      <a:srgbClr val="00A64E"/>
                    </a:solidFill>
                  </a:rPr>
                  <a:t> </a:t>
                </a:r>
                <a14:m>
                  <m:oMath xmlns:m="http://schemas.openxmlformats.org/officeDocument/2006/math">
                    <m:sSub>
                      <m:sSubPr>
                        <m:ctrlPr>
                          <a:rPr lang="en-US" i="1">
                            <a:solidFill>
                              <a:srgbClr val="00A64E"/>
                            </a:solidFill>
                            <a:latin typeface="Cambria Math" panose="02040503050406030204" pitchFamily="18" charset="0"/>
                          </a:rPr>
                        </m:ctrlPr>
                      </m:sSubPr>
                      <m:e>
                        <m:r>
                          <a:rPr lang="en-US" i="1">
                            <a:solidFill>
                              <a:srgbClr val="00A64E"/>
                            </a:solidFill>
                            <a:latin typeface="Cambria Math" panose="02040503050406030204" pitchFamily="18" charset="0"/>
                          </a:rPr>
                          <m:t>𝐵</m:t>
                        </m:r>
                      </m:e>
                      <m:sub>
                        <m:r>
                          <a:rPr lang="en-US" i="1">
                            <a:solidFill>
                              <a:srgbClr val="00A64E"/>
                            </a:solidFill>
                            <a:latin typeface="Cambria Math" panose="02040503050406030204" pitchFamily="18" charset="0"/>
                          </a:rPr>
                          <m:t>𝑦</m:t>
                        </m:r>
                      </m:sub>
                    </m:sSub>
                  </m:oMath>
                </a14:m>
                <a:r>
                  <a:rPr lang="en-US" dirty="0"/>
                  <a:t> </a:t>
                </a:r>
                <a:r>
                  <a:rPr lang="en-US" dirty="0">
                    <a:solidFill>
                      <a:srgbClr val="00A64E"/>
                    </a:solidFill>
                    <a:latin typeface="Cambria Math" panose="02040503050406030204" pitchFamily="18" charset="0"/>
                    <a:ea typeface="Cambria Math" panose="02040503050406030204" pitchFamily="18" charset="0"/>
                  </a:rPr>
                  <a:t>or Table</a:t>
                </a:r>
                <a:r>
                  <a:rPr lang="en-US" dirty="0"/>
                  <a:t>: place box </a:t>
                </a:r>
                <a:r>
                  <a:rPr lang="en-US" i="1" dirty="0">
                    <a:latin typeface="Times New Roman" panose="02020603050405020304" pitchFamily="18" charset="0"/>
                    <a:cs typeface="Times New Roman" panose="02020603050405020304" pitchFamily="18" charset="0"/>
                  </a:rPr>
                  <a:t>x</a:t>
                </a:r>
                <a:r>
                  <a:rPr lang="en-US" dirty="0"/>
                  <a:t> on top of box </a:t>
                </a:r>
                <a:r>
                  <a:rPr lang="en-US" i="1" dirty="0">
                    <a:latin typeface="Times New Roman" panose="02020603050405020304" pitchFamily="18" charset="0"/>
                    <a:cs typeface="Times New Roman" panose="02020603050405020304" pitchFamily="18" charset="0"/>
                  </a:rPr>
                  <a:t>y</a:t>
                </a:r>
                <a:r>
                  <a:rPr lang="en-US" dirty="0"/>
                  <a:t> or Table</a:t>
                </a:r>
              </a:p>
              <a:p>
                <a:pPr marL="800100" lvl="1" indent="-457200">
                  <a:buFont typeface="+mj-lt"/>
                  <a:buAutoNum type="arabicPeriod"/>
                </a:pPr>
                <a:r>
                  <a:rPr lang="en-US" dirty="0"/>
                  <a:t> </a:t>
                </a:r>
                <a:r>
                  <a:rPr lang="en-US" dirty="0">
                    <a:solidFill>
                      <a:srgbClr val="00A64E"/>
                    </a:solidFill>
                    <a:latin typeface="Cambria Math" panose="02040503050406030204" pitchFamily="18" charset="0"/>
                    <a:ea typeface="Cambria Math" panose="02040503050406030204" pitchFamily="18" charset="0"/>
                  </a:rPr>
                  <a:t>Clear</a:t>
                </a:r>
                <a:r>
                  <a:rPr lang="en-US" dirty="0">
                    <a:solidFill>
                      <a:srgbClr val="00A64E"/>
                    </a:solidFill>
                  </a:rPr>
                  <a:t> </a:t>
                </a:r>
                <a:r>
                  <a:rPr lang="en-US" dirty="0">
                    <a:solidFill>
                      <a:srgbClr val="00A64E"/>
                    </a:solidFill>
                    <a:latin typeface="Cambria Math" panose="02040503050406030204" pitchFamily="18" charset="0"/>
                    <a:ea typeface="Cambria Math" panose="02040503050406030204" pitchFamily="18" charset="0"/>
                  </a:rPr>
                  <a:t>Top</a:t>
                </a:r>
                <a:r>
                  <a:rPr lang="en-US" dirty="0">
                    <a:solidFill>
                      <a:srgbClr val="00A64E"/>
                    </a:solidFill>
                  </a:rPr>
                  <a:t> </a:t>
                </a:r>
                <a14:m>
                  <m:oMath xmlns:m="http://schemas.openxmlformats.org/officeDocument/2006/math">
                    <m:sSub>
                      <m:sSubPr>
                        <m:ctrlPr>
                          <a:rPr lang="en-US" i="1">
                            <a:solidFill>
                              <a:srgbClr val="00A64E"/>
                            </a:solidFill>
                            <a:latin typeface="Cambria Math" panose="02040503050406030204" pitchFamily="18" charset="0"/>
                          </a:rPr>
                        </m:ctrlPr>
                      </m:sSubPr>
                      <m:e>
                        <m:r>
                          <a:rPr lang="en-US" i="1">
                            <a:solidFill>
                              <a:srgbClr val="00A64E"/>
                            </a:solidFill>
                            <a:latin typeface="Cambria Math" panose="02040503050406030204" pitchFamily="18" charset="0"/>
                          </a:rPr>
                          <m:t>𝐵</m:t>
                        </m:r>
                      </m:e>
                      <m:sub>
                        <m:r>
                          <a:rPr lang="en-US" i="1">
                            <a:solidFill>
                              <a:srgbClr val="00A64E"/>
                            </a:solidFill>
                            <a:latin typeface="Cambria Math" panose="02040503050406030204" pitchFamily="18" charset="0"/>
                          </a:rPr>
                          <m:t>𝑥</m:t>
                        </m:r>
                      </m:sub>
                    </m:sSub>
                  </m:oMath>
                </a14:m>
                <a:r>
                  <a:rPr lang="en-US" dirty="0"/>
                  <a:t>: clear the top of box </a:t>
                </a:r>
                <a:r>
                  <a:rPr lang="en-US" i="1" dirty="0">
                    <a:latin typeface="Times New Roman" panose="02020603050405020304" pitchFamily="18" charset="0"/>
                    <a:cs typeface="Times New Roman" panose="02020603050405020304" pitchFamily="18" charset="0"/>
                  </a:rPr>
                  <a:t>x</a:t>
                </a:r>
              </a:p>
              <a:p>
                <a:pPr marL="803275" lvl="1" indent="-460375">
                  <a:buFont typeface="+mj-lt"/>
                  <a:buAutoNum type="arabicPeriod"/>
                </a:pPr>
                <a:r>
                  <a:rPr lang="en-US" dirty="0"/>
                  <a:t> </a:t>
                </a:r>
                <a:r>
                  <a:rPr lang="en-US" dirty="0">
                    <a:solidFill>
                      <a:srgbClr val="00A64E"/>
                    </a:solidFill>
                    <a:latin typeface="Cambria Math" panose="02040503050406030204" pitchFamily="18" charset="0"/>
                    <a:ea typeface="Cambria Math" panose="02040503050406030204" pitchFamily="18" charset="0"/>
                  </a:rPr>
                  <a:t>Find</a:t>
                </a:r>
                <a:r>
                  <a:rPr lang="en-US" dirty="0">
                    <a:solidFill>
                      <a:srgbClr val="00A64E"/>
                    </a:solidFill>
                  </a:rPr>
                  <a:t> </a:t>
                </a:r>
                <a:r>
                  <a:rPr lang="en-US" dirty="0">
                    <a:solidFill>
                      <a:srgbClr val="00A64E"/>
                    </a:solidFill>
                    <a:latin typeface="Cambria Math" panose="02040503050406030204" pitchFamily="18" charset="0"/>
                    <a:ea typeface="Cambria Math" panose="02040503050406030204" pitchFamily="18" charset="0"/>
                  </a:rPr>
                  <a:t>Location</a:t>
                </a:r>
                <a:r>
                  <a:rPr lang="en-US" dirty="0">
                    <a:solidFill>
                      <a:srgbClr val="00A64E"/>
                    </a:solidFill>
                  </a:rPr>
                  <a:t> </a:t>
                </a:r>
                <a:r>
                  <a:rPr lang="en-US" dirty="0">
                    <a:solidFill>
                      <a:srgbClr val="00A64E"/>
                    </a:solidFill>
                    <a:latin typeface="Cambria Math" panose="02040503050406030204" pitchFamily="18" charset="0"/>
                    <a:ea typeface="Cambria Math" panose="02040503050406030204" pitchFamily="18" charset="0"/>
                  </a:rPr>
                  <a:t>for</a:t>
                </a:r>
                <a:r>
                  <a:rPr lang="en-US" dirty="0">
                    <a:solidFill>
                      <a:srgbClr val="00A64E"/>
                    </a:solidFill>
                  </a:rPr>
                  <a:t> </a:t>
                </a:r>
                <a14:m>
                  <m:oMath xmlns:m="http://schemas.openxmlformats.org/officeDocument/2006/math">
                    <m:sSub>
                      <m:sSubPr>
                        <m:ctrlPr>
                          <a:rPr lang="en-US" i="1">
                            <a:solidFill>
                              <a:srgbClr val="00A64E"/>
                            </a:solidFill>
                            <a:latin typeface="Cambria Math" panose="02040503050406030204" pitchFamily="18" charset="0"/>
                          </a:rPr>
                        </m:ctrlPr>
                      </m:sSubPr>
                      <m:e>
                        <m:r>
                          <a:rPr lang="en-US" i="1">
                            <a:solidFill>
                              <a:srgbClr val="00A64E"/>
                            </a:solidFill>
                            <a:latin typeface="Cambria Math" panose="02040503050406030204" pitchFamily="18" charset="0"/>
                          </a:rPr>
                          <m:t>𝐵</m:t>
                        </m:r>
                      </m:e>
                      <m:sub>
                        <m:r>
                          <a:rPr lang="en-US" i="1">
                            <a:solidFill>
                              <a:srgbClr val="00A64E"/>
                            </a:solidFill>
                            <a:latin typeface="Cambria Math" panose="02040503050406030204" pitchFamily="18" charset="0"/>
                          </a:rPr>
                          <m:t>𝑥</m:t>
                        </m:r>
                      </m:sub>
                    </m:sSub>
                  </m:oMath>
                </a14:m>
                <a:r>
                  <a:rPr lang="en-US" dirty="0">
                    <a:solidFill>
                      <a:srgbClr val="00A64E"/>
                    </a:solidFill>
                  </a:rPr>
                  <a:t> </a:t>
                </a:r>
                <a:r>
                  <a:rPr lang="en-US" dirty="0">
                    <a:solidFill>
                      <a:srgbClr val="00A64E"/>
                    </a:solidFill>
                    <a:latin typeface="Cambria Math" panose="02040503050406030204" pitchFamily="18" charset="0"/>
                    <a:ea typeface="Cambria Math" panose="02040503050406030204" pitchFamily="18" charset="0"/>
                  </a:rPr>
                  <a:t>on</a:t>
                </a:r>
                <a:r>
                  <a:rPr lang="en-US" dirty="0">
                    <a:solidFill>
                      <a:srgbClr val="00A64E"/>
                    </a:solidFill>
                  </a:rPr>
                  <a:t> </a:t>
                </a:r>
                <a14:m>
                  <m:oMath xmlns:m="http://schemas.openxmlformats.org/officeDocument/2006/math">
                    <m:sSub>
                      <m:sSubPr>
                        <m:ctrlPr>
                          <a:rPr lang="en-US" i="1">
                            <a:solidFill>
                              <a:srgbClr val="00A64E"/>
                            </a:solidFill>
                            <a:latin typeface="Cambria Math" panose="02040503050406030204" pitchFamily="18" charset="0"/>
                          </a:rPr>
                        </m:ctrlPr>
                      </m:sSubPr>
                      <m:e>
                        <m:r>
                          <a:rPr lang="en-US" i="1">
                            <a:solidFill>
                              <a:srgbClr val="00A64E"/>
                            </a:solidFill>
                            <a:latin typeface="Cambria Math" panose="02040503050406030204" pitchFamily="18" charset="0"/>
                          </a:rPr>
                          <m:t>𝐵</m:t>
                        </m:r>
                      </m:e>
                      <m:sub>
                        <m:r>
                          <a:rPr lang="en-US" i="1">
                            <a:solidFill>
                              <a:srgbClr val="00A64E"/>
                            </a:solidFill>
                            <a:latin typeface="Cambria Math" panose="02040503050406030204" pitchFamily="18" charset="0"/>
                          </a:rPr>
                          <m:t>𝑦</m:t>
                        </m:r>
                      </m:sub>
                    </m:sSub>
                  </m:oMath>
                </a14:m>
                <a:r>
                  <a:rPr lang="en-US" dirty="0"/>
                  <a:t>: remove box on top of box </a:t>
                </a:r>
                <a:r>
                  <a:rPr lang="en-US" i="1" dirty="0">
                    <a:latin typeface="Times New Roman" panose="02020603050405020304" pitchFamily="18" charset="0"/>
                    <a:cs typeface="Times New Roman" panose="02020603050405020304" pitchFamily="18" charset="0"/>
                  </a:rPr>
                  <a:t>y</a:t>
                </a:r>
                <a:r>
                  <a:rPr lang="en-US" dirty="0"/>
                  <a:t> to enable putting box </a:t>
                </a:r>
                <a:r>
                  <a:rPr lang="en-US" i="1" dirty="0">
                    <a:latin typeface="Times New Roman" panose="02020603050405020304" pitchFamily="18" charset="0"/>
                    <a:cs typeface="Times New Roman" panose="02020603050405020304" pitchFamily="18" charset="0"/>
                  </a:rPr>
                  <a:t>x</a:t>
                </a:r>
                <a:r>
                  <a:rPr lang="en-US" dirty="0"/>
                  <a:t> on box </a:t>
                </a:r>
                <a:r>
                  <a:rPr lang="en-US" i="1" dirty="0">
                    <a:latin typeface="Times New Roman" panose="02020603050405020304" pitchFamily="18" charset="0"/>
                    <a:cs typeface="Times New Roman" panose="02020603050405020304" pitchFamily="18" charset="0"/>
                  </a:rPr>
                  <a:t>y</a:t>
                </a:r>
                <a:r>
                  <a:rPr lang="en-US" dirty="0"/>
                  <a:t>.</a:t>
                </a:r>
              </a:p>
              <a:p>
                <a:pPr marL="800100" lvl="1" indent="-457200">
                  <a:buFont typeface="+mj-lt"/>
                  <a:buAutoNum type="arabicPeriod"/>
                </a:pPr>
                <a:r>
                  <a:rPr lang="en-US" dirty="0"/>
                  <a:t> </a:t>
                </a:r>
                <a:r>
                  <a:rPr lang="en-US" dirty="0">
                    <a:solidFill>
                      <a:srgbClr val="00A64E"/>
                    </a:solidFill>
                    <a:latin typeface="Cambria Math" panose="02040503050406030204" pitchFamily="18" charset="0"/>
                    <a:ea typeface="Cambria Math" panose="02040503050406030204" pitchFamily="18" charset="0"/>
                  </a:rPr>
                  <a:t>Grasp</a:t>
                </a:r>
                <a:r>
                  <a:rPr lang="en-US" dirty="0">
                    <a:solidFill>
                      <a:srgbClr val="00A64E"/>
                    </a:solidFill>
                  </a:rPr>
                  <a:t> </a:t>
                </a:r>
                <a14:m>
                  <m:oMath xmlns:m="http://schemas.openxmlformats.org/officeDocument/2006/math">
                    <m:sSub>
                      <m:sSubPr>
                        <m:ctrlPr>
                          <a:rPr lang="en-US" i="1">
                            <a:solidFill>
                              <a:srgbClr val="00A64E"/>
                            </a:solidFill>
                            <a:latin typeface="Cambria Math" panose="02040503050406030204" pitchFamily="18" charset="0"/>
                          </a:rPr>
                        </m:ctrlPr>
                      </m:sSubPr>
                      <m:e>
                        <m:r>
                          <a:rPr lang="en-US" i="1">
                            <a:solidFill>
                              <a:srgbClr val="00A64E"/>
                            </a:solidFill>
                            <a:latin typeface="Cambria Math" panose="02040503050406030204" pitchFamily="18" charset="0"/>
                          </a:rPr>
                          <m:t>𝐵</m:t>
                        </m:r>
                      </m:e>
                      <m:sub>
                        <m:r>
                          <a:rPr lang="en-US" i="1">
                            <a:solidFill>
                              <a:srgbClr val="00A64E"/>
                            </a:solidFill>
                            <a:latin typeface="Cambria Math" panose="02040503050406030204" pitchFamily="18" charset="0"/>
                          </a:rPr>
                          <m:t>𝑥</m:t>
                        </m:r>
                      </m:sub>
                    </m:sSub>
                  </m:oMath>
                </a14:m>
                <a:r>
                  <a:rPr lang="en-US" dirty="0"/>
                  <a:t>: grasp or hold box </a:t>
                </a:r>
                <a:r>
                  <a:rPr lang="en-US" i="1" dirty="0">
                    <a:latin typeface="Times New Roman" panose="02020603050405020304" pitchFamily="18" charset="0"/>
                    <a:cs typeface="Times New Roman" panose="02020603050405020304" pitchFamily="18" charset="0"/>
                  </a:rPr>
                  <a:t>x.</a:t>
                </a:r>
              </a:p>
              <a:p>
                <a:pPr marL="800100" lvl="1" indent="-457200">
                  <a:buFont typeface="+mj-lt"/>
                  <a:buAutoNum type="arabicPeriod"/>
                </a:pPr>
                <a:r>
                  <a:rPr lang="en-US" dirty="0"/>
                  <a:t> </a:t>
                </a:r>
                <a:r>
                  <a:rPr lang="en-US" dirty="0">
                    <a:solidFill>
                      <a:srgbClr val="00A64E"/>
                    </a:solidFill>
                    <a:latin typeface="Cambria Math" panose="02040503050406030204" pitchFamily="18" charset="0"/>
                    <a:ea typeface="Cambria Math" panose="02040503050406030204" pitchFamily="18" charset="0"/>
                  </a:rPr>
                  <a:t>Move</a:t>
                </a:r>
                <a:r>
                  <a:rPr lang="en-US" dirty="0">
                    <a:solidFill>
                      <a:srgbClr val="00A64E"/>
                    </a:solidFill>
                  </a:rPr>
                  <a:t> </a:t>
                </a:r>
                <a:r>
                  <a:rPr lang="en-US" i="1" dirty="0">
                    <a:solidFill>
                      <a:srgbClr val="00A64E"/>
                    </a:solidFill>
                    <a:latin typeface="Times New Roman" panose="02020603050405020304" pitchFamily="18" charset="0"/>
                    <a:cs typeface="Times New Roman" panose="02020603050405020304" pitchFamily="18" charset="0"/>
                  </a:rPr>
                  <a:t>x</a:t>
                </a:r>
                <a:r>
                  <a:rPr lang="en-US" dirty="0"/>
                  <a:t>: move the arm to location </a:t>
                </a:r>
                <a:r>
                  <a:rPr lang="en-US" i="1" dirty="0">
                    <a:latin typeface="Times New Roman" panose="02020603050405020304" pitchFamily="18" charset="0"/>
                    <a:cs typeface="Times New Roman" panose="02020603050405020304" pitchFamily="18" charset="0"/>
                  </a:rPr>
                  <a:t>x</a:t>
                </a:r>
                <a:r>
                  <a:rPr lang="en-US" dirty="0"/>
                  <a:t>. </a:t>
                </a:r>
              </a:p>
              <a:p>
                <a:pPr marL="800100" lvl="1" indent="-457200">
                  <a:buFont typeface="+mj-lt"/>
                  <a:buAutoNum type="arabicPeriod"/>
                </a:pPr>
                <a:r>
                  <a:rPr lang="en-US" dirty="0"/>
                  <a:t> </a:t>
                </a:r>
                <a:r>
                  <a:rPr lang="en-US" dirty="0">
                    <a:solidFill>
                      <a:srgbClr val="00A64E"/>
                    </a:solidFill>
                    <a:latin typeface="Cambria Math" panose="02040503050406030204" pitchFamily="18" charset="0"/>
                    <a:ea typeface="Cambria Math" panose="02040503050406030204" pitchFamily="18" charset="0"/>
                  </a:rPr>
                  <a:t>Ungrasp</a:t>
                </a:r>
                <a:r>
                  <a:rPr lang="en-US" dirty="0">
                    <a:solidFill>
                      <a:srgbClr val="00A64E"/>
                    </a:solidFill>
                  </a:rPr>
                  <a:t> </a:t>
                </a:r>
                <a14:m>
                  <m:oMath xmlns:m="http://schemas.openxmlformats.org/officeDocument/2006/math">
                    <m:sSub>
                      <m:sSubPr>
                        <m:ctrlPr>
                          <a:rPr lang="en-US" i="1">
                            <a:solidFill>
                              <a:srgbClr val="00A64E"/>
                            </a:solidFill>
                            <a:latin typeface="Cambria Math" panose="02040503050406030204" pitchFamily="18" charset="0"/>
                          </a:rPr>
                        </m:ctrlPr>
                      </m:sSubPr>
                      <m:e>
                        <m:r>
                          <a:rPr lang="en-US" i="1">
                            <a:solidFill>
                              <a:srgbClr val="00A64E"/>
                            </a:solidFill>
                            <a:latin typeface="Cambria Math" panose="02040503050406030204" pitchFamily="18" charset="0"/>
                          </a:rPr>
                          <m:t>𝐵</m:t>
                        </m:r>
                      </m:e>
                      <m:sub>
                        <m:r>
                          <a:rPr lang="en-US" i="1">
                            <a:solidFill>
                              <a:srgbClr val="00A64E"/>
                            </a:solidFill>
                            <a:latin typeface="Cambria Math" panose="02040503050406030204" pitchFamily="18" charset="0"/>
                          </a:rPr>
                          <m:t>𝑥</m:t>
                        </m:r>
                      </m:sub>
                    </m:sSub>
                  </m:oMath>
                </a14:m>
                <a:r>
                  <a:rPr lang="en-US" dirty="0"/>
                  <a:t>: let go of box </a:t>
                </a:r>
                <a:r>
                  <a:rPr lang="en-US" i="1" dirty="0">
                    <a:latin typeface="Times New Roman" panose="02020603050405020304" pitchFamily="18" charset="0"/>
                    <a:cs typeface="Times New Roman" panose="02020603050405020304" pitchFamily="18" charset="0"/>
                  </a:rPr>
                  <a:t>x</a:t>
                </a:r>
                <a:r>
                  <a:rPr lang="en-US" dirty="0"/>
                  <a:t>.  </a:t>
                </a:r>
              </a:p>
              <a:p>
                <a:pPr marL="800100" lvl="1" indent="-457200">
                  <a:buFont typeface="+mj-lt"/>
                  <a:buAutoNum type="arabicPeriod"/>
                </a:pPr>
                <a:r>
                  <a:rPr lang="en-US" dirty="0"/>
                  <a:t> </a:t>
                </a:r>
                <a:r>
                  <a:rPr lang="en-US" dirty="0">
                    <a:solidFill>
                      <a:srgbClr val="00A64E"/>
                    </a:solidFill>
                    <a:latin typeface="Cambria Math" panose="02040503050406030204" pitchFamily="18" charset="0"/>
                    <a:ea typeface="Cambria Math" panose="02040503050406030204" pitchFamily="18" charset="0"/>
                  </a:rPr>
                  <a:t>Get</a:t>
                </a:r>
                <a:r>
                  <a:rPr lang="en-US" dirty="0">
                    <a:solidFill>
                      <a:srgbClr val="00A64E"/>
                    </a:solidFill>
                  </a:rPr>
                  <a:t> </a:t>
                </a:r>
                <a:r>
                  <a:rPr lang="en-US" dirty="0">
                    <a:solidFill>
                      <a:srgbClr val="00A64E"/>
                    </a:solidFill>
                    <a:latin typeface="Cambria Math" panose="02040503050406030204" pitchFamily="18" charset="0"/>
                    <a:ea typeface="Cambria Math" panose="02040503050406030204" pitchFamily="18" charset="0"/>
                  </a:rPr>
                  <a:t>rid</a:t>
                </a:r>
                <a:r>
                  <a:rPr lang="en-US" dirty="0">
                    <a:solidFill>
                      <a:srgbClr val="00A64E"/>
                    </a:solidFill>
                  </a:rPr>
                  <a:t> </a:t>
                </a:r>
                <a:r>
                  <a:rPr lang="en-US" dirty="0">
                    <a:solidFill>
                      <a:srgbClr val="00A64E"/>
                    </a:solidFill>
                    <a:latin typeface="Cambria Math" panose="02040503050406030204" pitchFamily="18" charset="0"/>
                    <a:ea typeface="Cambria Math" panose="02040503050406030204" pitchFamily="18" charset="0"/>
                  </a:rPr>
                  <a:t>of</a:t>
                </a:r>
                <a:r>
                  <a:rPr lang="en-US" dirty="0">
                    <a:solidFill>
                      <a:srgbClr val="00A64E"/>
                    </a:solidFill>
                  </a:rPr>
                  <a:t> </a:t>
                </a:r>
                <a14:m>
                  <m:oMath xmlns:m="http://schemas.openxmlformats.org/officeDocument/2006/math">
                    <m:sSub>
                      <m:sSubPr>
                        <m:ctrlPr>
                          <a:rPr lang="en-US" i="1">
                            <a:solidFill>
                              <a:srgbClr val="00A64E"/>
                            </a:solidFill>
                            <a:latin typeface="Cambria Math" panose="02040503050406030204" pitchFamily="18" charset="0"/>
                          </a:rPr>
                        </m:ctrlPr>
                      </m:sSubPr>
                      <m:e>
                        <m:r>
                          <a:rPr lang="en-US" i="1">
                            <a:solidFill>
                              <a:srgbClr val="00A64E"/>
                            </a:solidFill>
                            <a:latin typeface="Cambria Math" panose="02040503050406030204" pitchFamily="18" charset="0"/>
                          </a:rPr>
                          <m:t>𝐵</m:t>
                        </m:r>
                      </m:e>
                      <m:sub>
                        <m:r>
                          <a:rPr lang="en-US" i="1">
                            <a:solidFill>
                              <a:srgbClr val="00A64E"/>
                            </a:solidFill>
                            <a:latin typeface="Cambria Math" panose="02040503050406030204" pitchFamily="18" charset="0"/>
                          </a:rPr>
                          <m:t>𝑥</m:t>
                        </m:r>
                      </m:sub>
                    </m:sSub>
                  </m:oMath>
                </a14:m>
                <a:r>
                  <a:rPr lang="en-US" dirty="0"/>
                  <a:t>: remove box </a:t>
                </a:r>
                <a:r>
                  <a:rPr lang="en-US" i="1" dirty="0">
                    <a:latin typeface="Times New Roman" panose="02020603050405020304" pitchFamily="18" charset="0"/>
                    <a:cs typeface="Times New Roman" panose="02020603050405020304" pitchFamily="18" charset="0"/>
                  </a:rPr>
                  <a:t>x</a:t>
                </a:r>
                <a:r>
                  <a:rPr lang="en-US" dirty="0"/>
                  <a:t> and place it on the table or on another box if no free space on table</a:t>
                </a:r>
              </a:p>
              <a:p>
                <a:pPr lvl="1"/>
                <a:endParaRPr lang="en-US" dirty="0"/>
              </a:p>
              <a:p>
                <a:pPr lvl="1"/>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474" t="-3762" r="-1789" b="-2791"/>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fld id="{4C87BEC4-B835-4E55-9D7F-50B76A3ED418}" type="datetime1">
              <a:rPr lang="en-US" smtClean="0"/>
              <a:t>9/6/2022</a:t>
            </a:fld>
            <a:endParaRPr lang="en-US"/>
          </a:p>
        </p:txBody>
      </p:sp>
      <p:sp>
        <p:nvSpPr>
          <p:cNvPr id="5" name="Footer Placeholder 4"/>
          <p:cNvSpPr>
            <a:spLocks noGrp="1"/>
          </p:cNvSpPr>
          <p:nvPr>
            <p:ph type="ftr" sz="quarter" idx="11"/>
          </p:nvPr>
        </p:nvSpPr>
        <p:spPr/>
        <p:txBody>
          <a:bodyPr/>
          <a:lstStyle/>
          <a:p>
            <a:r>
              <a:rPr lang="en-US"/>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smtClean="0"/>
              <a:t>51</a:t>
            </a:fld>
            <a:endParaRPr lang="en-US"/>
          </a:p>
        </p:txBody>
      </p:sp>
    </p:spTree>
    <p:extLst>
      <p:ext uri="{BB962C8B-B14F-4D97-AF65-F5344CB8AC3E}">
        <p14:creationId xmlns:p14="http://schemas.microsoft.com/office/powerpoint/2010/main" val="411615421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 Goal Trees Application: Box Stacking Problem</a:t>
            </a:r>
          </a:p>
        </p:txBody>
      </p:sp>
      <p:sp>
        <p:nvSpPr>
          <p:cNvPr id="3" name="Content Placeholder 2"/>
          <p:cNvSpPr>
            <a:spLocks noGrp="1"/>
          </p:cNvSpPr>
          <p:nvPr>
            <p:ph idx="1"/>
          </p:nvPr>
        </p:nvSpPr>
        <p:spPr/>
        <p:txBody>
          <a:bodyPr>
            <a:normAutofit/>
          </a:bodyPr>
          <a:lstStyle/>
          <a:p>
            <a:r>
              <a:rPr lang="en-US"/>
              <a:t>Put B1 on B2</a:t>
            </a:r>
          </a:p>
          <a:p>
            <a:endParaRPr lang="en-US"/>
          </a:p>
          <a:p>
            <a:endParaRPr lang="en-US"/>
          </a:p>
          <a:p>
            <a:pPr marL="76198" indent="0">
              <a:buNone/>
            </a:pPr>
            <a:endParaRPr lang="en-US" sz="1050"/>
          </a:p>
          <a:p>
            <a:r>
              <a:rPr lang="en-US"/>
              <a:t>The generated goal tree is as follows</a:t>
            </a:r>
          </a:p>
          <a:p>
            <a:endParaRPr lang="en-US"/>
          </a:p>
          <a:p>
            <a:endParaRPr lang="en-US"/>
          </a:p>
        </p:txBody>
      </p:sp>
      <p:sp>
        <p:nvSpPr>
          <p:cNvPr id="4" name="Date Placeholder 3"/>
          <p:cNvSpPr>
            <a:spLocks noGrp="1"/>
          </p:cNvSpPr>
          <p:nvPr>
            <p:ph type="dt" sz="half" idx="10"/>
          </p:nvPr>
        </p:nvSpPr>
        <p:spPr/>
        <p:txBody>
          <a:bodyPr/>
          <a:lstStyle/>
          <a:p>
            <a:fld id="{4C87BEC4-B835-4E55-9D7F-50B76A3ED418}" type="datetime1">
              <a:rPr lang="en-US" smtClean="0"/>
              <a:t>9/6/2022</a:t>
            </a:fld>
            <a:endParaRPr lang="en-US"/>
          </a:p>
        </p:txBody>
      </p:sp>
      <p:sp>
        <p:nvSpPr>
          <p:cNvPr id="5" name="Footer Placeholder 4"/>
          <p:cNvSpPr>
            <a:spLocks noGrp="1"/>
          </p:cNvSpPr>
          <p:nvPr>
            <p:ph type="ftr" sz="quarter" idx="11"/>
          </p:nvPr>
        </p:nvSpPr>
        <p:spPr/>
        <p:txBody>
          <a:bodyPr/>
          <a:lstStyle/>
          <a:p>
            <a:r>
              <a:rPr lang="en-US"/>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smtClean="0"/>
              <a:t>52</a:t>
            </a:fld>
            <a:endParaRPr lang="en-US"/>
          </a:p>
        </p:txBody>
      </p:sp>
      <p:grpSp>
        <p:nvGrpSpPr>
          <p:cNvPr id="7" name="Group 6">
            <a:extLst>
              <a:ext uri="{FF2B5EF4-FFF2-40B4-BE49-F238E27FC236}">
                <a16:creationId xmlns:a16="http://schemas.microsoft.com/office/drawing/2014/main" id="{7086D288-005B-461B-9B22-1715B97D179F}"/>
              </a:ext>
            </a:extLst>
          </p:cNvPr>
          <p:cNvGrpSpPr/>
          <p:nvPr/>
        </p:nvGrpSpPr>
        <p:grpSpPr>
          <a:xfrm>
            <a:off x="560704" y="1781593"/>
            <a:ext cx="3472206" cy="1346598"/>
            <a:chOff x="2943434" y="3198444"/>
            <a:chExt cx="3771066" cy="1675130"/>
          </a:xfrm>
        </p:grpSpPr>
        <p:pic>
          <p:nvPicPr>
            <p:cNvPr id="8" name="Picture 7" descr="Chart&#10;&#10;Description automatically generated">
              <a:extLst>
                <a:ext uri="{FF2B5EF4-FFF2-40B4-BE49-F238E27FC236}">
                  <a16:creationId xmlns:a16="http://schemas.microsoft.com/office/drawing/2014/main" id="{69D2A98E-8034-45EA-9B73-4E92D893AD07}"/>
                </a:ext>
              </a:extLst>
            </p:cNvPr>
            <p:cNvPicPr>
              <a:picLocks noChangeAspect="1"/>
            </p:cNvPicPr>
            <p:nvPr/>
          </p:nvPicPr>
          <p:blipFill rotWithShape="1">
            <a:blip r:embed="rId2"/>
            <a:srcRect l="4705" t="59528" r="15570"/>
            <a:stretch/>
          </p:blipFill>
          <p:spPr bwMode="auto">
            <a:xfrm>
              <a:off x="2943434" y="3198444"/>
              <a:ext cx="3771066" cy="1675130"/>
            </a:xfrm>
            <a:prstGeom prst="rect">
              <a:avLst/>
            </a:prstGeom>
            <a:ln>
              <a:noFill/>
            </a:ln>
            <a:extLst>
              <a:ext uri="{53640926-AAD7-44D8-BBD7-CCE9431645EC}">
                <a14:shadowObscured xmlns:a14="http://schemas.microsoft.com/office/drawing/2010/main"/>
              </a:ext>
            </a:extLst>
          </p:spPr>
        </p:pic>
        <p:sp>
          <p:nvSpPr>
            <p:cNvPr id="9" name="Rectangle 8">
              <a:extLst>
                <a:ext uri="{FF2B5EF4-FFF2-40B4-BE49-F238E27FC236}">
                  <a16:creationId xmlns:a16="http://schemas.microsoft.com/office/drawing/2014/main" id="{FEA058A5-C2F0-422D-959D-B15C3956D2EE}"/>
                </a:ext>
              </a:extLst>
            </p:cNvPr>
            <p:cNvSpPr/>
            <p:nvPr/>
          </p:nvSpPr>
          <p:spPr>
            <a:xfrm>
              <a:off x="2996830" y="3198445"/>
              <a:ext cx="3670947" cy="16337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0" name="Picture 9">
            <a:extLst>
              <a:ext uri="{FF2B5EF4-FFF2-40B4-BE49-F238E27FC236}">
                <a16:creationId xmlns:a16="http://schemas.microsoft.com/office/drawing/2014/main" id="{DA900616-4F3B-4F88-87D4-5FBF6EA3E6E3}"/>
              </a:ext>
            </a:extLst>
          </p:cNvPr>
          <p:cNvPicPr>
            <a:picLocks noChangeAspect="1"/>
          </p:cNvPicPr>
          <p:nvPr/>
        </p:nvPicPr>
        <p:blipFill rotWithShape="1">
          <a:blip r:embed="rId3"/>
          <a:srcRect t="35481"/>
          <a:stretch/>
        </p:blipFill>
        <p:spPr>
          <a:xfrm>
            <a:off x="5092237" y="1792750"/>
            <a:ext cx="2985655" cy="1330738"/>
          </a:xfrm>
          <a:prstGeom prst="rect">
            <a:avLst/>
          </a:prstGeom>
          <a:ln>
            <a:solidFill>
              <a:schemeClr val="tx1"/>
            </a:solidFill>
          </a:ln>
        </p:spPr>
      </p:pic>
      <p:sp>
        <p:nvSpPr>
          <p:cNvPr id="11" name="Arrow: Right 10">
            <a:extLst>
              <a:ext uri="{FF2B5EF4-FFF2-40B4-BE49-F238E27FC236}">
                <a16:creationId xmlns:a16="http://schemas.microsoft.com/office/drawing/2014/main" id="{1AC49553-9A59-4872-BE60-A56FDCAA59EA}"/>
              </a:ext>
            </a:extLst>
          </p:cNvPr>
          <p:cNvSpPr/>
          <p:nvPr/>
        </p:nvSpPr>
        <p:spPr>
          <a:xfrm>
            <a:off x="4119228" y="2405751"/>
            <a:ext cx="879763" cy="346363"/>
          </a:xfrm>
          <a:prstGeom prst="rightArrow">
            <a:avLst/>
          </a:prstGeom>
          <a:solidFill>
            <a:srgbClr val="00A6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BA2A836A-1403-4A25-A81F-2B2EDA33AAA7}"/>
              </a:ext>
            </a:extLst>
          </p:cNvPr>
          <p:cNvPicPr>
            <a:picLocks noChangeAspect="1"/>
          </p:cNvPicPr>
          <p:nvPr/>
        </p:nvPicPr>
        <p:blipFill rotWithShape="1">
          <a:blip r:embed="rId4"/>
          <a:srcRect l="107" r="-1"/>
          <a:stretch/>
        </p:blipFill>
        <p:spPr>
          <a:xfrm>
            <a:off x="716652" y="4013585"/>
            <a:ext cx="8938870" cy="2160971"/>
          </a:xfrm>
          <a:prstGeom prst="rect">
            <a:avLst/>
          </a:prstGeom>
        </p:spPr>
      </p:pic>
    </p:spTree>
    <p:extLst>
      <p:ext uri="{BB962C8B-B14F-4D97-AF65-F5344CB8AC3E}">
        <p14:creationId xmlns:p14="http://schemas.microsoft.com/office/powerpoint/2010/main" val="88600063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 Goal Trees Application: Box Stacking Problem</a:t>
            </a:r>
          </a:p>
        </p:txBody>
      </p:sp>
      <p:sp>
        <p:nvSpPr>
          <p:cNvPr id="3" name="Content Placeholder 2"/>
          <p:cNvSpPr>
            <a:spLocks noGrp="1"/>
          </p:cNvSpPr>
          <p:nvPr>
            <p:ph idx="1"/>
          </p:nvPr>
        </p:nvSpPr>
        <p:spPr/>
        <p:txBody>
          <a:bodyPr/>
          <a:lstStyle/>
          <a:p>
            <a:r>
              <a:rPr lang="en-US"/>
              <a:t>Put B2 on B6</a:t>
            </a:r>
          </a:p>
          <a:p>
            <a:endParaRPr lang="en-US"/>
          </a:p>
          <a:p>
            <a:endParaRPr lang="en-US"/>
          </a:p>
          <a:p>
            <a:endParaRPr lang="en-US"/>
          </a:p>
          <a:p>
            <a:endParaRPr lang="en-US" sz="1050"/>
          </a:p>
          <a:p>
            <a:r>
              <a:rPr lang="en-US"/>
              <a:t>Not that </a:t>
            </a:r>
            <a:r>
              <a:rPr lang="en-US">
                <a:solidFill>
                  <a:schemeClr val="accent2"/>
                </a:solidFill>
              </a:rPr>
              <a:t>B7</a:t>
            </a:r>
            <a:r>
              <a:rPr lang="en-US"/>
              <a:t> is blocking the arm from grasping </a:t>
            </a:r>
            <a:r>
              <a:rPr lang="en-US">
                <a:solidFill>
                  <a:srgbClr val="00A64E"/>
                </a:solidFill>
              </a:rPr>
              <a:t>B2</a:t>
            </a:r>
          </a:p>
          <a:p>
            <a:r>
              <a:rPr lang="en-US"/>
              <a:t>We need to get rid of </a:t>
            </a:r>
            <a:r>
              <a:rPr lang="en-US">
                <a:solidFill>
                  <a:srgbClr val="FF0000"/>
                </a:solidFill>
              </a:rPr>
              <a:t>B7</a:t>
            </a:r>
            <a:r>
              <a:rPr lang="en-US"/>
              <a:t> by placing it on the table</a:t>
            </a:r>
          </a:p>
          <a:p>
            <a:r>
              <a:rPr lang="en-US"/>
              <a:t>To ger rid of </a:t>
            </a:r>
            <a:r>
              <a:rPr lang="en-US">
                <a:solidFill>
                  <a:srgbClr val="FF0000"/>
                </a:solidFill>
              </a:rPr>
              <a:t>B7</a:t>
            </a:r>
            <a:r>
              <a:rPr lang="en-US"/>
              <a:t>, we call the function </a:t>
            </a:r>
            <a:r>
              <a:rPr lang="en-US">
                <a:solidFill>
                  <a:srgbClr val="00A64E"/>
                </a:solidFill>
                <a:latin typeface="Cambria Math" panose="02040503050406030204" pitchFamily="18" charset="0"/>
                <a:ea typeface="Cambria Math" panose="02040503050406030204" pitchFamily="18" charset="0"/>
              </a:rPr>
              <a:t>put</a:t>
            </a:r>
            <a:r>
              <a:rPr lang="en-US">
                <a:solidFill>
                  <a:srgbClr val="00A64E"/>
                </a:solidFill>
              </a:rPr>
              <a:t> </a:t>
            </a:r>
            <a:r>
              <a:rPr lang="en-US">
                <a:solidFill>
                  <a:srgbClr val="FF0000"/>
                </a:solidFill>
              </a:rPr>
              <a:t>B7</a:t>
            </a:r>
            <a:r>
              <a:rPr lang="en-US">
                <a:solidFill>
                  <a:srgbClr val="00A64E"/>
                </a:solidFill>
              </a:rPr>
              <a:t> </a:t>
            </a:r>
            <a:r>
              <a:rPr lang="en-US">
                <a:solidFill>
                  <a:srgbClr val="00A64E"/>
                </a:solidFill>
                <a:latin typeface="Cambria Math" panose="02040503050406030204" pitchFamily="18" charset="0"/>
                <a:ea typeface="Cambria Math" panose="02040503050406030204" pitchFamily="18" charset="0"/>
              </a:rPr>
              <a:t>on</a:t>
            </a:r>
            <a:r>
              <a:rPr lang="en-US">
                <a:solidFill>
                  <a:srgbClr val="00A64E"/>
                </a:solidFill>
              </a:rPr>
              <a:t> </a:t>
            </a:r>
            <a:r>
              <a:rPr lang="en-US">
                <a:solidFill>
                  <a:srgbClr val="FF0000"/>
                </a:solidFill>
              </a:rPr>
              <a:t>Table</a:t>
            </a:r>
            <a:r>
              <a:rPr lang="en-US">
                <a:solidFill>
                  <a:srgbClr val="00A64E"/>
                </a:solidFill>
              </a:rPr>
              <a:t>  </a:t>
            </a:r>
          </a:p>
          <a:p>
            <a:endParaRPr lang="en-US"/>
          </a:p>
        </p:txBody>
      </p:sp>
      <p:sp>
        <p:nvSpPr>
          <p:cNvPr id="4" name="Date Placeholder 3"/>
          <p:cNvSpPr>
            <a:spLocks noGrp="1"/>
          </p:cNvSpPr>
          <p:nvPr>
            <p:ph type="dt" sz="half" idx="10"/>
          </p:nvPr>
        </p:nvSpPr>
        <p:spPr/>
        <p:txBody>
          <a:bodyPr/>
          <a:lstStyle/>
          <a:p>
            <a:fld id="{4C87BEC4-B835-4E55-9D7F-50B76A3ED418}" type="datetime1">
              <a:rPr lang="en-US" smtClean="0"/>
              <a:t>9/6/2022</a:t>
            </a:fld>
            <a:endParaRPr lang="en-US"/>
          </a:p>
        </p:txBody>
      </p:sp>
      <p:sp>
        <p:nvSpPr>
          <p:cNvPr id="5" name="Footer Placeholder 4"/>
          <p:cNvSpPr>
            <a:spLocks noGrp="1"/>
          </p:cNvSpPr>
          <p:nvPr>
            <p:ph type="ftr" sz="quarter" idx="11"/>
          </p:nvPr>
        </p:nvSpPr>
        <p:spPr/>
        <p:txBody>
          <a:bodyPr/>
          <a:lstStyle/>
          <a:p>
            <a:r>
              <a:rPr lang="en-US"/>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smtClean="0"/>
              <a:t>53</a:t>
            </a:fld>
            <a:endParaRPr lang="en-US"/>
          </a:p>
        </p:txBody>
      </p:sp>
      <p:sp>
        <p:nvSpPr>
          <p:cNvPr id="15" name="Arrow: Right 14">
            <a:extLst>
              <a:ext uri="{FF2B5EF4-FFF2-40B4-BE49-F238E27FC236}">
                <a16:creationId xmlns:a16="http://schemas.microsoft.com/office/drawing/2014/main" id="{0CC45862-A123-45DB-8AE7-A264827CBB73}"/>
              </a:ext>
            </a:extLst>
          </p:cNvPr>
          <p:cNvSpPr/>
          <p:nvPr/>
        </p:nvSpPr>
        <p:spPr>
          <a:xfrm>
            <a:off x="4175790" y="2631993"/>
            <a:ext cx="879763" cy="346363"/>
          </a:xfrm>
          <a:prstGeom prst="rightArrow">
            <a:avLst/>
          </a:prstGeom>
          <a:solidFill>
            <a:srgbClr val="00A6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9657BC69-A54D-4DC1-A679-794DA1F84E6A}"/>
              </a:ext>
            </a:extLst>
          </p:cNvPr>
          <p:cNvPicPr>
            <a:picLocks noChangeAspect="1"/>
          </p:cNvPicPr>
          <p:nvPr/>
        </p:nvPicPr>
        <p:blipFill>
          <a:blip r:embed="rId2"/>
          <a:stretch>
            <a:fillRect/>
          </a:stretch>
        </p:blipFill>
        <p:spPr>
          <a:xfrm>
            <a:off x="5156774" y="1969989"/>
            <a:ext cx="3296780" cy="1324008"/>
          </a:xfrm>
          <a:prstGeom prst="rect">
            <a:avLst/>
          </a:prstGeom>
          <a:noFill/>
          <a:ln w="12700">
            <a:solidFill>
              <a:schemeClr val="tx1"/>
            </a:solidFill>
          </a:ln>
        </p:spPr>
      </p:pic>
      <p:pic>
        <p:nvPicPr>
          <p:cNvPr id="17" name="Picture 16">
            <a:extLst>
              <a:ext uri="{FF2B5EF4-FFF2-40B4-BE49-F238E27FC236}">
                <a16:creationId xmlns:a16="http://schemas.microsoft.com/office/drawing/2014/main" id="{0B71B852-DC67-4842-986B-C1C62F31B4BE}"/>
              </a:ext>
            </a:extLst>
          </p:cNvPr>
          <p:cNvPicPr>
            <a:picLocks noChangeAspect="1"/>
          </p:cNvPicPr>
          <p:nvPr/>
        </p:nvPicPr>
        <p:blipFill>
          <a:blip r:embed="rId3"/>
          <a:stretch>
            <a:fillRect/>
          </a:stretch>
        </p:blipFill>
        <p:spPr>
          <a:xfrm>
            <a:off x="678313" y="1969989"/>
            <a:ext cx="3286966" cy="1324008"/>
          </a:xfrm>
          <a:prstGeom prst="rect">
            <a:avLst/>
          </a:prstGeom>
          <a:ln w="12700">
            <a:solidFill>
              <a:schemeClr val="tx1"/>
            </a:solidFill>
          </a:ln>
        </p:spPr>
      </p:pic>
    </p:spTree>
    <p:extLst>
      <p:ext uri="{BB962C8B-B14F-4D97-AF65-F5344CB8AC3E}">
        <p14:creationId xmlns:p14="http://schemas.microsoft.com/office/powerpoint/2010/main" val="297088409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 Goal Trees Application: Box Stacking Problem</a:t>
            </a:r>
          </a:p>
        </p:txBody>
      </p:sp>
      <p:sp>
        <p:nvSpPr>
          <p:cNvPr id="3" name="Content Placeholder 2"/>
          <p:cNvSpPr>
            <a:spLocks noGrp="1"/>
          </p:cNvSpPr>
          <p:nvPr>
            <p:ph idx="1"/>
          </p:nvPr>
        </p:nvSpPr>
        <p:spPr/>
        <p:txBody>
          <a:bodyPr/>
          <a:lstStyle/>
          <a:p>
            <a:r>
              <a:rPr lang="en-US"/>
              <a:t>The generated goal tree is as follows</a:t>
            </a:r>
          </a:p>
        </p:txBody>
      </p:sp>
      <p:sp>
        <p:nvSpPr>
          <p:cNvPr id="4" name="Date Placeholder 3"/>
          <p:cNvSpPr>
            <a:spLocks noGrp="1"/>
          </p:cNvSpPr>
          <p:nvPr>
            <p:ph type="dt" sz="half" idx="10"/>
          </p:nvPr>
        </p:nvSpPr>
        <p:spPr/>
        <p:txBody>
          <a:bodyPr/>
          <a:lstStyle/>
          <a:p>
            <a:fld id="{4C87BEC4-B835-4E55-9D7F-50B76A3ED418}" type="datetime1">
              <a:rPr lang="en-US" smtClean="0"/>
              <a:t>9/6/2022</a:t>
            </a:fld>
            <a:endParaRPr lang="en-US"/>
          </a:p>
        </p:txBody>
      </p:sp>
      <p:sp>
        <p:nvSpPr>
          <p:cNvPr id="5" name="Footer Placeholder 4"/>
          <p:cNvSpPr>
            <a:spLocks noGrp="1"/>
          </p:cNvSpPr>
          <p:nvPr>
            <p:ph type="ftr" sz="quarter" idx="11"/>
          </p:nvPr>
        </p:nvSpPr>
        <p:spPr/>
        <p:txBody>
          <a:bodyPr/>
          <a:lstStyle/>
          <a:p>
            <a:r>
              <a:rPr lang="en-US"/>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smtClean="0"/>
              <a:t>54</a:t>
            </a:fld>
            <a:endParaRPr lang="en-US"/>
          </a:p>
        </p:txBody>
      </p:sp>
      <p:pic>
        <p:nvPicPr>
          <p:cNvPr id="19" name="Picture 18">
            <a:extLst>
              <a:ext uri="{FF2B5EF4-FFF2-40B4-BE49-F238E27FC236}">
                <a16:creationId xmlns:a16="http://schemas.microsoft.com/office/drawing/2014/main" id="{3A8BBF0F-885E-4289-A94C-A355E25EBCF2}"/>
              </a:ext>
            </a:extLst>
          </p:cNvPr>
          <p:cNvPicPr>
            <a:picLocks noChangeAspect="1"/>
          </p:cNvPicPr>
          <p:nvPr/>
        </p:nvPicPr>
        <p:blipFill rotWithShape="1">
          <a:blip r:embed="rId2"/>
          <a:srcRect l="314" t="421" b="-1"/>
          <a:stretch/>
        </p:blipFill>
        <p:spPr>
          <a:xfrm>
            <a:off x="676279" y="2074606"/>
            <a:ext cx="10456777" cy="4004899"/>
          </a:xfrm>
          <a:prstGeom prst="rect">
            <a:avLst/>
          </a:prstGeom>
        </p:spPr>
      </p:pic>
      <p:pic>
        <p:nvPicPr>
          <p:cNvPr id="20" name="Picture 19">
            <a:extLst>
              <a:ext uri="{FF2B5EF4-FFF2-40B4-BE49-F238E27FC236}">
                <a16:creationId xmlns:a16="http://schemas.microsoft.com/office/drawing/2014/main" id="{1C6ED072-D6DC-4D56-93A0-9B1D2E4B4D12}"/>
              </a:ext>
            </a:extLst>
          </p:cNvPr>
          <p:cNvPicPr>
            <a:picLocks noChangeAspect="1"/>
          </p:cNvPicPr>
          <p:nvPr/>
        </p:nvPicPr>
        <p:blipFill>
          <a:blip r:embed="rId3"/>
          <a:stretch>
            <a:fillRect/>
          </a:stretch>
        </p:blipFill>
        <p:spPr>
          <a:xfrm>
            <a:off x="8367138" y="1198657"/>
            <a:ext cx="3286966" cy="1324008"/>
          </a:xfrm>
          <a:prstGeom prst="rect">
            <a:avLst/>
          </a:prstGeom>
          <a:ln w="12700">
            <a:solidFill>
              <a:schemeClr val="tx1"/>
            </a:solidFill>
          </a:ln>
        </p:spPr>
      </p:pic>
    </p:spTree>
    <p:extLst>
      <p:ext uri="{BB962C8B-B14F-4D97-AF65-F5344CB8AC3E}">
        <p14:creationId xmlns:p14="http://schemas.microsoft.com/office/powerpoint/2010/main" val="108242598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 Goal Trees Application: Box Stacking Problem</a:t>
            </a:r>
          </a:p>
        </p:txBody>
      </p:sp>
      <p:sp>
        <p:nvSpPr>
          <p:cNvPr id="3" name="Content Placeholder 2"/>
          <p:cNvSpPr>
            <a:spLocks noGrp="1"/>
          </p:cNvSpPr>
          <p:nvPr>
            <p:ph idx="1"/>
          </p:nvPr>
        </p:nvSpPr>
        <p:spPr/>
        <p:txBody>
          <a:bodyPr>
            <a:normAutofit fontScale="92500" lnSpcReduction="10000"/>
          </a:bodyPr>
          <a:lstStyle/>
          <a:p>
            <a:r>
              <a:rPr lang="en-US"/>
              <a:t>Put B1 on B2</a:t>
            </a:r>
          </a:p>
          <a:p>
            <a:endParaRPr lang="en-US"/>
          </a:p>
          <a:p>
            <a:endParaRPr lang="en-US"/>
          </a:p>
          <a:p>
            <a:endParaRPr lang="en-US"/>
          </a:p>
          <a:p>
            <a:r>
              <a:rPr lang="en-US"/>
              <a:t>Not that </a:t>
            </a:r>
            <a:r>
              <a:rPr lang="en-US">
                <a:solidFill>
                  <a:schemeClr val="accent2"/>
                </a:solidFill>
              </a:rPr>
              <a:t>B4 and B7</a:t>
            </a:r>
            <a:r>
              <a:rPr lang="en-US"/>
              <a:t> are blocking the arm from grasping </a:t>
            </a:r>
            <a:r>
              <a:rPr lang="en-US">
                <a:solidFill>
                  <a:srgbClr val="00A64E"/>
                </a:solidFill>
              </a:rPr>
              <a:t>B1 </a:t>
            </a:r>
            <a:r>
              <a:rPr lang="en-US"/>
              <a:t>and releasing</a:t>
            </a:r>
            <a:r>
              <a:rPr lang="en-US">
                <a:solidFill>
                  <a:srgbClr val="00A64E"/>
                </a:solidFill>
              </a:rPr>
              <a:t> </a:t>
            </a:r>
            <a:r>
              <a:rPr lang="en-US"/>
              <a:t>it on top of </a:t>
            </a:r>
            <a:r>
              <a:rPr lang="en-US">
                <a:solidFill>
                  <a:srgbClr val="00A64E"/>
                </a:solidFill>
              </a:rPr>
              <a:t>B2</a:t>
            </a:r>
            <a:r>
              <a:rPr lang="en-US"/>
              <a:t>. </a:t>
            </a:r>
          </a:p>
          <a:p>
            <a:r>
              <a:rPr lang="en-US"/>
              <a:t>We need to get rid of </a:t>
            </a:r>
            <a:r>
              <a:rPr lang="en-US">
                <a:solidFill>
                  <a:srgbClr val="FF0000"/>
                </a:solidFill>
              </a:rPr>
              <a:t>B4</a:t>
            </a:r>
            <a:r>
              <a:rPr lang="en-US"/>
              <a:t> and </a:t>
            </a:r>
            <a:r>
              <a:rPr lang="en-US">
                <a:solidFill>
                  <a:srgbClr val="FF0000"/>
                </a:solidFill>
              </a:rPr>
              <a:t>B7</a:t>
            </a:r>
            <a:r>
              <a:rPr lang="en-US"/>
              <a:t> by placing them on the table</a:t>
            </a:r>
          </a:p>
          <a:p>
            <a:r>
              <a:rPr lang="en-US"/>
              <a:t>To get rid of </a:t>
            </a:r>
            <a:r>
              <a:rPr lang="en-US">
                <a:solidFill>
                  <a:srgbClr val="FF0000"/>
                </a:solidFill>
              </a:rPr>
              <a:t>B4</a:t>
            </a:r>
            <a:r>
              <a:rPr lang="en-US"/>
              <a:t>, we call the function </a:t>
            </a:r>
            <a:r>
              <a:rPr lang="en-US">
                <a:solidFill>
                  <a:srgbClr val="00A64E"/>
                </a:solidFill>
                <a:latin typeface="Cambria Math" panose="02040503050406030204" pitchFamily="18" charset="0"/>
                <a:ea typeface="Cambria Math" panose="02040503050406030204" pitchFamily="18" charset="0"/>
              </a:rPr>
              <a:t>put</a:t>
            </a:r>
            <a:r>
              <a:rPr lang="en-US">
                <a:solidFill>
                  <a:srgbClr val="00A64E"/>
                </a:solidFill>
              </a:rPr>
              <a:t> </a:t>
            </a:r>
            <a:r>
              <a:rPr lang="en-US">
                <a:solidFill>
                  <a:srgbClr val="FF0000"/>
                </a:solidFill>
              </a:rPr>
              <a:t>B4</a:t>
            </a:r>
            <a:r>
              <a:rPr lang="en-US">
                <a:solidFill>
                  <a:srgbClr val="00A64E"/>
                </a:solidFill>
              </a:rPr>
              <a:t> </a:t>
            </a:r>
            <a:r>
              <a:rPr lang="en-US">
                <a:solidFill>
                  <a:srgbClr val="00A64E"/>
                </a:solidFill>
                <a:latin typeface="Cambria Math" panose="02040503050406030204" pitchFamily="18" charset="0"/>
                <a:ea typeface="Cambria Math" panose="02040503050406030204" pitchFamily="18" charset="0"/>
              </a:rPr>
              <a:t>on</a:t>
            </a:r>
            <a:r>
              <a:rPr lang="en-US">
                <a:solidFill>
                  <a:srgbClr val="00A64E"/>
                </a:solidFill>
              </a:rPr>
              <a:t> </a:t>
            </a:r>
            <a:r>
              <a:rPr lang="en-US">
                <a:solidFill>
                  <a:srgbClr val="FF0000"/>
                </a:solidFill>
              </a:rPr>
              <a:t>Table</a:t>
            </a:r>
            <a:r>
              <a:rPr lang="en-US">
                <a:solidFill>
                  <a:srgbClr val="00A64E"/>
                </a:solidFill>
              </a:rPr>
              <a:t>  </a:t>
            </a:r>
            <a:endParaRPr lang="en-US"/>
          </a:p>
          <a:p>
            <a:r>
              <a:rPr lang="en-US"/>
              <a:t>To get rid of </a:t>
            </a:r>
            <a:r>
              <a:rPr lang="en-US">
                <a:solidFill>
                  <a:srgbClr val="FF0000"/>
                </a:solidFill>
              </a:rPr>
              <a:t>B7</a:t>
            </a:r>
            <a:r>
              <a:rPr lang="en-US"/>
              <a:t>, we call the function </a:t>
            </a:r>
            <a:r>
              <a:rPr lang="en-US">
                <a:solidFill>
                  <a:srgbClr val="00A64E"/>
                </a:solidFill>
                <a:latin typeface="Cambria Math" panose="02040503050406030204" pitchFamily="18" charset="0"/>
                <a:ea typeface="Cambria Math" panose="02040503050406030204" pitchFamily="18" charset="0"/>
              </a:rPr>
              <a:t>put</a:t>
            </a:r>
            <a:r>
              <a:rPr lang="en-US">
                <a:solidFill>
                  <a:srgbClr val="00A64E"/>
                </a:solidFill>
              </a:rPr>
              <a:t> </a:t>
            </a:r>
            <a:r>
              <a:rPr lang="en-US">
                <a:solidFill>
                  <a:srgbClr val="FF0000"/>
                </a:solidFill>
              </a:rPr>
              <a:t>B7</a:t>
            </a:r>
            <a:r>
              <a:rPr lang="en-US">
                <a:solidFill>
                  <a:srgbClr val="00A64E"/>
                </a:solidFill>
              </a:rPr>
              <a:t> </a:t>
            </a:r>
            <a:r>
              <a:rPr lang="en-US">
                <a:solidFill>
                  <a:srgbClr val="00A64E"/>
                </a:solidFill>
                <a:latin typeface="Cambria Math" panose="02040503050406030204" pitchFamily="18" charset="0"/>
                <a:ea typeface="Cambria Math" panose="02040503050406030204" pitchFamily="18" charset="0"/>
              </a:rPr>
              <a:t>on</a:t>
            </a:r>
            <a:r>
              <a:rPr lang="en-US">
                <a:solidFill>
                  <a:srgbClr val="00A64E"/>
                </a:solidFill>
              </a:rPr>
              <a:t> </a:t>
            </a:r>
            <a:r>
              <a:rPr lang="en-US">
                <a:solidFill>
                  <a:srgbClr val="FF0000"/>
                </a:solidFill>
              </a:rPr>
              <a:t>Table</a:t>
            </a:r>
            <a:r>
              <a:rPr lang="en-US">
                <a:solidFill>
                  <a:srgbClr val="00A64E"/>
                </a:solidFill>
              </a:rPr>
              <a:t>  </a:t>
            </a:r>
          </a:p>
          <a:p>
            <a:endParaRPr lang="en-US"/>
          </a:p>
        </p:txBody>
      </p:sp>
      <p:sp>
        <p:nvSpPr>
          <p:cNvPr id="4" name="Date Placeholder 3"/>
          <p:cNvSpPr>
            <a:spLocks noGrp="1"/>
          </p:cNvSpPr>
          <p:nvPr>
            <p:ph type="dt" sz="half" idx="10"/>
          </p:nvPr>
        </p:nvSpPr>
        <p:spPr/>
        <p:txBody>
          <a:bodyPr/>
          <a:lstStyle/>
          <a:p>
            <a:fld id="{4C87BEC4-B835-4E55-9D7F-50B76A3ED418}" type="datetime1">
              <a:rPr lang="en-US" smtClean="0"/>
              <a:t>9/6/2022</a:t>
            </a:fld>
            <a:endParaRPr lang="en-US"/>
          </a:p>
        </p:txBody>
      </p:sp>
      <p:sp>
        <p:nvSpPr>
          <p:cNvPr id="5" name="Footer Placeholder 4"/>
          <p:cNvSpPr>
            <a:spLocks noGrp="1"/>
          </p:cNvSpPr>
          <p:nvPr>
            <p:ph type="ftr" sz="quarter" idx="11"/>
          </p:nvPr>
        </p:nvSpPr>
        <p:spPr/>
        <p:txBody>
          <a:bodyPr/>
          <a:lstStyle/>
          <a:p>
            <a:r>
              <a:rPr lang="en-US"/>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smtClean="0"/>
              <a:t>55</a:t>
            </a:fld>
            <a:endParaRPr lang="en-US"/>
          </a:p>
        </p:txBody>
      </p:sp>
      <p:sp>
        <p:nvSpPr>
          <p:cNvPr id="19" name="Arrow: Right 18">
            <a:extLst>
              <a:ext uri="{FF2B5EF4-FFF2-40B4-BE49-F238E27FC236}">
                <a16:creationId xmlns:a16="http://schemas.microsoft.com/office/drawing/2014/main" id="{F0411161-BEE3-4B1F-9E49-5D68031698AA}"/>
              </a:ext>
            </a:extLst>
          </p:cNvPr>
          <p:cNvSpPr/>
          <p:nvPr/>
        </p:nvSpPr>
        <p:spPr>
          <a:xfrm>
            <a:off x="4128655" y="2462310"/>
            <a:ext cx="879763" cy="346363"/>
          </a:xfrm>
          <a:prstGeom prst="rightArrow">
            <a:avLst/>
          </a:prstGeom>
          <a:solidFill>
            <a:srgbClr val="00A6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Picture 19">
            <a:extLst>
              <a:ext uri="{FF2B5EF4-FFF2-40B4-BE49-F238E27FC236}">
                <a16:creationId xmlns:a16="http://schemas.microsoft.com/office/drawing/2014/main" id="{C5A1B6BD-C766-48B5-9203-0018ED1CCD4F}"/>
              </a:ext>
            </a:extLst>
          </p:cNvPr>
          <p:cNvPicPr>
            <a:picLocks noChangeAspect="1"/>
          </p:cNvPicPr>
          <p:nvPr/>
        </p:nvPicPr>
        <p:blipFill>
          <a:blip r:embed="rId2"/>
          <a:stretch>
            <a:fillRect/>
          </a:stretch>
        </p:blipFill>
        <p:spPr>
          <a:xfrm>
            <a:off x="631178" y="1800306"/>
            <a:ext cx="3286966" cy="1324008"/>
          </a:xfrm>
          <a:prstGeom prst="rect">
            <a:avLst/>
          </a:prstGeom>
          <a:ln w="12700">
            <a:solidFill>
              <a:schemeClr val="tx1"/>
            </a:solidFill>
          </a:ln>
        </p:spPr>
      </p:pic>
      <p:pic>
        <p:nvPicPr>
          <p:cNvPr id="21" name="Picture 20">
            <a:extLst>
              <a:ext uri="{FF2B5EF4-FFF2-40B4-BE49-F238E27FC236}">
                <a16:creationId xmlns:a16="http://schemas.microsoft.com/office/drawing/2014/main" id="{D1DFCDC8-16DB-4051-801B-F36AD69A5FA7}"/>
              </a:ext>
            </a:extLst>
          </p:cNvPr>
          <p:cNvPicPr>
            <a:picLocks noChangeAspect="1"/>
          </p:cNvPicPr>
          <p:nvPr/>
        </p:nvPicPr>
        <p:blipFill>
          <a:blip r:embed="rId3"/>
          <a:stretch>
            <a:fillRect/>
          </a:stretch>
        </p:blipFill>
        <p:spPr>
          <a:xfrm>
            <a:off x="5084147" y="1818712"/>
            <a:ext cx="3286966" cy="1305602"/>
          </a:xfrm>
          <a:prstGeom prst="rect">
            <a:avLst/>
          </a:prstGeom>
          <a:ln w="12700">
            <a:solidFill>
              <a:schemeClr val="tx1"/>
            </a:solidFill>
          </a:ln>
        </p:spPr>
      </p:pic>
    </p:spTree>
    <p:extLst>
      <p:ext uri="{BB962C8B-B14F-4D97-AF65-F5344CB8AC3E}">
        <p14:creationId xmlns:p14="http://schemas.microsoft.com/office/powerpoint/2010/main" val="280218128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 Goal Trees Application: Box Stacking Problem</a:t>
            </a:r>
          </a:p>
        </p:txBody>
      </p:sp>
      <p:sp>
        <p:nvSpPr>
          <p:cNvPr id="3" name="Content Placeholder 2"/>
          <p:cNvSpPr>
            <a:spLocks noGrp="1"/>
          </p:cNvSpPr>
          <p:nvPr>
            <p:ph idx="1"/>
          </p:nvPr>
        </p:nvSpPr>
        <p:spPr/>
        <p:txBody>
          <a:bodyPr/>
          <a:lstStyle/>
          <a:p>
            <a:r>
              <a:rPr lang="en-US"/>
              <a:t>The generated goal tree is as follows</a:t>
            </a:r>
          </a:p>
          <a:p>
            <a:endParaRPr lang="en-US"/>
          </a:p>
        </p:txBody>
      </p:sp>
      <p:sp>
        <p:nvSpPr>
          <p:cNvPr id="4" name="Date Placeholder 3"/>
          <p:cNvSpPr>
            <a:spLocks noGrp="1"/>
          </p:cNvSpPr>
          <p:nvPr>
            <p:ph type="dt" sz="half" idx="10"/>
          </p:nvPr>
        </p:nvSpPr>
        <p:spPr/>
        <p:txBody>
          <a:bodyPr/>
          <a:lstStyle/>
          <a:p>
            <a:fld id="{4C87BEC4-B835-4E55-9D7F-50B76A3ED418}" type="datetime1">
              <a:rPr lang="en-US" smtClean="0"/>
              <a:t>9/6/2022</a:t>
            </a:fld>
            <a:endParaRPr lang="en-US"/>
          </a:p>
        </p:txBody>
      </p:sp>
      <p:sp>
        <p:nvSpPr>
          <p:cNvPr id="5" name="Footer Placeholder 4"/>
          <p:cNvSpPr>
            <a:spLocks noGrp="1"/>
          </p:cNvSpPr>
          <p:nvPr>
            <p:ph type="ftr" sz="quarter" idx="11"/>
          </p:nvPr>
        </p:nvSpPr>
        <p:spPr/>
        <p:txBody>
          <a:bodyPr/>
          <a:lstStyle/>
          <a:p>
            <a:r>
              <a:rPr lang="en-US"/>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smtClean="0"/>
              <a:t>56</a:t>
            </a:fld>
            <a:endParaRPr lang="en-US"/>
          </a:p>
        </p:txBody>
      </p:sp>
      <p:pic>
        <p:nvPicPr>
          <p:cNvPr id="19" name="Picture 18">
            <a:extLst>
              <a:ext uri="{FF2B5EF4-FFF2-40B4-BE49-F238E27FC236}">
                <a16:creationId xmlns:a16="http://schemas.microsoft.com/office/drawing/2014/main" id="{EE214FDF-B2A1-4924-87C3-D1D5BD690111}"/>
              </a:ext>
            </a:extLst>
          </p:cNvPr>
          <p:cNvPicPr>
            <a:picLocks noChangeAspect="1"/>
          </p:cNvPicPr>
          <p:nvPr/>
        </p:nvPicPr>
        <p:blipFill rotWithShape="1">
          <a:blip r:embed="rId2"/>
          <a:srcRect l="278" t="539"/>
          <a:stretch/>
        </p:blipFill>
        <p:spPr>
          <a:xfrm>
            <a:off x="468459" y="1819634"/>
            <a:ext cx="11015618" cy="4355024"/>
          </a:xfrm>
          <a:prstGeom prst="rect">
            <a:avLst/>
          </a:prstGeom>
        </p:spPr>
      </p:pic>
      <p:pic>
        <p:nvPicPr>
          <p:cNvPr id="21" name="Picture 20">
            <a:extLst>
              <a:ext uri="{FF2B5EF4-FFF2-40B4-BE49-F238E27FC236}">
                <a16:creationId xmlns:a16="http://schemas.microsoft.com/office/drawing/2014/main" id="{E84E83CA-C4EC-4A3B-ADE7-F481EE93919C}"/>
              </a:ext>
            </a:extLst>
          </p:cNvPr>
          <p:cNvPicPr>
            <a:picLocks noChangeAspect="1"/>
          </p:cNvPicPr>
          <p:nvPr/>
        </p:nvPicPr>
        <p:blipFill>
          <a:blip r:embed="rId3"/>
          <a:stretch>
            <a:fillRect/>
          </a:stretch>
        </p:blipFill>
        <p:spPr>
          <a:xfrm>
            <a:off x="7368096" y="1733523"/>
            <a:ext cx="3286966" cy="1324008"/>
          </a:xfrm>
          <a:prstGeom prst="rect">
            <a:avLst/>
          </a:prstGeom>
          <a:ln w="12700">
            <a:solidFill>
              <a:schemeClr val="tx1"/>
            </a:solidFill>
          </a:ln>
        </p:spPr>
      </p:pic>
    </p:spTree>
    <p:extLst>
      <p:ext uri="{BB962C8B-B14F-4D97-AF65-F5344CB8AC3E}">
        <p14:creationId xmlns:p14="http://schemas.microsoft.com/office/powerpoint/2010/main" val="326029329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Goal Trees Application: Box Stacking Problem</a:t>
            </a:r>
          </a:p>
        </p:txBody>
      </p:sp>
      <p:sp>
        <p:nvSpPr>
          <p:cNvPr id="3" name="Content Placeholder 2"/>
          <p:cNvSpPr>
            <a:spLocks noGrp="1"/>
          </p:cNvSpPr>
          <p:nvPr>
            <p:ph idx="1"/>
          </p:nvPr>
        </p:nvSpPr>
        <p:spPr>
          <a:xfrm>
            <a:off x="304800" y="1228153"/>
            <a:ext cx="6878425" cy="5021979"/>
          </a:xfrm>
        </p:spPr>
        <p:txBody>
          <a:bodyPr>
            <a:normAutofit lnSpcReduction="10000"/>
          </a:bodyPr>
          <a:lstStyle/>
          <a:p>
            <a:r>
              <a:rPr lang="en-US" dirty="0"/>
              <a:t>Structuring the function as shown enables building programs that can answer questions about their behavior.</a:t>
            </a:r>
          </a:p>
          <a:p>
            <a:r>
              <a:rPr lang="en-US" dirty="0"/>
              <a:t>Such structure can answer “</a:t>
            </a:r>
            <a:r>
              <a:rPr lang="en-US" dirty="0">
                <a:solidFill>
                  <a:srgbClr val="7030A0"/>
                </a:solidFill>
              </a:rPr>
              <a:t>How</a:t>
            </a:r>
            <a:r>
              <a:rPr lang="en-US" dirty="0"/>
              <a:t>” and “</a:t>
            </a:r>
            <a:r>
              <a:rPr lang="en-US" dirty="0">
                <a:solidFill>
                  <a:srgbClr val="FF0000"/>
                </a:solidFill>
              </a:rPr>
              <a:t>Why</a:t>
            </a:r>
            <a:r>
              <a:rPr lang="en-US" dirty="0"/>
              <a:t>” questions. </a:t>
            </a:r>
          </a:p>
          <a:p>
            <a:pPr lvl="1"/>
            <a:r>
              <a:rPr lang="en-US" dirty="0"/>
              <a:t>The answer to “</a:t>
            </a:r>
            <a:r>
              <a:rPr lang="en-US" dirty="0">
                <a:solidFill>
                  <a:srgbClr val="7030A0"/>
                </a:solidFill>
              </a:rPr>
              <a:t>How</a:t>
            </a:r>
            <a:r>
              <a:rPr lang="en-US" dirty="0"/>
              <a:t>” question is going down in the tree level by level</a:t>
            </a:r>
          </a:p>
          <a:p>
            <a:pPr lvl="1"/>
            <a:r>
              <a:rPr lang="en-US" dirty="0"/>
              <a:t>The answer to “</a:t>
            </a:r>
            <a:r>
              <a:rPr lang="en-US" dirty="0">
                <a:solidFill>
                  <a:srgbClr val="FF0000"/>
                </a:solidFill>
              </a:rPr>
              <a:t>Why</a:t>
            </a:r>
            <a:r>
              <a:rPr lang="en-US" dirty="0"/>
              <a:t>” question is going up in the tree by one level </a:t>
            </a:r>
          </a:p>
          <a:p>
            <a:r>
              <a:rPr lang="en-US" dirty="0"/>
              <a:t>At the early stages, such programs were considered “</a:t>
            </a:r>
            <a:r>
              <a:rPr lang="en-US" b="1" u="sng" dirty="0"/>
              <a:t>intelligent</a:t>
            </a:r>
            <a:r>
              <a:rPr lang="en-US" dirty="0"/>
              <a:t>” programs.</a:t>
            </a:r>
          </a:p>
        </p:txBody>
      </p:sp>
      <p:sp>
        <p:nvSpPr>
          <p:cNvPr id="4" name="Date Placeholder 3"/>
          <p:cNvSpPr>
            <a:spLocks noGrp="1"/>
          </p:cNvSpPr>
          <p:nvPr>
            <p:ph type="dt" sz="half" idx="10"/>
          </p:nvPr>
        </p:nvSpPr>
        <p:spPr/>
        <p:txBody>
          <a:bodyPr/>
          <a:lstStyle/>
          <a:p>
            <a:fld id="{4C87BEC4-B835-4E55-9D7F-50B76A3ED418}" type="datetime1">
              <a:rPr lang="en-US" smtClean="0"/>
              <a:t>9/6/2022</a:t>
            </a:fld>
            <a:endParaRPr lang="en-US"/>
          </a:p>
        </p:txBody>
      </p:sp>
      <p:sp>
        <p:nvSpPr>
          <p:cNvPr id="5" name="Footer Placeholder 4"/>
          <p:cNvSpPr>
            <a:spLocks noGrp="1"/>
          </p:cNvSpPr>
          <p:nvPr>
            <p:ph type="ftr" sz="quarter" idx="11"/>
          </p:nvPr>
        </p:nvSpPr>
        <p:spPr/>
        <p:txBody>
          <a:bodyPr/>
          <a:lstStyle/>
          <a:p>
            <a:r>
              <a:rPr lang="en-US"/>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smtClean="0"/>
              <a:t>57</a:t>
            </a:fld>
            <a:endParaRPr lang="en-US"/>
          </a:p>
        </p:txBody>
      </p:sp>
      <p:pic>
        <p:nvPicPr>
          <p:cNvPr id="9" name="Picture 8">
            <a:extLst>
              <a:ext uri="{FF2B5EF4-FFF2-40B4-BE49-F238E27FC236}">
                <a16:creationId xmlns:a16="http://schemas.microsoft.com/office/drawing/2014/main" id="{EDF9BE1F-62E2-4FAA-9533-FA693B24FD4C}"/>
              </a:ext>
            </a:extLst>
          </p:cNvPr>
          <p:cNvPicPr>
            <a:picLocks noChangeAspect="1"/>
          </p:cNvPicPr>
          <p:nvPr/>
        </p:nvPicPr>
        <p:blipFill rotWithShape="1">
          <a:blip r:embed="rId2"/>
          <a:srcRect l="269" t="482"/>
          <a:stretch/>
        </p:blipFill>
        <p:spPr>
          <a:xfrm>
            <a:off x="7520683" y="1310327"/>
            <a:ext cx="4366517" cy="4685120"/>
          </a:xfrm>
          <a:prstGeom prst="rect">
            <a:avLst/>
          </a:prstGeom>
        </p:spPr>
      </p:pic>
    </p:spTree>
    <p:extLst>
      <p:ext uri="{BB962C8B-B14F-4D97-AF65-F5344CB8AC3E}">
        <p14:creationId xmlns:p14="http://schemas.microsoft.com/office/powerpoint/2010/main" val="117030282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Conclusion</a:t>
            </a:r>
          </a:p>
        </p:txBody>
      </p:sp>
      <p:sp>
        <p:nvSpPr>
          <p:cNvPr id="3" name="Content Placeholder 2"/>
          <p:cNvSpPr>
            <a:spLocks noGrp="1"/>
          </p:cNvSpPr>
          <p:nvPr>
            <p:ph idx="1"/>
          </p:nvPr>
        </p:nvSpPr>
        <p:spPr/>
        <p:txBody>
          <a:bodyPr>
            <a:normAutofit/>
          </a:bodyPr>
          <a:lstStyle/>
          <a:p>
            <a:r>
              <a:rPr lang="en-US"/>
              <a:t>Many problems can be visually represented in form of goal trees</a:t>
            </a:r>
          </a:p>
          <a:p>
            <a:r>
              <a:rPr lang="en-US"/>
              <a:t>Trees aid our understanding of the problem and show the difficulty of the problem by looking at the depth of the tree</a:t>
            </a:r>
          </a:p>
          <a:p>
            <a:r>
              <a:rPr lang="en-US"/>
              <a:t>A Goal Tree program can answer questions about its own behavior by reporting steps up (why questions) or down (how questions) in the actions it takes.</a:t>
            </a:r>
          </a:p>
        </p:txBody>
      </p:sp>
      <p:sp>
        <p:nvSpPr>
          <p:cNvPr id="4" name="Date Placeholder 3"/>
          <p:cNvSpPr>
            <a:spLocks noGrp="1"/>
          </p:cNvSpPr>
          <p:nvPr>
            <p:ph type="dt" sz="half" idx="10"/>
          </p:nvPr>
        </p:nvSpPr>
        <p:spPr/>
        <p:txBody>
          <a:bodyPr/>
          <a:lstStyle/>
          <a:p>
            <a:fld id="{4C87BEC4-B835-4E55-9D7F-50B76A3ED418}" type="datetime1">
              <a:rPr lang="en-US" smtClean="0"/>
              <a:t>9/6/2022</a:t>
            </a:fld>
            <a:endParaRPr lang="en-US"/>
          </a:p>
        </p:txBody>
      </p:sp>
      <p:sp>
        <p:nvSpPr>
          <p:cNvPr id="5" name="Footer Placeholder 4"/>
          <p:cNvSpPr>
            <a:spLocks noGrp="1"/>
          </p:cNvSpPr>
          <p:nvPr>
            <p:ph type="ftr" sz="quarter" idx="11"/>
          </p:nvPr>
        </p:nvSpPr>
        <p:spPr/>
        <p:txBody>
          <a:bodyPr/>
          <a:lstStyle/>
          <a:p>
            <a:r>
              <a:rPr lang="en-US"/>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smtClean="0"/>
              <a:t>58</a:t>
            </a:fld>
            <a:endParaRPr lang="en-US"/>
          </a:p>
        </p:txBody>
      </p:sp>
    </p:spTree>
    <p:extLst>
      <p:ext uri="{BB962C8B-B14F-4D97-AF65-F5344CB8AC3E}">
        <p14:creationId xmlns:p14="http://schemas.microsoft.com/office/powerpoint/2010/main" val="612959371"/>
      </p:ext>
    </p:extLst>
  </p:cSld>
  <p:clrMapOvr>
    <a:masterClrMapping/>
  </p:clrMapOvr>
</p:sld>
</file>

<file path=ppt/theme/theme1.xml><?xml version="1.0" encoding="utf-8"?>
<a:theme xmlns:a="http://schemas.openxmlformats.org/drawingml/2006/main" name="COE292-Theme">
  <a:themeElements>
    <a:clrScheme name="Blue Green">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COE292-Theme" id="{AA9EC02E-8640-4E8B-ABAB-102FD008F986}" vid="{377DF88B-3CFC-44E3-A6D0-0AB6D06236E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6DF943E3E632C44B8B036E58FE4F1402" ma:contentTypeVersion="2" ma:contentTypeDescription="Create a new document." ma:contentTypeScope="" ma:versionID="0bf11dab39f59e3f79a7a2b1c578c11b">
  <xsd:schema xmlns:xsd="http://www.w3.org/2001/XMLSchema" xmlns:xs="http://www.w3.org/2001/XMLSchema" xmlns:p="http://schemas.microsoft.com/office/2006/metadata/properties" xmlns:ns2="c081cb61-e398-45dc-bffa-660ef38892cf" targetNamespace="http://schemas.microsoft.com/office/2006/metadata/properties" ma:root="true" ma:fieldsID="985572e6d28c028a95ba1862d61fa5e7" ns2:_="">
    <xsd:import namespace="c081cb61-e398-45dc-bffa-660ef38892cf"/>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081cb61-e398-45dc-bffa-660ef38892c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965551B-CA23-45D0-B42A-7E341AF308FC}">
  <ds:schemaRefs>
    <ds:schemaRef ds:uri="http://purl.org/dc/elements/1.1/"/>
    <ds:schemaRef ds:uri="http://purl.org/dc/terms/"/>
    <ds:schemaRef ds:uri="http://www.w3.org/XML/1998/namespace"/>
    <ds:schemaRef ds:uri="http://schemas.microsoft.com/office/2006/metadata/properties"/>
    <ds:schemaRef ds:uri="http://schemas.openxmlformats.org/package/2006/metadata/core-properties"/>
    <ds:schemaRef ds:uri="http://purl.org/dc/dcmitype/"/>
    <ds:schemaRef ds:uri="http://schemas.microsoft.com/office/2006/documentManagement/types"/>
    <ds:schemaRef ds:uri="c081cb61-e398-45dc-bffa-660ef38892cf"/>
    <ds:schemaRef ds:uri="http://schemas.microsoft.com/office/infopath/2007/PartnerControls"/>
  </ds:schemaRefs>
</ds:datastoreItem>
</file>

<file path=customXml/itemProps2.xml><?xml version="1.0" encoding="utf-8"?>
<ds:datastoreItem xmlns:ds="http://schemas.openxmlformats.org/officeDocument/2006/customXml" ds:itemID="{37688187-AC25-40D2-B9AD-907C499D91AB}">
  <ds:schemaRefs>
    <ds:schemaRef ds:uri="http://schemas.microsoft.com/sharepoint/v3/contenttype/forms"/>
  </ds:schemaRefs>
</ds:datastoreItem>
</file>

<file path=customXml/itemProps3.xml><?xml version="1.0" encoding="utf-8"?>
<ds:datastoreItem xmlns:ds="http://schemas.openxmlformats.org/officeDocument/2006/customXml" ds:itemID="{E448079C-894C-4CE3-A08D-D87615130E8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081cb61-e398-45dc-bffa-660ef38892c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COE292-Theme</Template>
  <TotalTime>5071</TotalTime>
  <Words>3204</Words>
  <Application>Microsoft Office PowerPoint</Application>
  <PresentationFormat>Widescreen</PresentationFormat>
  <Paragraphs>623</Paragraphs>
  <Slides>58</Slides>
  <Notes>0</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58</vt:i4>
      </vt:variant>
    </vt:vector>
  </HeadingPairs>
  <TitlesOfParts>
    <vt:vector size="70" baseType="lpstr">
      <vt:lpstr>Arial</vt:lpstr>
      <vt:lpstr>Calibri</vt:lpstr>
      <vt:lpstr>Calibri Light</vt:lpstr>
      <vt:lpstr>Cambria Math</vt:lpstr>
      <vt:lpstr>Consolas</vt:lpstr>
      <vt:lpstr>Corbel</vt:lpstr>
      <vt:lpstr>Courier New</vt:lpstr>
      <vt:lpstr>Segoe Script</vt:lpstr>
      <vt:lpstr>Times New Roman</vt:lpstr>
      <vt:lpstr>Wingdings</vt:lpstr>
      <vt:lpstr>COE292-Theme</vt:lpstr>
      <vt:lpstr>Bitmap Image</vt:lpstr>
      <vt:lpstr>PowerPoint Presentation</vt:lpstr>
      <vt:lpstr>Outline</vt:lpstr>
      <vt:lpstr>Problem solving - Review</vt:lpstr>
      <vt:lpstr>Problem solving – Goal trees</vt:lpstr>
      <vt:lpstr>Problem solving – Goal trees</vt:lpstr>
      <vt:lpstr>Tower Of Hanoi </vt:lpstr>
      <vt:lpstr>Example of Tower of Hanoi</vt:lpstr>
      <vt:lpstr>Example of Tower of Hanoi</vt:lpstr>
      <vt:lpstr>Example of Tower of Hanoi</vt:lpstr>
      <vt:lpstr>Example of Tower of Hanoi</vt:lpstr>
      <vt:lpstr>Example of Tower of Hanoi</vt:lpstr>
      <vt:lpstr>Example of Tower of Hanoi</vt:lpstr>
      <vt:lpstr>Example of Tower of Hanoi</vt:lpstr>
      <vt:lpstr>Example of Tower of Hanoi</vt:lpstr>
      <vt:lpstr>Example of Tower of Hanoi</vt:lpstr>
      <vt:lpstr>Recursive Functions</vt:lpstr>
      <vt:lpstr>Example of Tower of Hanoi</vt:lpstr>
      <vt:lpstr>Problem Reduction</vt:lpstr>
      <vt:lpstr>Problem Reduction</vt:lpstr>
      <vt:lpstr>Problem Reduction</vt:lpstr>
      <vt:lpstr>AND node vs. OR node</vt:lpstr>
      <vt:lpstr>AND-OR Shortcut</vt:lpstr>
      <vt:lpstr>Example of Tower Of Hanoi – Problem reduction</vt:lpstr>
      <vt:lpstr>Example of Tower Of Hanoi – Problem reduction</vt:lpstr>
      <vt:lpstr>Example of Tower Of Hanoi – Problem reduction</vt:lpstr>
      <vt:lpstr>Example of Tower Of Hanoi – Problem reduction</vt:lpstr>
      <vt:lpstr>Example of Tower Of Hanoi – Problem reduction</vt:lpstr>
      <vt:lpstr>Example of Tower Of Hanoi – Problem reduction</vt:lpstr>
      <vt:lpstr>Example of Tower Of Hanoi – Problem reduction</vt:lpstr>
      <vt:lpstr>Example of Tower Of Hanoi – Problem reduction</vt:lpstr>
      <vt:lpstr>Example of Tower Of Hanoi – Problem reduction</vt:lpstr>
      <vt:lpstr>Symbolic Integration using Problem Reduction</vt:lpstr>
      <vt:lpstr>Symbolic Integration using Problem Reduction</vt:lpstr>
      <vt:lpstr>Review of Integration Facts </vt:lpstr>
      <vt:lpstr>Review of Integration Facts</vt:lpstr>
      <vt:lpstr>Trigonometric Identities</vt:lpstr>
      <vt:lpstr>Solving the Symbolic Integration Problem</vt:lpstr>
      <vt:lpstr>Symbolic Integration Problem</vt:lpstr>
      <vt:lpstr>Symbolic Integration Problem</vt:lpstr>
      <vt:lpstr>Symbolic Integration Problem</vt:lpstr>
      <vt:lpstr>Symbolic Integration Problem</vt:lpstr>
      <vt:lpstr>Symbolic Integration Problem</vt:lpstr>
      <vt:lpstr>Symbolic Integration Problem (Summary)</vt:lpstr>
      <vt:lpstr>Symbolic Integration Problem - Goal Trees</vt:lpstr>
      <vt:lpstr>Understanding Goal Trees</vt:lpstr>
      <vt:lpstr>Understanding Goal Trees</vt:lpstr>
      <vt:lpstr>Understanding Goal Trees</vt:lpstr>
      <vt:lpstr>Strategy to Solve Symbolic Integration Summary</vt:lpstr>
      <vt:lpstr>To get the Goal Tree of a Certain Problem</vt:lpstr>
      <vt:lpstr> Goal Trees Application: Box Stacking Problem</vt:lpstr>
      <vt:lpstr> Goal Trees Application: Box Stacking Problem</vt:lpstr>
      <vt:lpstr> Goal Trees Application: Box Stacking Problem</vt:lpstr>
      <vt:lpstr> Goal Trees Application: Box Stacking Problem</vt:lpstr>
      <vt:lpstr> Goal Trees Application: Box Stacking Problem</vt:lpstr>
      <vt:lpstr> Goal Trees Application: Box Stacking Problem</vt:lpstr>
      <vt:lpstr> Goal Trees Application: Box Stacking Problem</vt:lpstr>
      <vt:lpstr>Goal Trees Application: Box Stacking Problem</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Abdulaziz Yagoub Mahmoud Barnawi</dc:creator>
  <cp:lastModifiedBy>Aiman ElMaleh</cp:lastModifiedBy>
  <cp:revision>16</cp:revision>
  <cp:lastPrinted>2022-08-31T08:28:20Z</cp:lastPrinted>
  <dcterms:created xsi:type="dcterms:W3CDTF">2022-01-09T15:26:41Z</dcterms:created>
  <dcterms:modified xsi:type="dcterms:W3CDTF">2022-09-08T07:04:08Z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0x0101006DF943E3E632C44B8B036E58FE4F1402</vt:lpwstr>
  </property>
</Properties>
</file>